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4" r:id="rId3"/>
    <p:sldId id="405" r:id="rId4"/>
    <p:sldId id="403" r:id="rId5"/>
    <p:sldId id="400" r:id="rId6"/>
    <p:sldId id="406" r:id="rId7"/>
    <p:sldId id="407" r:id="rId8"/>
    <p:sldId id="4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158620"/>
            <a:ext cx="11756571" cy="31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Bu Laravel kod nümunəsi hadisəyə əsaslanan</a:t>
            </a:r>
            <a:r>
              <a:rPr lang="az-Latn-AZ" altLang="en-US" sz="1100">
                <a:latin typeface="Arial" panose="020B0604020202020204" pitchFamily="34" charset="0"/>
              </a:rPr>
              <a:t> (</a:t>
            </a:r>
            <a:r>
              <a:rPr lang="en-US" altLang="en-US" sz="1100" b="1">
                <a:latin typeface="Arial" panose="020B0604020202020204" pitchFamily="34" charset="0"/>
              </a:rPr>
              <a:t>event-drive</a:t>
            </a:r>
            <a:r>
              <a:rPr lang="az-Latn-AZ" altLang="en-US" sz="1100">
                <a:latin typeface="Arial" panose="020B0604020202020204" pitchFamily="34" charset="0"/>
              </a:rPr>
              <a:t>)</a:t>
            </a:r>
            <a:r>
              <a:rPr lang="en-US" altLang="en-US" sz="1100">
                <a:latin typeface="Arial" panose="020B0604020202020204" pitchFamily="34" charset="0"/>
              </a:rPr>
              <a:t> arxitektura üzərində qurulmuşdur və məqsədi bir istifadəçi qeydiyyatdan keçdikdə ona xoş gəldin e-poçtu göndərməkdir.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91CE8-BC0E-5680-2A66-6CF31B367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400"/>
            <a:ext cx="12192000" cy="624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4864-9D23-61D8-9938-73EDA267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2B1778-F243-49ED-EB88-1E5484E86D3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8F497-211C-18CE-6BE9-F0EF7BF3E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082"/>
            <a:ext cx="12192000" cy="53539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744662-6D54-4B2C-B28F-A07A7C10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032" y="13996"/>
            <a:ext cx="5363323" cy="1276528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399BAC87-8FBA-ABEF-EC93-7D980D007111}"/>
              </a:ext>
            </a:extLst>
          </p:cNvPr>
          <p:cNvSpPr/>
          <p:nvPr/>
        </p:nvSpPr>
        <p:spPr>
          <a:xfrm>
            <a:off x="5756988" y="1119673"/>
            <a:ext cx="339012" cy="35535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4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CAEB-06E0-9FD6-A4E2-67E8D9F8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043F70-FBE2-5DA0-035F-538C2694A403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Ümumi Proses Axını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/user-register URL-ə daxil olduqda UserRegistered eventi tetiklenir.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event vasitəsilə SendWelcomeEmail adlı listener işə düşür.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Listener WelcomeEmail adlı mail klassını çağıraraq istifadəçiyə e-poçt göndərir.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1.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routes/web.php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Məqsəd: </a:t>
            </a:r>
            <a:r>
              <a:rPr lang="en-US" altLang="en-US" sz="1300" b="1">
                <a:latin typeface="Arial" panose="020B0604020202020204" pitchFamily="34" charset="0"/>
              </a:rPr>
              <a:t>/user-register </a:t>
            </a:r>
            <a:r>
              <a:rPr lang="en-US" altLang="en-US" sz="1300">
                <a:latin typeface="Arial" panose="020B0604020202020204" pitchFamily="34" charset="0"/>
              </a:rPr>
              <a:t>route-a daxil olduqda </a:t>
            </a:r>
            <a:r>
              <a:rPr lang="en-US" altLang="en-US" sz="1300" b="1">
                <a:latin typeface="Arial" panose="020B0604020202020204" pitchFamily="34" charset="0"/>
              </a:rPr>
              <a:t>$email </a:t>
            </a:r>
            <a:r>
              <a:rPr lang="en-US" altLang="en-US" sz="1300">
                <a:latin typeface="Arial" panose="020B0604020202020204" pitchFamily="34" charset="0"/>
              </a:rPr>
              <a:t>dəyişəni ilə </a:t>
            </a:r>
            <a:r>
              <a:rPr lang="en-US" altLang="en-US" sz="1300" b="1">
                <a:latin typeface="Arial" panose="020B0604020202020204" pitchFamily="34" charset="0"/>
              </a:rPr>
              <a:t>UserRegistered</a:t>
            </a:r>
            <a:r>
              <a:rPr lang="en-US" altLang="en-US" sz="1300">
                <a:latin typeface="Arial" panose="020B0604020202020204" pitchFamily="34" charset="0"/>
              </a:rPr>
              <a:t> eventini çağırır. Bu kod real tətbiqdə, məsələn, bir qeydiyyat formu tamamlandıqda avtomatik çağırılmalıdır. Niyə </a:t>
            </a:r>
            <a:r>
              <a:rPr lang="en-US" altLang="en-US" sz="1300" b="1">
                <a:latin typeface="Arial" panose="020B0604020202020204" pitchFamily="34" charset="0"/>
              </a:rPr>
              <a:t>$email = 'user@gmail.com'? </a:t>
            </a:r>
            <a:r>
              <a:rPr lang="en-US" altLang="en-US" sz="1300">
                <a:latin typeface="Arial" panose="020B0604020202020204" pitchFamily="34" charset="0"/>
              </a:rPr>
              <a:t>– Bu nümunə sınaq məqsədilə yazılıb. Əslində </a:t>
            </a:r>
            <a:r>
              <a:rPr lang="en-US" altLang="en-US" sz="1300" b="1">
                <a:latin typeface="Arial" panose="020B0604020202020204" pitchFamily="34" charset="0"/>
              </a:rPr>
              <a:t>$email </a:t>
            </a:r>
            <a:r>
              <a:rPr lang="en-US" altLang="en-US" sz="1300">
                <a:latin typeface="Arial" panose="020B0604020202020204" pitchFamily="34" charset="0"/>
              </a:rPr>
              <a:t>qeydiyyat formasından (form request-dən) gəlməlidir.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75D37-CDF4-48A1-8DB0-944608FC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6716"/>
            <a:ext cx="5649113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9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app/Events/UserRegistered.php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Məqsəd</a:t>
            </a:r>
            <a:r>
              <a:rPr lang="en-US" altLang="en-US" sz="1300">
                <a:latin typeface="Arial" panose="020B0604020202020204" pitchFamily="34" charset="0"/>
              </a:rPr>
              <a:t>: Event klasının </a:t>
            </a:r>
            <a:r>
              <a:rPr lang="en-US" altLang="en-US" sz="1300" b="1">
                <a:latin typeface="Arial" panose="020B0604020202020204" pitchFamily="34" charset="0"/>
              </a:rPr>
              <a:t>constructor</a:t>
            </a:r>
            <a:r>
              <a:rPr lang="en-US" altLang="en-US" sz="1300">
                <a:latin typeface="Arial" panose="020B0604020202020204" pitchFamily="34" charset="0"/>
              </a:rPr>
              <a:t> metodu vasitəsilə istifadəçinin </a:t>
            </a:r>
            <a:r>
              <a:rPr lang="en-US" altLang="en-US" sz="1300" b="1">
                <a:latin typeface="Arial" panose="020B0604020202020204" pitchFamily="34" charset="0"/>
              </a:rPr>
              <a:t>email</a:t>
            </a:r>
            <a:r>
              <a:rPr lang="en-US" altLang="en-US" sz="1300">
                <a:latin typeface="Arial" panose="020B0604020202020204" pitchFamily="34" charset="0"/>
              </a:rPr>
              <a:t> ünvanını </a:t>
            </a:r>
            <a:r>
              <a:rPr lang="en-US" altLang="en-US" sz="1300" b="1">
                <a:latin typeface="Arial" panose="020B0604020202020204" pitchFamily="34" charset="0"/>
              </a:rPr>
              <a:t>listener-</a:t>
            </a:r>
            <a:r>
              <a:rPr lang="az-Latn-AZ" altLang="en-US" sz="1300" b="1">
                <a:latin typeface="Arial" panose="020B0604020202020204" pitchFamily="34" charset="0"/>
              </a:rPr>
              <a:t>a</a:t>
            </a:r>
            <a:r>
              <a:rPr lang="en-US" altLang="en-US" sz="1300">
                <a:latin typeface="Arial" panose="020B0604020202020204" pitchFamily="34" charset="0"/>
              </a:rPr>
              <a:t> ötürmək.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app/Listeners/SendWelcomeEmail.php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Məqsəd: </a:t>
            </a:r>
            <a:r>
              <a:rPr lang="en-US" altLang="en-US" sz="1300" b="1">
                <a:latin typeface="Arial" panose="020B0604020202020204" pitchFamily="34" charset="0"/>
              </a:rPr>
              <a:t>Event</a:t>
            </a:r>
            <a:r>
              <a:rPr lang="en-US" altLang="en-US" sz="1300">
                <a:latin typeface="Arial" panose="020B0604020202020204" pitchFamily="34" charset="0"/>
              </a:rPr>
              <a:t> tetiklənəndə Laravel bu listener-ı avtomatik işə salır və WelcomeEmail adlı mail klassını istifadə edərək email göndərir.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DB2D3-A8BD-E6C6-FD2F-17DD9272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40677"/>
            <a:ext cx="3677163" cy="1419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6B46A-33F9-2895-EA46-D420671F1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978953"/>
            <a:ext cx="4191585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4.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app/Mail/WelcomeEmail.php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Məqsəd</a:t>
            </a:r>
            <a:r>
              <a:rPr lang="en-US" altLang="en-US" sz="1300">
                <a:latin typeface="Arial" panose="020B0604020202020204" pitchFamily="34" charset="0"/>
              </a:rPr>
              <a:t>: Bu klass Laravel-in </a:t>
            </a:r>
            <a:r>
              <a:rPr lang="en-US" altLang="en-US" sz="1300" b="1">
                <a:latin typeface="Arial" panose="020B0604020202020204" pitchFamily="34" charset="0"/>
              </a:rPr>
              <a:t>Mailable</a:t>
            </a:r>
            <a:r>
              <a:rPr lang="en-US" altLang="en-US" sz="1300">
                <a:latin typeface="Arial" panose="020B0604020202020204" pitchFamily="34" charset="0"/>
              </a:rPr>
              <a:t> komponentidir. İstifadəçiyə göndəriləcək xoş gəldin emailini strukturlaşdırır. </a:t>
            </a:r>
            <a:r>
              <a:rPr lang="en-US" altLang="en-US" sz="1300" b="1">
                <a:latin typeface="Arial" panose="020B0604020202020204" pitchFamily="34" charset="0"/>
              </a:rPr>
              <a:t>envelope()</a:t>
            </a:r>
            <a:r>
              <a:rPr lang="en-US" altLang="en-US" sz="1300">
                <a:latin typeface="Arial" panose="020B0604020202020204" pitchFamily="34" charset="0"/>
              </a:rPr>
              <a:t> metodu kiminə və hansı başlıqla email göndəriləcəyini təyin edir.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46DEE-9E7C-E5D7-8326-3AA6BF3AD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13080"/>
            <a:ext cx="2934109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66C1-BBFB-E1FE-0FF8-0E34D266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A4561-90D9-6735-F18C-304C5B565760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Real Tətbiqdə Necə Olar</a:t>
            </a:r>
            <a:r>
              <a:rPr lang="en-US" altLang="en-US" sz="1300">
                <a:latin typeface="Arial" panose="020B0604020202020204" pitchFamily="34" charset="0"/>
              </a:rPr>
              <a:t>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Sınaq məqsədilə </a:t>
            </a:r>
            <a:r>
              <a:rPr lang="en-US" altLang="en-US" sz="1300" b="1">
                <a:latin typeface="Arial" panose="020B0604020202020204" pitchFamily="34" charset="0"/>
              </a:rPr>
              <a:t>$email = 'user@gmail.com' </a:t>
            </a:r>
            <a:r>
              <a:rPr lang="en-US" altLang="en-US" sz="1300">
                <a:latin typeface="Arial" panose="020B0604020202020204" pitchFamily="34" charset="0"/>
              </a:rPr>
              <a:t>yazılıb. Amma real qeydiyyat sistemində bu belə olmalıdır: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2918D-3A3E-C4C9-FC21-58F3FF2AB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00566"/>
            <a:ext cx="4477375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1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126B-95A7-D2FA-AEC9-E8CC5CCC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F5E48-0440-96B0-A220-9560810CB5A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68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BB48-26D4-3EFA-68FE-2FFFA20E1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02E15-E06B-D2C7-BC58-819A90B7C4D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81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3560</TotalTime>
  <Words>236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2025-06-10T19:34:23Z</dcterms:modified>
</cp:coreProperties>
</file>