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4" r:id="rId3"/>
    <p:sldId id="415" r:id="rId4"/>
    <p:sldId id="416" r:id="rId5"/>
    <p:sldId id="417" r:id="rId6"/>
    <p:sldId id="418" r:id="rId7"/>
    <p:sldId id="419" r:id="rId8"/>
    <p:sldId id="40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217714" y="255046"/>
            <a:ext cx="11756571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Tərtib olunan cədvəldə lazımsız </a:t>
            </a:r>
            <a:r>
              <a:rPr lang="az-Latn-AZ" altLang="en-US" sz="1300" b="1">
                <a:latin typeface="Arial" panose="020B0604020202020204" pitchFamily="34" charset="0"/>
              </a:rPr>
              <a:t>sütun</a:t>
            </a:r>
            <a:r>
              <a:rPr lang="az-Latn-AZ" altLang="en-US" sz="1300">
                <a:latin typeface="Arial" panose="020B0604020202020204" pitchFamily="34" charset="0"/>
              </a:rPr>
              <a:t> adları var. Bunları konfiqurasiya etmək üçün isə, `</a:t>
            </a:r>
            <a:r>
              <a:rPr lang="az-Latn-AZ" altLang="en-US" sz="1300" b="1">
                <a:latin typeface="Arial" panose="020B0604020202020204" pitchFamily="34" charset="0"/>
              </a:rPr>
              <a:t>app\DataTables\</a:t>
            </a:r>
            <a:r>
              <a:rPr lang="az-Latn-AZ" altLang="en-US" sz="1300" b="1" u="sng">
                <a:latin typeface="Arial" panose="020B0604020202020204" pitchFamily="34" charset="0"/>
              </a:rPr>
              <a:t>SliderDataTable.php</a:t>
            </a:r>
            <a:r>
              <a:rPr lang="az-Latn-AZ" altLang="en-US" sz="1300">
                <a:latin typeface="Arial" panose="020B0604020202020204" pitchFamily="34" charset="0"/>
              </a:rPr>
              <a:t>` faylına müdaxilə etmək lazımdır.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1C954C-4407-80F2-0AFC-011D0DE380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57980"/>
            <a:ext cx="12192000" cy="410002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Belə bir konfiqurasiya edirik.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387686-86ED-6571-D198-113379FA26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2164" y="0"/>
            <a:ext cx="68298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1970D-ACB7-776D-E252-30E41C039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2409D28-0A0D-C0B6-9EF1-3E399CC38225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Və belə bir nəticə əldə edirik.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CE79BA-C8E2-4515-338E-41AAC7126C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9236"/>
            <a:ext cx="12192000" cy="547876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40265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688A1-831F-69FB-EE77-A67AD7893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6D59B1D-043F-23A7-504C-82C6869FFE09}"/>
              </a:ext>
            </a:extLst>
          </p:cNvPr>
          <p:cNvSpPr txBox="1"/>
          <p:nvPr/>
        </p:nvSpPr>
        <p:spPr>
          <a:xfrm>
            <a:off x="217714" y="144209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A</a:t>
            </a:r>
            <a:r>
              <a:rPr lang="az-Latn-AZ" altLang="en-US" sz="1300">
                <a:latin typeface="Arial" panose="020B0604020202020204" pitchFamily="34" charset="0"/>
              </a:rPr>
              <a:t> elementinə kliklədikdə, </a:t>
            </a:r>
            <a:r>
              <a:rPr lang="az-Latn-AZ" altLang="en-US" sz="1300" b="1">
                <a:latin typeface="Arial" panose="020B0604020202020204" pitchFamily="34" charset="0"/>
              </a:rPr>
              <a:t>edit.blade.php </a:t>
            </a:r>
            <a:r>
              <a:rPr lang="az-Latn-AZ" altLang="en-US" sz="1300">
                <a:latin typeface="Arial" panose="020B0604020202020204" pitchFamily="34" charset="0"/>
              </a:rPr>
              <a:t>səhifəsini görüntüləmək üçün </a:t>
            </a:r>
            <a:r>
              <a:rPr lang="az-Latn-AZ" altLang="en-US" sz="1300" b="1">
                <a:latin typeface="Arial" panose="020B0604020202020204" pitchFamily="34" charset="0"/>
              </a:rPr>
              <a:t>route() </a:t>
            </a:r>
            <a:r>
              <a:rPr lang="az-Latn-AZ" altLang="en-US" sz="1300">
                <a:latin typeface="Arial" panose="020B0604020202020204" pitchFamily="34" charset="0"/>
              </a:rPr>
              <a:t>metoduna şəkildəki </a:t>
            </a:r>
            <a:r>
              <a:rPr lang="az-Latn-AZ" altLang="en-US" sz="1300" b="1">
                <a:latin typeface="Arial" panose="020B0604020202020204" pitchFamily="34" charset="0"/>
              </a:rPr>
              <a:t>name() </a:t>
            </a:r>
            <a:r>
              <a:rPr lang="az-Latn-AZ" altLang="en-US" sz="1300">
                <a:latin typeface="Arial" panose="020B0604020202020204" pitchFamily="34" charset="0"/>
              </a:rPr>
              <a:t>metodunun </a:t>
            </a:r>
            <a:r>
              <a:rPr lang="az-Latn-AZ" altLang="en-US" sz="1300" b="1">
                <a:latin typeface="Arial" panose="020B0604020202020204" pitchFamily="34" charset="0"/>
              </a:rPr>
              <a:t>dəyərini</a:t>
            </a:r>
            <a:r>
              <a:rPr lang="az-Latn-AZ" altLang="en-US" sz="1300">
                <a:latin typeface="Arial" panose="020B0604020202020204" pitchFamily="34" charset="0"/>
              </a:rPr>
              <a:t> -i əlavə edirik.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083757-0003-0797-3CED-406E309BE7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144" y="782264"/>
            <a:ext cx="11443855" cy="6075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903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99285-6D55-B64B-37B5-07F72C2D3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4AC11B-2677-A427-2E3D-A9DECAA7E88F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Kodumuzu modifikasiya </a:t>
            </a:r>
            <a:r>
              <a:rPr lang="az-Latn-AZ" altLang="en-US" sz="1300">
                <a:latin typeface="Arial" panose="020B0604020202020204" pitchFamily="34" charset="0"/>
              </a:rPr>
              <a:t>edərək </a:t>
            </a:r>
            <a:r>
              <a:rPr lang="az-Latn-AZ" altLang="en-US" sz="1300" b="1">
                <a:latin typeface="Arial" panose="020B0604020202020204" pitchFamily="34" charset="0"/>
              </a:rPr>
              <a:t>DELETE</a:t>
            </a:r>
            <a:r>
              <a:rPr lang="az-Latn-AZ" altLang="en-US" sz="1300">
                <a:latin typeface="Arial" panose="020B0604020202020204" pitchFamily="34" charset="0"/>
              </a:rPr>
              <a:t> düyməsidə əlavə edirik.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5C085A-CF38-6566-4DFB-411E4E3006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308" y="1282982"/>
            <a:ext cx="10538691" cy="5575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405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E05D3-77F6-A14A-D0B0-3085B9D6B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9BAFBB-2810-3786-FDA9-49DE858F1D82}"/>
              </a:ext>
            </a:extLst>
          </p:cNvPr>
          <p:cNvSpPr txBox="1"/>
          <p:nvPr/>
        </p:nvSpPr>
        <p:spPr>
          <a:xfrm>
            <a:off x="217714" y="12573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Nəticə.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526B5C-F932-F015-8009-F40F82F974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2668"/>
            <a:ext cx="12192000" cy="6305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623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EE537-5E8F-252D-577B-83ED86922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2AEC7A9-FAD7-0D0E-90B3-C656BE6B9992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023610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4755</TotalTime>
  <Words>77</Words>
  <Application>Microsoft Office PowerPoint</Application>
  <PresentationFormat>Widescreen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359</cp:revision>
  <dcterms:created xsi:type="dcterms:W3CDTF">2025-04-12T11:00:44Z</dcterms:created>
  <dcterms:modified xsi:type="dcterms:W3CDTF">2025-08-07T13:54:49Z</dcterms:modified>
</cp:coreProperties>
</file>