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4" r:id="rId12"/>
    <p:sldId id="425" r:id="rId13"/>
    <p:sldId id="426" r:id="rId14"/>
    <p:sldId id="423" r:id="rId15"/>
    <p:sldId id="4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`</a:t>
            </a:r>
            <a:r>
              <a:rPr lang="az-Latn-AZ" altLang="en-US" sz="1300" b="1">
                <a:latin typeface="Arial" panose="020B0604020202020204" pitchFamily="34" charset="0"/>
              </a:rPr>
              <a:t>yajrabox</a:t>
            </a:r>
            <a:r>
              <a:rPr lang="az-Latn-AZ" altLang="en-US" sz="1300">
                <a:latin typeface="Arial" panose="020B0604020202020204" pitchFamily="34" charset="0"/>
              </a:rPr>
              <a:t>` paketini qururuq: </a:t>
            </a:r>
            <a:r>
              <a:rPr lang="az-Latn-AZ" altLang="en-US" sz="1300" b="1" u="sng">
                <a:solidFill>
                  <a:srgbClr val="0070C0"/>
                </a:solidFill>
                <a:latin typeface="Arial" panose="020B0604020202020204" pitchFamily="34" charset="0"/>
              </a:rPr>
              <a:t>https://yajrabox.com/docs/laravel-datatables/10.0/quick-starter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paket haqqında əvvəl dərsimiz olubdur. İndiki dərsdə isə, həmin bu paketin `</a:t>
            </a:r>
            <a:r>
              <a:rPr lang="az-Latn-AZ" altLang="en-US" sz="1300" b="1">
                <a:latin typeface="Arial" panose="020B0604020202020204" pitchFamily="34" charset="0"/>
              </a:rPr>
              <a:t>datatables.net</a:t>
            </a:r>
            <a:r>
              <a:rPr lang="az-Latn-AZ" altLang="en-US" sz="1300">
                <a:latin typeface="Arial" panose="020B0604020202020204" pitchFamily="34" charset="0"/>
              </a:rPr>
              <a:t>` ilə olan əlaqəsini və istifadəsini görəcəyik.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8EB91-9670-69B2-2412-66CAF75E9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44610"/>
            <a:ext cx="12192000" cy="511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"</a:t>
            </a:r>
            <a:r>
              <a:rPr lang="en-US" altLang="en-US" sz="1300" b="1">
                <a:latin typeface="Arial" panose="020B0604020202020204" pitchFamily="34" charset="0"/>
              </a:rPr>
              <a:t>Composer require</a:t>
            </a:r>
            <a:r>
              <a:rPr lang="en-US" altLang="en-US" sz="1300">
                <a:latin typeface="Arial" panose="020B0604020202020204" pitchFamily="34" charset="0"/>
              </a:rPr>
              <a:t>" komandası </a:t>
            </a:r>
            <a:r>
              <a:rPr lang="az-Latn-AZ" altLang="en-US" sz="1300">
                <a:latin typeface="Arial" panose="020B0604020202020204" pitchFamily="34" charset="0"/>
              </a:rPr>
              <a:t>ilə, `</a:t>
            </a:r>
            <a:r>
              <a:rPr lang="az-Latn-AZ" altLang="en-US" sz="1300" b="1">
                <a:latin typeface="Arial" panose="020B0604020202020204" pitchFamily="34" charset="0"/>
              </a:rPr>
              <a:t>yajrabox</a:t>
            </a:r>
            <a:r>
              <a:rPr lang="az-Latn-AZ" altLang="en-US" sz="1300">
                <a:latin typeface="Arial" panose="020B0604020202020204" pitchFamily="34" charset="0"/>
              </a:rPr>
              <a:t>` paketini </a:t>
            </a:r>
            <a:r>
              <a:rPr lang="en-US" altLang="en-US" sz="1300">
                <a:latin typeface="Arial" panose="020B0604020202020204" pitchFamily="34" charset="0"/>
              </a:rPr>
              <a:t>layihəyə əlavə edir</a:t>
            </a:r>
            <a:r>
              <a:rPr lang="az-Latn-AZ" altLang="en-US" sz="1300">
                <a:latin typeface="Arial" panose="020B0604020202020204" pitchFamily="34" charset="0"/>
              </a:rPr>
              <a:t>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37D17-57AA-2AD1-66FC-677C7ED01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51230"/>
            <a:ext cx="12192000" cy="3259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68C236-E0BB-0A08-69FF-793E2DA34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118628"/>
            <a:ext cx="12192000" cy="1727265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657A7830-C6F5-B0B7-8C38-74F1474A998F}"/>
              </a:ext>
            </a:extLst>
          </p:cNvPr>
          <p:cNvSpPr/>
          <p:nvPr/>
        </p:nvSpPr>
        <p:spPr>
          <a:xfrm>
            <a:off x="5837380" y="4502116"/>
            <a:ext cx="517237" cy="4248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9789-428B-712D-0E16-E7BEE926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0302A8-29E6-3C0E-2452-E28ADC57761A}"/>
              </a:ext>
            </a:extLst>
          </p:cNvPr>
          <p:cNvSpPr txBox="1"/>
          <p:nvPr/>
        </p:nvSpPr>
        <p:spPr>
          <a:xfrm>
            <a:off x="217714" y="255046"/>
            <a:ext cx="11756571" cy="55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 u="sng">
                <a:solidFill>
                  <a:srgbClr val="0070C0"/>
                </a:solidFill>
                <a:latin typeface="Arial" panose="020B0604020202020204" pitchFamily="34" charset="0"/>
              </a:rPr>
              <a:t>https://datatables.net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- </a:t>
            </a:r>
            <a:r>
              <a:rPr lang="en-US" altLang="en-US" sz="1300">
                <a:latin typeface="Arial" panose="020B0604020202020204" pitchFamily="34" charset="0"/>
              </a:rPr>
              <a:t>kitabxanas</a:t>
            </a:r>
            <a:r>
              <a:rPr lang="az-Latn-AZ" altLang="en-US" sz="1300">
                <a:latin typeface="Arial" panose="020B0604020202020204" pitchFamily="34" charset="0"/>
              </a:rPr>
              <a:t>ının CDN linklərini, layihəmizə əlavə edirik.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https://cdn.datatables.net/1.13.4</a:t>
            </a:r>
            <a:r>
              <a:rPr lang="az-Latn-AZ" altLang="en-US" sz="1300">
                <a:latin typeface="Arial" panose="020B0604020202020204" pitchFamily="34" charset="0"/>
              </a:rPr>
              <a:t>: 	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 u="sng">
                <a:latin typeface="Arial" panose="020B0604020202020204" pitchFamily="34" charset="0"/>
              </a:rPr>
              <a:t>https://cdn.datatables.net/1.13.4/css/jquery.dataTables.min.css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 u="sng">
                <a:latin typeface="Arial" panose="020B0604020202020204" pitchFamily="34" charset="0"/>
              </a:rPr>
              <a:t>http://cdn.datatables.net/1.13.4/js/jquery.dataTables.min.js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altLang="en-US" sz="1600" b="1">
                <a:solidFill>
                  <a:srgbClr val="FF0000"/>
                </a:solidFill>
                <a:latin typeface="Arial" panose="020B0604020202020204" pitchFamily="34" charset="0"/>
              </a:rPr>
              <a:t>datatables.net (https://datatables.net) — Frontend JS Plugin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Bu kitabxana, jQuery ilə işləyən bir JavaScript kitabxanasıdır: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z-Latn-AZ" altLang="en-US" sz="1300">
                <a:latin typeface="Arial" panose="020B0604020202020204" pitchFamily="34" charset="0"/>
              </a:rPr>
              <a:t>Cədvəldəki data-nı süzmək, sıralamaq, səhifələmək üçün istifadə edilir.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z-Latn-AZ" altLang="en-US" sz="1300">
                <a:latin typeface="Arial" panose="020B0604020202020204" pitchFamily="34" charset="0"/>
              </a:rPr>
              <a:t>Klient tərəfində və ya server tərəfində işləyə bilər.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z-Latn-AZ" altLang="en-US" sz="1300">
                <a:latin typeface="Arial" panose="020B0604020202020204" pitchFamily="34" charset="0"/>
              </a:rPr>
              <a:t>HTML table üzərində işləyir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plugin -ni istifadə edə bilmək üçün, Datatable linklərini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link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script</a:t>
            </a:r>
            <a:r>
              <a:rPr lang="az-Latn-AZ" altLang="en-US" sz="1300">
                <a:latin typeface="Arial" panose="020B0604020202020204" pitchFamily="34" charset="0"/>
              </a:rPr>
              <a:t> elementləri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ilə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</a:t>
            </a:r>
            <a:r>
              <a:rPr lang="en-US" altLang="en-US" sz="1300" b="1" u="sng">
                <a:latin typeface="Arial" panose="020B0604020202020204" pitchFamily="34" charset="0"/>
              </a:rPr>
              <a:t>master.blade.php</a:t>
            </a:r>
            <a:r>
              <a:rPr lang="az-Latn-AZ" altLang="en-US" sz="1300">
                <a:latin typeface="Arial" panose="020B0604020202020204" pitchFamily="34" charset="0"/>
              </a:rPr>
              <a:t>` faylına qoşuruq.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F2253-0771-2291-7838-562919223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655" y="2862454"/>
            <a:ext cx="5015345" cy="399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32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B78E-8BCE-1E86-2313-A7FD7269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172B35-BD19-FE68-066C-89691CB07D8F}"/>
              </a:ext>
            </a:extLst>
          </p:cNvPr>
          <p:cNvSpPr txBox="1"/>
          <p:nvPr/>
        </p:nvSpPr>
        <p:spPr>
          <a:xfrm>
            <a:off x="217714" y="162682"/>
            <a:ext cx="11756571" cy="2555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ilk öncə `</a:t>
            </a:r>
            <a:r>
              <a:rPr lang="az-Latn-AZ" altLang="en-US" sz="1300" b="1">
                <a:latin typeface="Arial" panose="020B0604020202020204" pitchFamily="34" charset="0"/>
              </a:rPr>
              <a:t>Yajrabox</a:t>
            </a:r>
            <a:r>
              <a:rPr lang="az-Latn-AZ" altLang="en-US" sz="1300">
                <a:latin typeface="Arial" panose="020B0604020202020204" pitchFamily="34" charset="0"/>
              </a:rPr>
              <a:t>` ilə `</a:t>
            </a:r>
            <a:r>
              <a:rPr lang="az-Latn-AZ" altLang="en-US" sz="1300" b="1">
                <a:latin typeface="Arial" panose="020B0604020202020204" pitchFamily="34" charset="0"/>
              </a:rPr>
              <a:t>datatables</a:t>
            </a:r>
            <a:r>
              <a:rPr lang="az-Latn-AZ" altLang="en-US" sz="1300">
                <a:latin typeface="Arial" panose="020B0604020202020204" pitchFamily="34" charset="0"/>
              </a:rPr>
              <a:t>` arasında olan əlaqəni izah edək: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Yajra paketi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verilənlər bazasından dataları çəkərək </a:t>
            </a:r>
            <a:r>
              <a:rPr lang="az-Latn-AZ" altLang="en-US" sz="1300" b="1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resources\views\admin\slider\</a:t>
            </a:r>
            <a:r>
              <a:rPr lang="en-US" altLang="en-US" sz="1300" b="1" u="sng">
                <a:latin typeface="Arial" panose="020B0604020202020204" pitchFamily="34" charset="0"/>
              </a:rPr>
              <a:t>index.blade.php</a:t>
            </a:r>
            <a:r>
              <a:rPr lang="az-Latn-AZ" altLang="en-US" sz="1300" b="1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faylında əks etdirəcək. </a:t>
            </a: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datatables</a:t>
            </a:r>
            <a:r>
              <a:rPr lang="az-Latn-AZ" altLang="en-US" sz="1300">
                <a:latin typeface="Arial" panose="020B0604020202020204" pitchFamily="34" charset="0"/>
              </a:rPr>
              <a:t>` kitabxanası isə, </a:t>
            </a:r>
            <a:r>
              <a:rPr lang="az-Latn-AZ" altLang="en-US" sz="1300" b="1">
                <a:latin typeface="Arial" panose="020B0604020202020204" pitchFamily="34" charset="0"/>
              </a:rPr>
              <a:t>yajra paketi </a:t>
            </a:r>
            <a:r>
              <a:rPr lang="az-Latn-AZ" altLang="en-US" sz="1300">
                <a:latin typeface="Arial" panose="020B0604020202020204" pitchFamily="34" charset="0"/>
              </a:rPr>
              <a:t>ilə əlavə edilən </a:t>
            </a:r>
            <a:r>
              <a:rPr lang="az-Latn-AZ" altLang="en-US" sz="1300" b="1">
                <a:latin typeface="Arial" panose="020B0604020202020204" pitchFamily="34" charset="0"/>
              </a:rPr>
              <a:t>dataların</a:t>
            </a:r>
            <a:r>
              <a:rPr lang="az-Latn-AZ" altLang="en-US" sz="1300">
                <a:latin typeface="Arial" panose="020B0604020202020204" pitchFamily="34" charset="0"/>
              </a:rPr>
              <a:t> görüntüsünə, səliqəli </a:t>
            </a:r>
            <a:r>
              <a:rPr lang="az-Latn-AZ" altLang="en-US" sz="1300" b="1">
                <a:latin typeface="Arial" panose="020B0604020202020204" pitchFamily="34" charset="0"/>
              </a:rPr>
              <a:t>stil</a:t>
            </a:r>
            <a:r>
              <a:rPr lang="az-Latn-AZ" altLang="en-US" sz="1300">
                <a:latin typeface="Arial" panose="020B0604020202020204" pitchFamily="34" charset="0"/>
              </a:rPr>
              <a:t> vermək üçündür.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88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56ED9-1D9C-273A-7DEE-434149F8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55F19E-4EE4-F7C9-A44B-859ED924E0A5}"/>
              </a:ext>
            </a:extLst>
          </p:cNvPr>
          <p:cNvSpPr txBox="1"/>
          <p:nvPr/>
        </p:nvSpPr>
        <p:spPr>
          <a:xfrm>
            <a:off x="217715" y="255046"/>
            <a:ext cx="7291450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</a:t>
            </a:r>
            <a:r>
              <a:rPr lang="en-US" altLang="en-US" sz="1300">
                <a:latin typeface="Arial" panose="020B0604020202020204" pitchFamily="34" charset="0"/>
              </a:rPr>
              <a:t> isə, şəkildə göstərilən əmr ilə, </a:t>
            </a:r>
            <a:r>
              <a:rPr lang="az-Latn-AZ" altLang="en-US" sz="1300" b="1">
                <a:latin typeface="Arial" panose="020B0604020202020204" pitchFamily="34" charset="0"/>
              </a:rPr>
              <a:t>Slider</a:t>
            </a:r>
            <a:r>
              <a:rPr lang="en-US" altLang="en-US" sz="1300" b="1">
                <a:latin typeface="Arial" panose="020B0604020202020204" pitchFamily="34" charset="0"/>
              </a:rPr>
              <a:t>DataTable</a:t>
            </a:r>
            <a:r>
              <a:rPr lang="en-US" altLang="en-US" sz="1300">
                <a:latin typeface="Arial" panose="020B0604020202020204" pitchFamily="34" charset="0"/>
              </a:rPr>
              <a:t> adlı </a:t>
            </a:r>
            <a:r>
              <a:rPr lang="en-US" altLang="en-US" sz="1300" b="1">
                <a:latin typeface="Arial" panose="020B0604020202020204" pitchFamily="34" charset="0"/>
              </a:rPr>
              <a:t>class</a:t>
            </a:r>
            <a:r>
              <a:rPr lang="en-US" altLang="en-US" sz="1300">
                <a:latin typeface="Arial" panose="020B0604020202020204" pitchFamily="34" charset="0"/>
              </a:rPr>
              <a:t> yaradaraq </a:t>
            </a:r>
            <a:r>
              <a:rPr lang="az-Latn-AZ" altLang="en-US" sz="1300">
                <a:latin typeface="Arial" panose="020B0604020202020204" pitchFamily="34" charset="0"/>
              </a:rPr>
              <a:t>onu </a:t>
            </a:r>
            <a:r>
              <a:rPr lang="en-US" altLang="en-US" sz="1300">
                <a:latin typeface="Arial" panose="020B0604020202020204" pitchFamily="34" charset="0"/>
              </a:rPr>
              <a:t>konfiqurasiya edəcəyik.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faylın içində nəsə dəyişməyə ehtiyac yoxdur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6E4C3-DAAB-21D6-7F91-767D4A93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55" y="0"/>
            <a:ext cx="4507345" cy="3023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0C4137-F53E-A58B-0797-5EFFF0B4A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727200"/>
            <a:ext cx="6278169" cy="513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62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E0011-0FFC-A3D7-4F57-F38175E1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CE5B9F-621D-5411-FAF2-27FEAA214B03}"/>
              </a:ext>
            </a:extLst>
          </p:cNvPr>
          <p:cNvSpPr txBox="1"/>
          <p:nvPr/>
        </p:nvSpPr>
        <p:spPr>
          <a:xfrm>
            <a:off x="217713" y="46180"/>
            <a:ext cx="11756571" cy="568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`</a:t>
            </a:r>
            <a:r>
              <a:rPr lang="az-Latn-AZ" altLang="en-US" sz="1100" b="1">
                <a:latin typeface="Arial" panose="020B0604020202020204" pitchFamily="34" charset="0"/>
              </a:rPr>
              <a:t>app\DataTables\</a:t>
            </a:r>
            <a:r>
              <a:rPr lang="az-Latn-AZ" altLang="en-US" sz="1100" b="1" u="sng">
                <a:latin typeface="Arial" panose="020B0604020202020204" pitchFamily="34" charset="0"/>
              </a:rPr>
              <a:t>SliderDataTable.php</a:t>
            </a:r>
            <a:r>
              <a:rPr lang="az-Latn-AZ" altLang="en-US" sz="1100">
                <a:latin typeface="Arial" panose="020B0604020202020204" pitchFamily="34" charset="0"/>
              </a:rPr>
              <a:t>` adlı </a:t>
            </a:r>
            <a:r>
              <a:rPr lang="az-Latn-AZ" altLang="en-US" sz="1100" b="1">
                <a:latin typeface="Arial" panose="020B0604020202020204" pitchFamily="34" charset="0"/>
              </a:rPr>
              <a:t>class</a:t>
            </a:r>
            <a:r>
              <a:rPr lang="az-Latn-AZ" altLang="en-US" sz="1100">
                <a:latin typeface="Arial" panose="020B0604020202020204" pitchFamily="34" charset="0"/>
              </a:rPr>
              <a:t> -ı istifadə etmək üçün, onu `</a:t>
            </a:r>
            <a:r>
              <a:rPr lang="en-US" altLang="en-US" sz="1100" b="1">
                <a:latin typeface="Arial" panose="020B0604020202020204" pitchFamily="34" charset="0"/>
              </a:rPr>
              <a:t>app\Http\Controllers\Backend\</a:t>
            </a:r>
            <a:r>
              <a:rPr lang="en-US" altLang="en-US" sz="1100" b="1" u="sng">
                <a:latin typeface="Arial" panose="020B0604020202020204" pitchFamily="34" charset="0"/>
              </a:rPr>
              <a:t>SliderController.php</a:t>
            </a:r>
            <a:r>
              <a:rPr lang="az-Latn-AZ" altLang="en-US" sz="1100">
                <a:latin typeface="Arial" panose="020B0604020202020204" pitchFamily="34" charset="0"/>
              </a:rPr>
              <a:t>` class -ının, </a:t>
            </a:r>
            <a:r>
              <a:rPr lang="az-Latn-AZ" altLang="en-US" sz="1100" b="1">
                <a:latin typeface="Arial" panose="020B0604020202020204" pitchFamily="34" charset="0"/>
              </a:rPr>
              <a:t>index() </a:t>
            </a:r>
            <a:r>
              <a:rPr lang="az-Latn-AZ" altLang="en-US" sz="1100">
                <a:latin typeface="Arial" panose="020B0604020202020204" pitchFamily="34" charset="0"/>
              </a:rPr>
              <a:t>metoduna əlavə edirik.</a:t>
            </a:r>
            <a:r>
              <a:rPr lang="en-US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>
                <a:latin typeface="Arial" panose="020B0604020202020204" pitchFamily="34" charset="0"/>
              </a:rPr>
              <a:t>Sonra isə, </a:t>
            </a:r>
            <a:r>
              <a:rPr lang="az-Latn-AZ" altLang="en-US" sz="1100" b="1">
                <a:latin typeface="Arial" panose="020B0604020202020204" pitchFamily="34" charset="0"/>
              </a:rPr>
              <a:t>Yajrabox</a:t>
            </a:r>
            <a:r>
              <a:rPr lang="az-Latn-AZ" altLang="en-US" sz="1100">
                <a:latin typeface="Arial" panose="020B0604020202020204" pitchFamily="34" charset="0"/>
              </a:rPr>
              <a:t> -un saytında olan addımları izləyərək, aşağı şəkildəki kimi, </a:t>
            </a:r>
            <a:r>
              <a:rPr lang="az-Latn-AZ" altLang="en-US" sz="1100">
                <a:solidFill>
                  <a:srgbClr val="00B050"/>
                </a:solidFill>
                <a:latin typeface="Arial" panose="020B0604020202020204" pitchFamily="34" charset="0"/>
              </a:rPr>
              <a:t>elementləri</a:t>
            </a:r>
            <a:r>
              <a:rPr lang="az-Latn-AZ" altLang="en-US" sz="1100">
                <a:latin typeface="Arial" panose="020B0604020202020204" pitchFamily="34" charset="0"/>
              </a:rPr>
              <a:t> göstərilən qayda da, fayllara yazırıq.</a:t>
            </a:r>
            <a:endParaRPr lang="en-US" altLang="en-US" sz="11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69973-3F43-AADA-DD0C-5000D0F8F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90"/>
          <a:stretch>
            <a:fillRect/>
          </a:stretch>
        </p:blipFill>
        <p:spPr>
          <a:xfrm>
            <a:off x="0" y="923873"/>
            <a:ext cx="12192000" cy="593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94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B6D32-0208-D2D0-C878-F62245A03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4E50B3-082E-656D-089B-67C95F26251E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 stil olaraq səliqəsizdir.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79EDB-8D1E-218E-CA13-63ED35BE5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0477"/>
            <a:ext cx="12192000" cy="41575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013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B1E7-48A3-BA39-404B-C49B7AAC6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5B6559-4506-B34E-24F5-756D0C0693B1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Stilləri yükləyə bilmək üçün, keçid edirik `</a:t>
            </a:r>
            <a:r>
              <a:rPr lang="az-Latn-AZ" altLang="en-US" sz="1300" b="1">
                <a:latin typeface="Arial" panose="020B0604020202020204" pitchFamily="34" charset="0"/>
              </a:rPr>
              <a:t>Full Getting Started Guide</a:t>
            </a:r>
            <a:r>
              <a:rPr lang="az-Latn-AZ" altLang="en-US" sz="1300">
                <a:latin typeface="Arial" panose="020B0604020202020204" pitchFamily="34" charset="0"/>
              </a:rPr>
              <a:t>` səhifəsinə. Növbəti slaydda göstərilən addımları izləyərək, bəzi </a:t>
            </a:r>
            <a:r>
              <a:rPr lang="az-Latn-AZ" altLang="en-US" sz="1300" b="1">
                <a:latin typeface="Arial" panose="020B0604020202020204" pitchFamily="34" charset="0"/>
              </a:rPr>
              <a:t>css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js</a:t>
            </a:r>
            <a:r>
              <a:rPr lang="az-Latn-AZ" altLang="en-US" sz="1300">
                <a:latin typeface="Arial" panose="020B0604020202020204" pitchFamily="34" charset="0"/>
              </a:rPr>
              <a:t> linklərini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</a:t>
            </a:r>
            <a:r>
              <a:rPr lang="en-US" altLang="en-US" sz="1300" b="1" u="sng">
                <a:latin typeface="Arial" panose="020B0604020202020204" pitchFamily="34" charset="0"/>
              </a:rPr>
              <a:t>master.blade.php</a:t>
            </a:r>
            <a:r>
              <a:rPr lang="az-Latn-AZ" altLang="en-US" sz="1300">
                <a:latin typeface="Arial" panose="020B0604020202020204" pitchFamily="34" charset="0"/>
              </a:rPr>
              <a:t>` faylına əlavə etmək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18BD49-B2A6-A03B-4EF8-FA27DD09E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86407"/>
            <a:ext cx="12192000" cy="517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9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6F425-B98B-C25B-A95C-45DE6B02D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71721B-6C98-27D9-CFDB-6CC17A3336E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3919A-652A-A191-453E-8C8766E58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51" y="0"/>
            <a:ext cx="10893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59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0392-D461-1398-BE77-C5F8774A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EB228C-872F-FD40-5271-ACF50F712549}"/>
              </a:ext>
            </a:extLst>
          </p:cNvPr>
          <p:cNvSpPr txBox="1"/>
          <p:nvPr/>
        </p:nvSpPr>
        <p:spPr>
          <a:xfrm>
            <a:off x="217714" y="255046"/>
            <a:ext cx="11756571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Sadəcə versiyanı aşağı salmaq lazımdır: </a:t>
            </a:r>
            <a:r>
              <a:rPr lang="en-US"/>
              <a:t>  &lt;script src="https://cdn.datatables.net/1.13.4/js/dataTables.bootstrap5.js"&gt;&lt;/script&gt;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3AFB9-268E-750A-C14D-F762D429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719" y="1237673"/>
            <a:ext cx="8955281" cy="562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41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D846D-B736-0920-BE94-6F775B04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586896-5E5F-CA5F-2F1B-8F569B607178}"/>
              </a:ext>
            </a:extLst>
          </p:cNvPr>
          <p:cNvSpPr txBox="1"/>
          <p:nvPr/>
        </p:nvSpPr>
        <p:spPr>
          <a:xfrm>
            <a:off x="217714" y="255046"/>
            <a:ext cx="11756571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Sadəcə versiyanı aşağı salmaq lazımdır: </a:t>
            </a:r>
            <a:r>
              <a:rPr lang="en-US" sz="1400"/>
              <a:t>  </a:t>
            </a:r>
            <a:r>
              <a:rPr lang="en-US"/>
              <a:t>&lt;link rel="stylesheet" href="https://cdn.datatables.net/1.13.4/css/dataTables.bootstrap5.css"&gt;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DA1E5-2552-846B-8695-C99C228C9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764" y="1057722"/>
            <a:ext cx="9661236" cy="580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03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0257-516B-637D-91E5-2B8C3A82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CB0906-F7F9-14EF-45D1-E1BEE272EB2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7B97F-031D-758B-06AC-02CBD69DE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117" y="0"/>
            <a:ext cx="8723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08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034D-D4EF-2943-5E06-5B546CD41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275747-5AF3-87DF-3DBF-A0241CB63BA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05D1DE-C100-0C26-FC3B-752E905BA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4553"/>
            <a:ext cx="12192000" cy="4140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967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517DD-F0B5-3506-19E5-DF48A5EC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33BE53-EF96-4817-487D-5154A4DA27D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1762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4742</TotalTime>
  <Words>480</Words>
  <Application>Microsoft Office PowerPoint</Application>
  <PresentationFormat>Widescreen</PresentationFormat>
  <Paragraphs>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375</cp:revision>
  <dcterms:created xsi:type="dcterms:W3CDTF">2025-04-12T11:00:44Z</dcterms:created>
  <dcterms:modified xsi:type="dcterms:W3CDTF">2025-08-07T09:54:53Z</dcterms:modified>
</cp:coreProperties>
</file>