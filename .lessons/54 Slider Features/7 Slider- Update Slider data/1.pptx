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4" r:id="rId6"/>
    <p:sldId id="418" r:id="rId7"/>
    <p:sldId id="419" r:id="rId8"/>
    <p:sldId id="420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7T14:49:53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1 870 24575,'8'-11'0,"1"-1"0,0 2 0,1-1 0,0 1 0,0 0 0,1 1 0,1 1 0,-1-1 0,19-8 0,21-18 0,65-50 0,-12 9 0,134-126 0,-198 157 0,-2-1 0,-2-1 0,-2-2 0,45-88 0,-51 101 0,-28 36 0,1-1 0,-1 1 0,0-1 0,1 1 0,-1 0 0,1-1 0,-1 1 0,1 0 0,-1 0 0,1-1 0,-1 1 0,1 0 0,-1 0 0,1 0 0,-1-1 0,1 1 0,-1 0 0,1 0 0,-1 0 0,1 0 0,-1 0 0,1 0 0,-1 0 0,1 0 0,0 1 0,0-1 0,-1 1 0,1 0 0,0 0 0,-1 0 0,1 0 0,-1 0 0,1 0 0,-1 0 0,1 0 0,-1 1 0,0-1 0,0 0 0,1 0 0,-1 0 0,0 0 0,0 1 0,0-1 0,-1 0 0,1 2 0,-4 35 0,-2-1 0,-2 1 0,-1-2 0,-23 61 0,2-6 0,-42 147 0,-75 276 0,111-366 0,-36 175 0,52-209 0,-12 85 0,26-160-1365,1-7-5461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7T14:49:58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60 227 24575,'10'-7'0,"1"0"0,-2-1 0,1-1 0,-1 0 0,-1 0 0,1 0 0,-1-1 0,8-14 0,19-22 0,-26 36 0,1 0 0,0 0 0,1 1 0,0 0 0,0 1 0,23-13 0,-31 20 0,0-1 0,1 0 0,-1 1 0,0 0 0,1 0 0,-1 0 0,1 0 0,0 0 0,-1 1 0,1-1 0,-1 1 0,1 0 0,0 0 0,-1 1 0,1-1 0,0 1 0,-1 0 0,1-1 0,-1 2 0,0-1 0,1 0 0,-1 1 0,0-1 0,1 1 0,-1 0 0,0 0 0,-1 0 0,1 1 0,0-1 0,0 1 0,1 2 0,2 3 0,0 0 0,-1 0 0,-1 0 0,0 0 0,0 1 0,0 0 0,-1 0 0,3 12 0,10 78 0,-13-74 0,16 227 0,-13 293 0,-9-344 0,-15 190 0,10-325 0,-4-1 0,-2 1 0,-42 116 0,44-147 0,-3 0 0,-1-1 0,-1-1 0,-2-1 0,-1-1 0,-48 58 0,65-86 0,0 1 0,-1-1 0,1 0 0,-1-1 0,0 1 0,0 0 0,0-1 0,0 0 0,0 0 0,0 0 0,-1-1 0,1 1 0,-1-1 0,1 0 0,-8 0 0,9-1 0,-1 0 0,0 0 0,1-1 0,-1 0 0,1 0 0,0 0 0,-1 0 0,1 0 0,0-1 0,-1 1 0,1-1 0,0 0 0,0 0 0,0 0 0,1 0 0,-1-1 0,0 1 0,1-1 0,0 0 0,-4-4 0,-1-5 0,0 0 0,0 0 0,1-1 0,1 0 0,0 0 0,1 0 0,0-1 0,1 1 0,-2-29 0,1-12 0,4-66 0,1 83 0,-1 13 0,1 0 0,1 0 0,1 1 0,1-1 0,8-25 0,-9 40 0,1 0 0,-1 1 0,2 0 0,-1-1 0,1 2 0,1-1 0,-1 0 0,1 1 0,0 0 0,1 1 0,0-1 0,0 1 0,0 0 0,1 1 0,16-9 0,-16 9 0,0 1 0,1 0 0,0 1 0,0 0 0,0 0 0,0 1 0,15-1 0,-20 2 0,1 1 0,0 0 0,0 1 0,-1-1 0,1 1 0,0 0 0,-1 0 0,1 0 0,-1 1 0,1 0 0,-1-1 0,0 2 0,1-1 0,-1 0 0,0 1 0,-1 0 0,5 3 0,9 11 0,-1 0 0,-1 2 0,0-1 0,-2 2 0,21 38 0,47 118 0,-52-106 0,75 186-1365,-89-224-5461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7T14:50:00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2 24575,'95'-1'0,"108"3"0,-196-2 0,-1 1 0,1 1 0,-1-1 0,0 1 0,1 0 0,-1 1 0,0-1 0,0 1 0,0 0 0,-1 1 0,1 0 0,-1-1 0,0 2 0,0-1 0,8 10 0,3 5 0,0 1 0,22 41 0,-19-30 0,5 6 0,-3 0 0,0 1 0,-3 1 0,18 52 0,-32-79 0,-1-1 0,0 1 0,-1 0 0,0 0 0,-1 0 0,0 0 0,-1 1 0,0-1 0,-1 0 0,0 0 0,-1 0 0,-1 0 0,0-1 0,0 1 0,-1 0 0,0-1 0,-1 0 0,-1 0 0,0-1 0,-8 12 0,0-5 0,0 0 0,-1-1 0,-1-1 0,-1 0 0,0-2 0,-1 0 0,0 0 0,-35 16 0,1-6 0,-1-2 0,-63 16 0,96-30 0,17-3 0,26 1 0,4-1 0,-17-1 0,1 1 0,-1 1 0,1 0 0,-1 0 0,-1 1 0,1 0 0,-1 1 0,16 14 0,-5-2 0,-1 2 0,25 31 0,-35-38 0,0 1 0,-1-1 0,-1 1 0,0 1 0,-1-1 0,7 28 0,15 106 0,-15-72 0,-8-49 0,19 115 0,-22-123 0,-1 0 0,0 0 0,-2 0 0,-6 40 0,6-56 0,0 0 0,-1 0 0,1 0 0,-1 0 0,0 0 0,-1 0 0,1-1 0,0 1 0,-1-1 0,0 0 0,0 0 0,0 0 0,0 0 0,-1 0 0,1 0 0,-1-1 0,1 0 0,-1 0 0,0 0 0,0 0 0,0 0 0,0-1 0,0 0 0,-6 1 0,-12 3 0,-1-1 0,-1-1 0,-31 0 0,21-2 0,-311 4-362,277-5-641,37-1-5823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184728" y="55416"/>
            <a:ext cx="1178955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düyməsini kliklədikdə açılacaq </a:t>
            </a:r>
            <a:r>
              <a:rPr lang="az-Latn-AZ" altLang="en-US" sz="1300" b="1">
                <a:latin typeface="Arial" panose="020B0604020202020204" pitchFamily="34" charset="0"/>
              </a:rPr>
              <a:t>şablonu</a:t>
            </a:r>
            <a:r>
              <a:rPr lang="az-Latn-AZ" altLang="en-US" sz="1300">
                <a:latin typeface="Arial" panose="020B0604020202020204" pitchFamily="34" charset="0"/>
              </a:rPr>
              <a:t> redakdə edirik.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faylını </a:t>
            </a: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faylına kopyalayırı və kontrollerə </a:t>
            </a:r>
            <a:r>
              <a:rPr lang="en-US" altLang="en-US" sz="1300" b="1">
                <a:latin typeface="Arial" panose="020B0604020202020204" pitchFamily="34" charset="0"/>
              </a:rPr>
              <a:t>view() </a:t>
            </a:r>
            <a:r>
              <a:rPr lang="az-Latn-AZ" altLang="en-US" sz="1300">
                <a:latin typeface="Arial" panose="020B0604020202020204" pitchFamily="34" charset="0"/>
              </a:rPr>
              <a:t>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6CFDF-1268-5030-E27E-9898D4A1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141"/>
            <a:ext cx="12192000" cy="63918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0357EA-0495-B0C1-D16B-6088E23B7C1A}"/>
                  </a:ext>
                </a:extLst>
              </p14:cNvPr>
              <p14:cNvContentPartPr/>
              <p14:nvPr/>
            </p14:nvContentPartPr>
            <p14:xfrm>
              <a:off x="2687433" y="4138738"/>
              <a:ext cx="325800" cy="708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0357EA-0495-B0C1-D16B-6088E23B7C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1313" y="4132618"/>
                <a:ext cx="33804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85669A-5267-9B88-4BBA-F626AD5C955A}"/>
                  </a:ext>
                </a:extLst>
              </p14:cNvPr>
              <p14:cNvContentPartPr/>
              <p14:nvPr/>
            </p14:nvContentPartPr>
            <p14:xfrm>
              <a:off x="5141553" y="3852898"/>
              <a:ext cx="229680" cy="840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85669A-5267-9B88-4BBA-F626AD5C95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35433" y="3846778"/>
                <a:ext cx="241920" cy="85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FF5C0ED-5243-9A7F-9509-A840A90E9A5C}"/>
                  </a:ext>
                </a:extLst>
              </p14:cNvPr>
              <p14:cNvContentPartPr/>
              <p14:nvPr/>
            </p14:nvContentPartPr>
            <p14:xfrm>
              <a:off x="11695713" y="3730858"/>
              <a:ext cx="286920" cy="666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FF5C0ED-5243-9A7F-9509-A840A90E9A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89593" y="3724738"/>
                <a:ext cx="299160" cy="67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36DA-6778-73BA-124C-A10453C36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A2ACF6-29CD-16DC-632F-49937A2B6613}"/>
              </a:ext>
            </a:extLst>
          </p:cNvPr>
          <p:cNvSpPr txBox="1"/>
          <p:nvPr/>
        </p:nvSpPr>
        <p:spPr>
          <a:xfrm>
            <a:off x="217714" y="7317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Slider</a:t>
            </a:r>
            <a:r>
              <a:rPr lang="az-Latn-AZ" altLang="en-US" sz="1300">
                <a:latin typeface="Arial" panose="020B0604020202020204" pitchFamily="34" charset="0"/>
              </a:rPr>
              <a:t> modelindən seçilən dataları, </a:t>
            </a:r>
            <a:r>
              <a:rPr lang="az-Latn-AZ" altLang="en-US" sz="1300" b="1">
                <a:latin typeface="Arial" panose="020B0604020202020204" pitchFamily="34" charset="0"/>
              </a:rPr>
              <a:t>edit.blade.php </a:t>
            </a:r>
            <a:r>
              <a:rPr lang="az-Latn-AZ" altLang="en-US" sz="1300">
                <a:latin typeface="Arial" panose="020B0604020202020204" pitchFamily="34" charset="0"/>
              </a:rPr>
              <a:t>faylına göndəririk.             4cü slaydda, isə düyməni kliklədikdə həmin dataları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edəcəyik.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BFD38-C762-0AA6-0C35-89E1EFA3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657"/>
            <a:ext cx="12192000" cy="634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6563-DE4F-90F7-71BD-3A5F9C04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CE13F1-1BBE-37A8-1C45-955FCE10F7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2ci </a:t>
            </a:r>
            <a:r>
              <a:rPr lang="az-Latn-AZ" altLang="en-US" sz="1300">
                <a:latin typeface="Arial" panose="020B0604020202020204" pitchFamily="34" charset="0"/>
              </a:rPr>
              <a:t>slayddakı </a:t>
            </a: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elementinə əlavə edilən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, dataları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etmək üçündür.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2EAA1-8884-9C30-193E-864E3B6BA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7649"/>
            <a:ext cx="12192000" cy="606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9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9221-3354-E526-9C7A-46B1EB2A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4DFC35-3F85-898B-4980-517880A9A77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Hələki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etməmişik və nəticə bu cürdür.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435B1-69BA-55AA-DF90-6A1B2B57D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704"/>
            <a:ext cx="12192000" cy="61372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365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Dataları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etmək üçün</a:t>
            </a:r>
            <a:r>
              <a:rPr lang="en-US" altLang="en-US" sz="1300">
                <a:latin typeface="Arial" panose="020B0604020202020204" pitchFamily="34" charset="0"/>
              </a:rPr>
              <a:t> `</a:t>
            </a:r>
            <a:r>
              <a:rPr lang="en-US" altLang="en-US" sz="1300" b="1">
                <a:latin typeface="Arial" panose="020B0604020202020204" pitchFamily="34" charset="0"/>
              </a:rPr>
              <a:t>app\Http\Controllers\Backend\</a:t>
            </a:r>
            <a:r>
              <a:rPr lang="en-US" altLang="en-US" sz="1300" b="1" u="sng">
                <a:latin typeface="Arial" panose="020B0604020202020204" pitchFamily="34" charset="0"/>
              </a:rPr>
              <a:t>SliderController.php</a:t>
            </a:r>
            <a:r>
              <a:rPr lang="en-US" altLang="en-US" sz="1300">
                <a:latin typeface="Arial" panose="020B0604020202020204" pitchFamily="34" charset="0"/>
              </a:rPr>
              <a:t>` kontrollerind</a:t>
            </a:r>
            <a:r>
              <a:rPr lang="az-Latn-AZ" altLang="en-US" sz="1300">
                <a:latin typeface="Arial" panose="020B0604020202020204" pitchFamily="34" charset="0"/>
              </a:rPr>
              <a:t>əki, </a:t>
            </a:r>
            <a:r>
              <a:rPr lang="az-Latn-AZ" altLang="en-US" sz="1300" b="1">
                <a:latin typeface="Arial" panose="020B0604020202020204" pitchFamily="34" charset="0"/>
              </a:rPr>
              <a:t>public function </a:t>
            </a:r>
            <a:r>
              <a:rPr lang="en-US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 b="1">
                <a:latin typeface="Arial" panose="020B0604020202020204" pitchFamily="34" charset="0"/>
              </a:rPr>
              <a:t>(Request $request) </a:t>
            </a:r>
            <a:r>
              <a:rPr lang="en-US" altLang="en-US" sz="1300" b="1">
                <a:latin typeface="Arial" panose="020B0604020202020204" pitchFamily="34" charset="0"/>
              </a:rPr>
              <a:t>{ } </a:t>
            </a:r>
            <a:r>
              <a:rPr lang="az-Latn-AZ" altLang="en-US" sz="1300">
                <a:latin typeface="Arial" panose="020B0604020202020204" pitchFamily="34" charset="0"/>
              </a:rPr>
              <a:t>funksiyasından istifadə edəcəyik.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app\Traits\ImageUploadTrait.php </a:t>
            </a:r>
            <a:r>
              <a:rPr lang="az-Latn-AZ" altLang="en-US" sz="1300">
                <a:latin typeface="Arial" panose="020B0604020202020204" pitchFamily="34" charset="0"/>
              </a:rPr>
              <a:t>adlı </a:t>
            </a:r>
            <a:r>
              <a:rPr lang="az-Latn-AZ" altLang="en-US" sz="1300" b="1">
                <a:latin typeface="Arial" panose="020B0604020202020204" pitchFamily="34" charset="0"/>
              </a:rPr>
              <a:t>trait</a:t>
            </a:r>
            <a:r>
              <a:rPr lang="az-Latn-AZ" altLang="en-US" sz="1300">
                <a:latin typeface="Arial" panose="020B0604020202020204" pitchFamily="34" charset="0"/>
              </a:rPr>
              <a:t> içində şəklin olub olmadığını kontrol edən funkisyasımızı yazırıq.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app\Http\Controllers\Backend\SliderController.php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kontrollerində isə </a:t>
            </a:r>
            <a:r>
              <a:rPr lang="az-Latn-AZ" altLang="en-US" sz="1300" b="1">
                <a:latin typeface="Arial" panose="020B0604020202020204" pitchFamily="34" charset="0"/>
              </a:rPr>
              <a:t>updateImage() </a:t>
            </a:r>
            <a:r>
              <a:rPr lang="az-Latn-AZ" altLang="en-US" sz="1300">
                <a:latin typeface="Arial" panose="020B0604020202020204" pitchFamily="34" charset="0"/>
              </a:rPr>
              <a:t>metodunun </a:t>
            </a:r>
            <a:r>
              <a:rPr lang="az-Latn-AZ" altLang="en-US" sz="1300" b="1">
                <a:latin typeface="Arial" panose="020B0604020202020204" pitchFamily="34" charset="0"/>
              </a:rPr>
              <a:t>return</a:t>
            </a:r>
            <a:r>
              <a:rPr lang="az-Latn-AZ" altLang="en-US" sz="1300">
                <a:latin typeface="Arial" panose="020B0604020202020204" pitchFamily="34" charset="0"/>
              </a:rPr>
              <a:t> etdiyi dəyəri əldə edərək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-si yeniləyirik.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D1376-0AEE-9C82-1FE9-5B421974E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570" y="2327564"/>
            <a:ext cx="8114429" cy="45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652A-827F-5D2E-C88F-3C3E3A1B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FC9DD-A4ED-BE9B-B409-C84B811D5F5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636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B016-6A0E-D004-C6A6-0F4DB556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A2811-0F40-94A6-DADE-EC75B479A71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337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90FC0-E081-A356-59E2-D0A17AA1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2BC94D-629E-7FE2-3BCB-000F476B63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916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4748</TotalTime>
  <Words>147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367</cp:revision>
  <dcterms:created xsi:type="dcterms:W3CDTF">2025-04-12T11:00:44Z</dcterms:created>
  <dcterms:modified xsi:type="dcterms:W3CDTF">2025-08-07T17:33:39Z</dcterms:modified>
</cp:coreProperties>
</file>