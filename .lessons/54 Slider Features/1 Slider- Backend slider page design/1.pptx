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15" r:id="rId4"/>
    <p:sldId id="416" r:id="rId5"/>
    <p:sldId id="417" r:id="rId6"/>
    <p:sldId id="418" r:id="rId7"/>
    <p:sldId id="419" r:id="rId8"/>
    <p:sldId id="420" r:id="rId9"/>
    <p:sldId id="421" r:id="rId10"/>
    <p:sldId id="422" r:id="rId11"/>
    <p:sldId id="423" r:id="rId12"/>
    <p:sldId id="40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dərs slider səhifəsini dizayn edəcəyik.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İlk olaraq </a:t>
            </a:r>
            <a:r>
              <a:rPr lang="az-Latn-AZ" altLang="en-US" sz="1300" b="1">
                <a:latin typeface="Arial" panose="020B0604020202020204" pitchFamily="34" charset="0"/>
              </a:rPr>
              <a:t>controller</a:t>
            </a:r>
            <a:r>
              <a:rPr lang="az-Latn-AZ" altLang="en-US" sz="1300">
                <a:latin typeface="Arial" panose="020B0604020202020204" pitchFamily="34" charset="0"/>
              </a:rPr>
              <a:t>, </a:t>
            </a:r>
            <a:r>
              <a:rPr lang="az-Latn-AZ" altLang="en-US" sz="1300" b="1">
                <a:latin typeface="Arial" panose="020B0604020202020204" pitchFamily="34" charset="0"/>
              </a:rPr>
              <a:t>model</a:t>
            </a:r>
            <a:r>
              <a:rPr lang="az-Latn-AZ" altLang="en-US" sz="1300">
                <a:latin typeface="Arial" panose="020B0604020202020204" pitchFamily="34" charset="0"/>
              </a:rPr>
              <a:t> və </a:t>
            </a:r>
            <a:r>
              <a:rPr lang="az-Latn-AZ" altLang="en-US" sz="1300" b="1">
                <a:latin typeface="Arial" panose="020B0604020202020204" pitchFamily="34" charset="0"/>
              </a:rPr>
              <a:t>migration</a:t>
            </a:r>
            <a:r>
              <a:rPr lang="az-Latn-AZ" altLang="en-US" sz="1300">
                <a:latin typeface="Arial" panose="020B0604020202020204" pitchFamily="34" charset="0"/>
              </a:rPr>
              <a:t> yaradırıq </a:t>
            </a:r>
            <a:r>
              <a:rPr lang="az-Latn-AZ" altLang="en-US" sz="1300" b="1">
                <a:latin typeface="Arial" panose="020B0604020202020204" pitchFamily="34" charset="0"/>
              </a:rPr>
              <a:t>Slider</a:t>
            </a:r>
            <a:r>
              <a:rPr lang="az-Latn-AZ" altLang="en-US" sz="1300">
                <a:latin typeface="Arial" panose="020B0604020202020204" pitchFamily="34" charset="0"/>
              </a:rPr>
              <a:t> səhifəsi üçün istifadə edəcəyimiz.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D3166D-B920-7085-947B-499D74306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5891"/>
            <a:ext cx="9840698" cy="2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152409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Slider</a:t>
            </a:r>
            <a:r>
              <a:rPr lang="az-Latn-AZ" altLang="en-US" sz="1300">
                <a:latin typeface="Arial" panose="020B0604020202020204" pitchFamily="34" charset="0"/>
              </a:rPr>
              <a:t> üçün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əlavə edirik. Bu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-a məxsus </a:t>
            </a:r>
            <a:r>
              <a:rPr lang="az-Latn-AZ" altLang="en-US" sz="1300" b="1">
                <a:latin typeface="Arial" panose="020B0604020202020204" pitchFamily="34" charset="0"/>
              </a:rPr>
              <a:t>name</a:t>
            </a:r>
            <a:r>
              <a:rPr lang="az-Latn-AZ" altLang="en-US" sz="1300">
                <a:latin typeface="Arial" panose="020B0604020202020204" pitchFamily="34" charset="0"/>
              </a:rPr>
              <a:t> -ləri görmək üçün: </a:t>
            </a:r>
            <a:r>
              <a:rPr lang="az-Latn-AZ" altLang="en-US" sz="1300" b="1">
                <a:latin typeface="Arial" panose="020B0604020202020204" pitchFamily="34" charset="0"/>
              </a:rPr>
              <a:t>php artisan route:list </a:t>
            </a:r>
            <a:r>
              <a:rPr lang="az-Latn-AZ" altLang="en-US" sz="1300">
                <a:latin typeface="Arial" panose="020B0604020202020204" pitchFamily="34" charset="0"/>
              </a:rPr>
              <a:t>yaza bilərsiz.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1996A7-D6E6-E627-8B52-4FCF03A72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482" y="679557"/>
            <a:ext cx="9271518" cy="618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1BF9A-AAA6-0C39-0A57-6A64EF401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290048-77DF-1DED-DE04-B973F298E4B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Slider səhifəsi üçün 3 dənə fayl yaradırıq. 	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B92FAD-CCE3-6A7C-E9F0-C45AF89CA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2872"/>
            <a:ext cx="11148295" cy="592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897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284EA-97D6-A219-A559-B5D37CA6B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B4E611-2C3F-6D54-8357-2200965B2E17}"/>
              </a:ext>
            </a:extLst>
          </p:cNvPr>
          <p:cNvSpPr txBox="1"/>
          <p:nvPr/>
        </p:nvSpPr>
        <p:spPr>
          <a:xfrm>
            <a:off x="217714" y="255046"/>
            <a:ext cx="8187377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index.blade.php </a:t>
            </a:r>
            <a:r>
              <a:rPr lang="az-Latn-AZ" altLang="en-US" sz="1300">
                <a:latin typeface="Arial" panose="020B0604020202020204" pitchFamily="34" charset="0"/>
              </a:rPr>
              <a:t>səhifəsini görüntüləmək üçün `</a:t>
            </a:r>
            <a:r>
              <a:rPr lang="en-US" altLang="en-US" sz="1300" b="1">
                <a:latin typeface="Arial" panose="020B0604020202020204" pitchFamily="34" charset="0"/>
              </a:rPr>
              <a:t>app\Http\Controllers\Backend\</a:t>
            </a:r>
            <a:r>
              <a:rPr lang="en-US" altLang="en-US" sz="1300" b="1" u="sng">
                <a:latin typeface="Arial" panose="020B0604020202020204" pitchFamily="34" charset="0"/>
              </a:rPr>
              <a:t>SliderController.php</a:t>
            </a:r>
            <a:r>
              <a:rPr lang="az-Latn-AZ" altLang="en-US" sz="1300">
                <a:latin typeface="Arial" panose="020B0604020202020204" pitchFamily="34" charset="0"/>
              </a:rPr>
              <a:t>` kontrolerindəki, </a:t>
            </a:r>
            <a:r>
              <a:rPr lang="az-Latn-AZ" altLang="en-US" sz="1300" b="1">
                <a:latin typeface="Arial" panose="020B0604020202020204" pitchFamily="34" charset="0"/>
              </a:rPr>
              <a:t>index() </a:t>
            </a:r>
            <a:r>
              <a:rPr lang="en-US" altLang="en-US" sz="1300">
                <a:latin typeface="Arial" panose="020B0604020202020204" pitchFamily="34" charset="0"/>
              </a:rPr>
              <a:t>metodunda </a:t>
            </a:r>
            <a:r>
              <a:rPr lang="az-Latn-AZ" altLang="en-US" sz="1300">
                <a:latin typeface="Arial" panose="020B0604020202020204" pitchFamily="34" charset="0"/>
              </a:rPr>
              <a:t>həmin səhifənin </a:t>
            </a:r>
            <a:r>
              <a:rPr lang="en-US" altLang="en-US" sz="1300" b="1">
                <a:latin typeface="Arial" panose="020B0604020202020204" pitchFamily="34" charset="0"/>
              </a:rPr>
              <a:t>view()</a:t>
            </a:r>
            <a:r>
              <a:rPr lang="az-Latn-AZ" altLang="en-US" sz="1300">
                <a:latin typeface="Arial" panose="020B0604020202020204" pitchFamily="34" charset="0"/>
              </a:rPr>
              <a:t>-sunu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return </a:t>
            </a:r>
            <a:r>
              <a:rPr lang="az-Latn-AZ" altLang="en-US" sz="1300" b="1">
                <a:latin typeface="Arial" panose="020B0604020202020204" pitchFamily="34" charset="0"/>
              </a:rPr>
              <a:t>edirik</a:t>
            </a:r>
            <a:r>
              <a:rPr lang="az-Latn-AZ" altLang="en-US" sz="1300">
                <a:latin typeface="Arial" panose="020B0604020202020204" pitchFamily="34" charset="0"/>
              </a:rPr>
              <a:t>.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D54B3D-2168-07C7-7105-BBBF9945F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432" y="0"/>
            <a:ext cx="36475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605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F0CCE-387F-CED0-F3A6-C3C03BE0C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097555-4B11-B4DD-12E5-14DCE14C836A}"/>
              </a:ext>
            </a:extLst>
          </p:cNvPr>
          <p:cNvSpPr txBox="1"/>
          <p:nvPr/>
        </p:nvSpPr>
        <p:spPr>
          <a:xfrm>
            <a:off x="217714" y="255046"/>
            <a:ext cx="5407231" cy="1230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`</a:t>
            </a:r>
            <a:r>
              <a:rPr lang="en-US" altLang="en-US" sz="1300" b="1">
                <a:latin typeface="Arial" panose="020B0604020202020204" pitchFamily="34" charset="0"/>
              </a:rPr>
              <a:t>resources\views\admin\layouts\sidebar.blade.php</a:t>
            </a:r>
            <a:r>
              <a:rPr lang="az-Latn-AZ" altLang="en-US" sz="1300">
                <a:latin typeface="Arial" panose="020B0604020202020204" pitchFamily="34" charset="0"/>
              </a:rPr>
              <a:t>` faylında, </a:t>
            </a:r>
            <a:r>
              <a:rPr lang="az-Latn-AZ" altLang="en-US" sz="1300" b="1">
                <a:latin typeface="Arial" panose="020B0604020202020204" pitchFamily="34" charset="0"/>
              </a:rPr>
              <a:t>Slider</a:t>
            </a:r>
            <a:r>
              <a:rPr lang="az-Latn-AZ" altLang="en-US" sz="1300">
                <a:latin typeface="Arial" panose="020B0604020202020204" pitchFamily="34" charset="0"/>
              </a:rPr>
              <a:t> yazısına kliklədikdə həmin səhifəyə keçid edə bilmək üçün, </a:t>
            </a:r>
            <a:r>
              <a:rPr lang="en-US" altLang="en-US" sz="1300" b="1">
                <a:latin typeface="Arial" panose="020B0604020202020204" pitchFamily="34" charset="0"/>
              </a:rPr>
              <a:t>&lt;a&gt;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elementinə `</a:t>
            </a:r>
            <a:r>
              <a:rPr lang="az-Latn-AZ" altLang="en-US" sz="1300" b="1">
                <a:latin typeface="Arial" panose="020B0604020202020204" pitchFamily="34" charset="0"/>
              </a:rPr>
              <a:t>route('admin.slider.index’)</a:t>
            </a:r>
            <a:r>
              <a:rPr lang="az-Latn-AZ" altLang="en-US" sz="1300">
                <a:latin typeface="Arial" panose="020B0604020202020204" pitchFamily="34" charset="0"/>
              </a:rPr>
              <a:t>` əlavə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EF05A3-44B3-2F02-9B0B-2733F87BE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2556"/>
            <a:ext cx="4608945" cy="26854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CEAC92-0EA5-0193-60FE-EC2B0294E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470" y="0"/>
            <a:ext cx="6376530" cy="31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644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4BE3A-CBF2-A89C-C0A3-28299DB07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90FB63-6934-1CED-8FB5-538B05C7B3D6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İndi isə, `</a:t>
            </a:r>
            <a:r>
              <a:rPr lang="az-Latn-AZ" altLang="en-US" sz="1300" b="1">
                <a:latin typeface="Arial" panose="020B0604020202020204" pitchFamily="34" charset="0"/>
              </a:rPr>
              <a:t>C:\Users\Admin\Desktop\admin-template\</a:t>
            </a:r>
            <a:r>
              <a:rPr lang="az-Latn-AZ" altLang="en-US" sz="1300" b="1" u="sng">
                <a:latin typeface="Arial" panose="020B0604020202020204" pitchFamily="34" charset="0"/>
              </a:rPr>
              <a:t>components-table.html</a:t>
            </a:r>
            <a:r>
              <a:rPr lang="az-Latn-AZ" altLang="en-US" sz="1300">
                <a:latin typeface="Arial" panose="020B0604020202020204" pitchFamily="34" charset="0"/>
              </a:rPr>
              <a:t>` faylında `</a:t>
            </a:r>
            <a:r>
              <a:rPr lang="en-US" altLang="en-US" sz="1300" b="1">
                <a:latin typeface="Arial" panose="020B0604020202020204" pitchFamily="34" charset="0"/>
              </a:rPr>
              <a:t>resources\views\admin\slider\</a:t>
            </a:r>
            <a:r>
              <a:rPr lang="en-US" altLang="en-US" sz="1300" b="1" u="sng">
                <a:latin typeface="Arial" panose="020B0604020202020204" pitchFamily="34" charset="0"/>
              </a:rPr>
              <a:t>index.blade.php</a:t>
            </a:r>
            <a:r>
              <a:rPr lang="az-Latn-AZ" altLang="en-US" sz="1300">
                <a:latin typeface="Arial" panose="020B0604020202020204" pitchFamily="34" charset="0"/>
              </a:rPr>
              <a:t>` faylına bəzi </a:t>
            </a:r>
            <a:r>
              <a:rPr lang="az-Latn-AZ" altLang="en-US" sz="1300" b="1">
                <a:latin typeface="Arial" panose="020B0604020202020204" pitchFamily="34" charset="0"/>
              </a:rPr>
              <a:t>elementləri</a:t>
            </a:r>
            <a:r>
              <a:rPr lang="az-Latn-AZ" altLang="en-US" sz="1300">
                <a:latin typeface="Arial" panose="020B0604020202020204" pitchFamily="34" charset="0"/>
              </a:rPr>
              <a:t> köçürürük.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AAAB7E-845E-2E9B-0561-6BD584283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818" y="854618"/>
            <a:ext cx="8682182" cy="6003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507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4A00B-4BB7-F583-A910-B4C3FDAE7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461001-D01A-9C37-7FA4-064D12782DC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Bəzi elementləri silirik.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2587F8-593C-034D-D23E-60B712ABD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5025" y="0"/>
            <a:ext cx="69169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864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631B7-377F-A222-C8CF-00BC2CE96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CEA4D8-6791-362D-171F-17310E29496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7AF3C6-C22F-1968-39CF-58071E15D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808" y="0"/>
            <a:ext cx="71841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407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44459-7B19-104F-881F-F81DDABE7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5F739F-CE27-0825-2460-7E82E436365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147203-20FF-78D1-5111-8813297AD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0"/>
            <a:ext cx="60853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829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54C2B-9495-0BAB-3300-FDC04D80C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F89632-F502-AF0F-6496-728AF49514A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N</a:t>
            </a:r>
            <a:r>
              <a:rPr lang="az-Latn-AZ" altLang="en-US" sz="1300">
                <a:latin typeface="Arial" panose="020B0604020202020204" pitchFamily="34" charset="0"/>
              </a:rPr>
              <a:t>əticə.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4397B8-0DAA-39F7-3DA8-8474E8820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33825"/>
            <a:ext cx="12192000" cy="30241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97263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F5EDF-1618-9A6C-149E-CA54BD6B2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74411E-971A-D85A-A073-9BEAFA6C41C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89696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4793</TotalTime>
  <Words>183</Words>
  <Application>Microsoft Office PowerPoint</Application>
  <PresentationFormat>Widescreen</PresentationFormat>
  <Paragraphs>14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369</cp:revision>
  <dcterms:created xsi:type="dcterms:W3CDTF">2025-04-12T11:00:44Z</dcterms:created>
  <dcterms:modified xsi:type="dcterms:W3CDTF">2025-08-04T20:02:19Z</dcterms:modified>
</cp:coreProperties>
</file>