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6" r:id="rId2"/>
    <p:sldId id="413" r:id="rId3"/>
    <p:sldId id="415" r:id="rId4"/>
    <p:sldId id="414" r:id="rId5"/>
    <p:sldId id="417" r:id="rId6"/>
    <p:sldId id="418" r:id="rId7"/>
    <p:sldId id="421" r:id="rId8"/>
    <p:sldId id="422" r:id="rId9"/>
    <p:sldId id="423" r:id="rId10"/>
    <p:sldId id="424" r:id="rId11"/>
    <p:sldId id="419" r:id="rId12"/>
    <p:sldId id="420" r:id="rId13"/>
    <p:sldId id="40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24583-EC4A-E3E4-0D76-28AC848C7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F7EF0E-9039-B1ED-153E-592926E40BBB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Slider əlavə etmək üçün istifadə edilən `</a:t>
            </a:r>
            <a:r>
              <a:rPr lang="en-US" altLang="en-US" sz="1300" b="1">
                <a:latin typeface="Arial" panose="020B0604020202020204" pitchFamily="34" charset="0"/>
              </a:rPr>
              <a:t>resources\views\admin\slider\</a:t>
            </a:r>
            <a:r>
              <a:rPr lang="en-US" altLang="en-US" sz="1300" b="1" u="sng">
                <a:latin typeface="Arial" panose="020B0604020202020204" pitchFamily="34" charset="0"/>
              </a:rPr>
              <a:t>create.blade.php</a:t>
            </a:r>
            <a:r>
              <a:rPr lang="az-Latn-AZ" altLang="en-US" sz="1300">
                <a:latin typeface="Arial" panose="020B0604020202020204" pitchFamily="34" charset="0"/>
              </a:rPr>
              <a:t>` səhifəsinə getmək üçün, </a:t>
            </a:r>
            <a:r>
              <a:rPr lang="en-US" altLang="en-US" sz="1300" b="1">
                <a:latin typeface="Arial" panose="020B0604020202020204" pitchFamily="34" charset="0"/>
              </a:rPr>
              <a:t>&lt;a&gt;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elementinə, bizi həmin səhifəyə yönləndirəcək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-u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032E95-7CBD-C190-2ADD-0B2878D6C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00" y="1121720"/>
            <a:ext cx="9245600" cy="573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58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FEB530-C242-CB39-C655-BF8980487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680" y="0"/>
            <a:ext cx="37033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9A569-57B6-28E1-DFA5-7BA80BE92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3D9FF0-8AC5-44F1-25D4-91B9F6C018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DF0939-704A-FE48-55DE-C802B4B9F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278556"/>
            <a:ext cx="12192000" cy="25794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2593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Ctrl + V etdikdən sonra isə müəyyən yerləri dəyişdiririk.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B8232-FAF4-764D-3218-ACF16AF5C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21734"/>
            <a:ext cx="12192000" cy="523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BE459-0651-6ADE-784C-96C5FCFB7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F160F3-D017-7BD1-3CED-A514937259D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2CF01C-AEAC-5479-41E7-E3FA42B00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602" y="0"/>
            <a:ext cx="69947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201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295E5-9B65-CD5A-E1C1-5CC9C2E79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DFF268-EB5A-D008-D0C3-D9409B400674}"/>
              </a:ext>
            </a:extLst>
          </p:cNvPr>
          <p:cNvSpPr txBox="1"/>
          <p:nvPr/>
        </p:nvSpPr>
        <p:spPr>
          <a:xfrm>
            <a:off x="217714" y="79503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Template -dən bir İNPUT elementini kopyalayırıq.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99276B-7B13-26E0-9585-BF53EA85C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457"/>
            <a:ext cx="12192000" cy="632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548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8D537-3A29-2B15-7684-6DAA547A7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9F0C13-336D-1DCA-D0EB-01C50E5B288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FORM</a:t>
            </a:r>
            <a:r>
              <a:rPr lang="az-Latn-AZ" altLang="en-US" sz="1300">
                <a:latin typeface="Arial" panose="020B0604020202020204" pitchFamily="34" charset="0"/>
              </a:rPr>
              <a:t> elementi yaradaraq onun içinə yerləşdiririk.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A384D4-EAD8-1A5E-41D1-48A2A01E3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0"/>
            <a:ext cx="60940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526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EBEE2-DA76-E894-674D-1C06654AD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B3C2E5-EA7A-E69B-1F43-ABFF59B1C0FE}"/>
              </a:ext>
            </a:extLst>
          </p:cNvPr>
          <p:cNvSpPr txBox="1"/>
          <p:nvPr/>
        </p:nvSpPr>
        <p:spPr>
          <a:xfrm>
            <a:off x="217714" y="83128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COPY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5E9333-D9DE-3B4C-464E-6BF1DA947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871"/>
            <a:ext cx="12192000" cy="629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316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B8391-FA08-B1E2-E516-5831A7209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FC0B23-C346-1A5A-F8D4-F62DFFBF29D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F70D6-E60D-35A0-DAB4-FF9662599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967" y="0"/>
            <a:ext cx="5350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36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54F2F-4720-99B7-B8E8-7851C19B3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C14039-6598-C0AB-A297-265C510A83B2}"/>
              </a:ext>
            </a:extLst>
          </p:cNvPr>
          <p:cNvSpPr txBox="1"/>
          <p:nvPr/>
        </p:nvSpPr>
        <p:spPr>
          <a:xfrm>
            <a:off x="217714" y="98027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DBF1E0-195B-86EE-8BC0-D6D70589E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871"/>
            <a:ext cx="12192000" cy="629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47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5ECBB-BD31-B5B0-1B04-6C5DB1FB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C83E70-E79C-23BF-F164-B4755B87EC8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2041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8214A-43F8-27BA-B6AB-04430612E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CA647C-DE0C-F04B-16B5-64903D85D09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0293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5228</TotalTime>
  <Words>75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364</cp:revision>
  <dcterms:created xsi:type="dcterms:W3CDTF">2025-04-12T11:00:44Z</dcterms:created>
  <dcterms:modified xsi:type="dcterms:W3CDTF">2025-08-05T07:54:16Z</dcterms:modified>
</cp:coreProperties>
</file>