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8" r:id="rId7"/>
    <p:sldId id="419" r:id="rId8"/>
    <p:sldId id="420" r:id="rId9"/>
    <p:sldId id="421" r:id="rId10"/>
    <p:sldId id="423" r:id="rId11"/>
    <p:sldId id="424" r:id="rId12"/>
    <p:sldId id="426" r:id="rId13"/>
    <p:sldId id="425" r:id="rId14"/>
    <p:sldId id="417" r:id="rId15"/>
    <p:sldId id="427" r:id="rId16"/>
    <p:sldId id="428" r:id="rId17"/>
    <p:sldId id="429" r:id="rId18"/>
    <p:sldId id="43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107265"/>
            <a:ext cx="12192000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Bu dərs, </a:t>
            </a:r>
            <a:r>
              <a:rPr lang="az-Latn-AZ" altLang="en-US" sz="1200" b="1">
                <a:latin typeface="Arial" panose="020B0604020202020204" pitchFamily="34" charset="0"/>
              </a:rPr>
              <a:t>Admin paneldən </a:t>
            </a:r>
            <a:r>
              <a:rPr lang="az-Latn-AZ" altLang="en-US" sz="1200">
                <a:latin typeface="Arial" panose="020B0604020202020204" pitchFamily="34" charset="0"/>
              </a:rPr>
              <a:t>istifadə edərək </a:t>
            </a:r>
            <a:r>
              <a:rPr lang="az-Latn-AZ" altLang="en-US" sz="1200" b="1">
                <a:latin typeface="Arial" panose="020B0604020202020204" pitchFamily="34" charset="0"/>
              </a:rPr>
              <a:t>Slider cədvəlinə </a:t>
            </a:r>
            <a:r>
              <a:rPr lang="az-Latn-AZ" altLang="en-US" sz="1200">
                <a:latin typeface="Arial" panose="020B0604020202020204" pitchFamily="34" charset="0"/>
              </a:rPr>
              <a:t>əlavə edilən </a:t>
            </a:r>
            <a:r>
              <a:rPr lang="az-Latn-AZ" altLang="en-US" sz="1200" b="1">
                <a:latin typeface="Arial" panose="020B0604020202020204" pitchFamily="34" charset="0"/>
              </a:rPr>
              <a:t>dataları</a:t>
            </a:r>
            <a:r>
              <a:rPr lang="az-Latn-AZ" altLang="en-US" sz="1200">
                <a:latin typeface="Arial" panose="020B0604020202020204" pitchFamily="34" charset="0"/>
              </a:rPr>
              <a:t>, `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resources\views\frontend\home\</a:t>
            </a:r>
            <a:r>
              <a:rPr lang="en-US" altLang="en-US" sz="1200" b="1" u="sng">
                <a:solidFill>
                  <a:srgbClr val="00B050"/>
                </a:solidFill>
                <a:latin typeface="Arial" panose="020B0604020202020204" pitchFamily="34" charset="0"/>
              </a:rPr>
              <a:t>home.blade.php</a:t>
            </a:r>
            <a:r>
              <a:rPr lang="az-Latn-AZ" altLang="en-US" sz="1200">
                <a:latin typeface="Arial" panose="020B0604020202020204" pitchFamily="34" charset="0"/>
              </a:rPr>
              <a:t>` şablonunda əks etdirəcəyik.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`</a:t>
            </a:r>
            <a:r>
              <a:rPr lang="en-US" altLang="en-US" sz="1200" b="1" u="sng">
                <a:solidFill>
                  <a:srgbClr val="00B050"/>
                </a:solidFill>
                <a:latin typeface="Arial" panose="020B0604020202020204" pitchFamily="34" charset="0"/>
              </a:rPr>
              <a:t>home.blade.php</a:t>
            </a:r>
            <a:r>
              <a:rPr lang="az-Latn-AZ" altLang="en-US" sz="1200">
                <a:latin typeface="Arial" panose="020B0604020202020204" pitchFamily="34" charset="0"/>
              </a:rPr>
              <a:t>` şablonunda əks etdirmək dedikdə əslində, `</a:t>
            </a:r>
            <a:r>
              <a:rPr lang="en-US" altLang="en-US" sz="1200" b="1">
                <a:latin typeface="Arial" panose="020B0604020202020204" pitchFamily="34" charset="0"/>
              </a:rPr>
              <a:t>resources\views\frontend\home\sections\</a:t>
            </a:r>
            <a:r>
              <a:rPr lang="en-US" altLang="en-US" sz="1200" b="1" u="sng">
                <a:solidFill>
                  <a:srgbClr val="0070C0"/>
                </a:solidFill>
                <a:latin typeface="Arial" panose="020B0604020202020204" pitchFamily="34" charset="0"/>
              </a:rPr>
              <a:t>banner-slider.blade.php</a:t>
            </a:r>
            <a:r>
              <a:rPr lang="az-Latn-AZ" altLang="en-US" sz="1200">
                <a:latin typeface="Arial" panose="020B0604020202020204" pitchFamily="34" charset="0"/>
              </a:rPr>
              <a:t>` faylını nəzərdə tuturuq. Çünki bu fayl həmin `</a:t>
            </a:r>
            <a:r>
              <a:rPr lang="az-Latn-AZ" altLang="en-US" sz="1200" b="1">
                <a:latin typeface="Arial" panose="020B0604020202020204" pitchFamily="34" charset="0"/>
              </a:rPr>
              <a:t>home.blade.php</a:t>
            </a:r>
            <a:r>
              <a:rPr lang="az-Latn-AZ" altLang="en-US" sz="1200">
                <a:latin typeface="Arial" panose="020B0604020202020204" pitchFamily="34" charset="0"/>
              </a:rPr>
              <a:t>` faylına </a:t>
            </a:r>
            <a:r>
              <a:rPr lang="en-US" altLang="en-US" sz="1200" b="1">
                <a:solidFill>
                  <a:srgbClr val="7030A0"/>
                </a:solidFill>
                <a:latin typeface="Arial" panose="020B0604020202020204" pitchFamily="34" charset="0"/>
              </a:rPr>
              <a:t>@include </a:t>
            </a:r>
            <a:r>
              <a:rPr lang="az-Latn-AZ" altLang="en-US" sz="1200">
                <a:latin typeface="Arial" panose="020B0604020202020204" pitchFamily="34" charset="0"/>
              </a:rPr>
              <a:t>edilir.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3CE09-F514-CBA6-551F-F46F6F856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228" y="1865744"/>
            <a:ext cx="9541772" cy="499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öncə səliqəli şəkillər əlavə edək.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38DCD-E218-923B-5492-95693B56C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574"/>
            <a:ext cx="12192000" cy="533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3" y="107212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87DFD-A412-5219-EA71-019CD594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6457"/>
            <a:ext cx="12192000" cy="632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F1674-836B-138E-9B6E-DBFC739F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AF65B0-F207-CBBF-8D8D-FC871012A36D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 kiçik bir movzu haqqında məlumat vermək istəyirəm: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{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!! </a:t>
            </a:r>
            <a:r>
              <a:rPr lang="en-US" altLang="en-US" sz="1300" b="1">
                <a:latin typeface="Arial" panose="020B0604020202020204" pitchFamily="34" charset="0"/>
              </a:rPr>
              <a:t>$slider-&gt;type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!!</a:t>
            </a:r>
            <a:r>
              <a:rPr lang="en-US" altLang="en-US" sz="1300" b="1">
                <a:latin typeface="Arial" panose="020B0604020202020204" pitchFamily="34" charset="0"/>
              </a:rPr>
              <a:t>}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{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r>
              <a:rPr lang="en-US" altLang="en-US" sz="1300" b="1">
                <a:latin typeface="Arial" panose="020B0604020202020204" pitchFamily="34" charset="0"/>
              </a:rPr>
              <a:t> $slider-&gt;type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}</a:t>
            </a:r>
            <a:r>
              <a:rPr lang="en-US" altLang="en-US" sz="1300" b="1">
                <a:latin typeface="Arial" panose="020B0604020202020204" pitchFamily="34" charset="0"/>
              </a:rPr>
              <a:t>}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2 </a:t>
            </a:r>
            <a:r>
              <a:rPr lang="az-Latn-AZ" altLang="en-US" sz="1300">
                <a:latin typeface="Arial" panose="020B0604020202020204" pitchFamily="34" charset="0"/>
              </a:rPr>
              <a:t>yazılış arasında fərq nədir 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196A3-FF64-2481-92DA-1F1399D15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744" y="2013844"/>
            <a:ext cx="8294255" cy="48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8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5A955-033B-46B2-CE9F-9D3BC2D1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8F9434-2CBD-BE58-B818-8306F6B82754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1️⃣ {!! $slider-&gt;type !!}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Escaping yoxdur → Blade dəyişənin içindəki məzmunu olduğu kimi (xam/raw) ekrana çıxarır.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$slider-&gt;type içində HTML tag-lar varsa, onlar işləyəcək.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Məsələn: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Nəticə: ⚠️ Təhlükəsizlik riski var — əgər </a:t>
            </a:r>
            <a:r>
              <a:rPr lang="en-US" altLang="en-US" sz="1300" b="1">
                <a:latin typeface="Arial" panose="020B0604020202020204" pitchFamily="34" charset="0"/>
              </a:rPr>
              <a:t>$slider-&gt;type </a:t>
            </a:r>
            <a:r>
              <a:rPr lang="en-US" altLang="en-US" sz="1300">
                <a:latin typeface="Arial" panose="020B0604020202020204" pitchFamily="34" charset="0"/>
              </a:rPr>
              <a:t>istifadəçi tərəfindən daxil edilirsə və yoxlanmırsa, </a:t>
            </a:r>
            <a:r>
              <a:rPr lang="en-US" altLang="en-US" sz="1300" b="1">
                <a:latin typeface="Arial" panose="020B0604020202020204" pitchFamily="34" charset="0"/>
              </a:rPr>
              <a:t>XSS</a:t>
            </a:r>
            <a:r>
              <a:rPr lang="en-US" altLang="en-US" sz="1300">
                <a:latin typeface="Arial" panose="020B0604020202020204" pitchFamily="34" charset="0"/>
              </a:rPr>
              <a:t> hücumlarına səbəb ola bilər.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5D1743-F4AF-E12E-823C-2407025F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1635"/>
            <a:ext cx="2848373" cy="333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7BE485-B477-A157-40C4-8B8B138EA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2046"/>
            <a:ext cx="4382112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9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473F-3DCE-64F1-0048-E667C0BF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5194C0-23E8-36D6-777F-B08FF131F8A0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2️⃣ {{ $slider-&gt;type }}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Laravel avtomatik escape edir → yəni HTML special simvollarını (&lt;, &gt;, &amp;, ") kodlaşdırır.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Eyni nümunədə: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Nəticə: Bu, təhlükəsizdir və XSS riskini minimuma endirir.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0E88B3-62CA-E1E1-CFD1-CD93D7D3D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9385"/>
            <a:ext cx="2934109" cy="419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4407B2-3BE0-B7E2-CC9A-EBC7FD95D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6809"/>
            <a:ext cx="6039693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2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BE056-F87F-A5EA-BB3E-3B74C0FA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3A256-F923-1B6C-CF2E-10B023B28FA7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Laravel-də həm </a:t>
            </a:r>
            <a:r>
              <a:rPr lang="en-US" altLang="en-US" sz="1300" b="1">
                <a:latin typeface="Arial" panose="020B0604020202020204" pitchFamily="34" charset="0"/>
              </a:rPr>
              <a:t>HTML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tag</a:t>
            </a:r>
            <a:r>
              <a:rPr lang="en-US" altLang="en-US" sz="1300">
                <a:latin typeface="Arial" panose="020B0604020202020204" pitchFamily="34" charset="0"/>
              </a:rPr>
              <a:t>-ları işlətmək, həm də </a:t>
            </a:r>
            <a:r>
              <a:rPr lang="en-US" altLang="en-US" sz="1300" b="1">
                <a:latin typeface="Arial" panose="020B0604020202020204" pitchFamily="34" charset="0"/>
              </a:rPr>
              <a:t>XSS</a:t>
            </a:r>
            <a:r>
              <a:rPr lang="en-US" altLang="en-US" sz="1300">
                <a:latin typeface="Arial" panose="020B0604020202020204" pitchFamily="34" charset="0"/>
              </a:rPr>
              <a:t>-dən qorunmaq üçün biz PHP-nin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strip_tags() </a:t>
            </a:r>
            <a:r>
              <a:rPr lang="en-US" altLang="en-US" sz="1300">
                <a:latin typeface="Arial" panose="020B0604020202020204" pitchFamily="34" charset="0"/>
              </a:rPr>
              <a:t>funksiyasını istifadə edərək yalnız istədiyimiz tag-lara icazə verə bilərik.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Misal: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kodda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$slider-&gt;type içindəki məzmun göstərilir.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HTML tag-lar yalnız &lt;b&gt;, &lt;i&gt;, &lt;u&gt;, &lt;strong&gt;, &lt;em&gt;, &lt;span&gt; icazə verilənlər siyahısındadır.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Qalan bütün HTML tag-lar (&lt;script&gt;, &lt;iframe&gt; və s.) avtomatik silinir, yəni XSS riskini azaldır.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E8269-834C-F1A7-3F58-DD093B661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661"/>
            <a:ext cx="5677692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9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949A-976A-93A0-16C0-875F96D4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79230-3A7D-A442-52E8-8DC49708820D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bu işi tez-tez edəcəksənsə, bir helper funksiyası yaza bilərsən: 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app/helpers.php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composer.json → "autoload": { "files": ["app/helpers.php"] } əlavə edib: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Blade-də: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CDB6E-7B63-1D1E-8A91-DF3165D3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756"/>
            <a:ext cx="5953956" cy="1286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B61D33-8FF1-16ED-8CA5-3D7B2E2CC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8784"/>
            <a:ext cx="1895740" cy="45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46FA66-A053-F0B8-3B46-4DF8DCC93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19289"/>
            <a:ext cx="3343742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5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8C30-8B63-5A68-C124-BC5453B7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310AB9-933A-918A-E793-8814915FFB9B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Laravel-də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Custom Blade Directive </a:t>
            </a:r>
            <a:r>
              <a:rPr lang="en-US" altLang="en-US" sz="1300">
                <a:latin typeface="Arial" panose="020B0604020202020204" pitchFamily="34" charset="0"/>
              </a:rPr>
              <a:t>yaradıb, {!! !!} yerinə məsələn @safe($slider-&gt;type) yaz</a:t>
            </a:r>
            <a:r>
              <a:rPr lang="az-Latn-AZ" altLang="en-US" sz="1300">
                <a:latin typeface="Arial" panose="020B0604020202020204" pitchFamily="34" charset="0"/>
              </a:rPr>
              <a:t>ada bilərik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AppServiceProvider-də directive qeydiyyatı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app/Providers/AppServiceProvider.php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Burada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$expression → @safe() içində göndərdiyin dəyişən və ya string.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$allowedTags → icazə verilən HTML tag-lar.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strip_tags() → təhlükəli HTML və JS kodlarını silir, yalnız icazə verilən tag-ları saxlayır.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3DAECA-687F-1E82-AD43-758405840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08633"/>
            <a:ext cx="5410955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00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C4642-517A-555A-3537-72BC824B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34726F-5962-56A9-3460-D5BDC9F614C7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Blade-də istifadə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Ç</a:t>
            </a:r>
            <a:r>
              <a:rPr lang="en-US" altLang="en-US" sz="1300">
                <a:latin typeface="Arial" panose="020B0604020202020204" pitchFamily="34" charset="0"/>
              </a:rPr>
              <a:t>ıxış: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59F19-5365-458F-1604-3E68E997F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730"/>
            <a:ext cx="2410161" cy="428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C319E-B38E-6C3C-83BD-F445D4CB6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5896"/>
            <a:ext cx="5249008" cy="447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498CBC-5DF2-3EA2-E0E7-DF1937EEC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12858"/>
            <a:ext cx="4658375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26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AAC72-0B1A-0BFC-EAE0-5E60007F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8FF68-F2B3-44BF-E30A-B7F97750E37D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 həm t</a:t>
            </a:r>
            <a:r>
              <a:rPr lang="en-US" altLang="en-US" sz="1300" b="1">
                <a:latin typeface="Arial" panose="020B0604020202020204" pitchFamily="34" charset="0"/>
              </a:rPr>
              <a:t>əhlükəsiz HTML </a:t>
            </a:r>
            <a:r>
              <a:rPr lang="en-US" altLang="en-US" sz="1300">
                <a:latin typeface="Arial" panose="020B0604020202020204" pitchFamily="34" charset="0"/>
              </a:rPr>
              <a:t>+ </a:t>
            </a:r>
            <a:r>
              <a:rPr lang="en-US" altLang="en-US" sz="1300" b="1">
                <a:latin typeface="Arial" panose="020B0604020202020204" pitchFamily="34" charset="0"/>
              </a:rPr>
              <a:t>multi-line dəstək </a:t>
            </a:r>
            <a:r>
              <a:rPr lang="en-US" altLang="en-US" sz="1300">
                <a:latin typeface="Arial" panose="020B0604020202020204" pitchFamily="34" charset="0"/>
              </a:rPr>
              <a:t>+ </a:t>
            </a:r>
            <a:r>
              <a:rPr lang="en-US" altLang="en-US" sz="1300" b="1">
                <a:latin typeface="Arial" panose="020B0604020202020204" pitchFamily="34" charset="0"/>
              </a:rPr>
              <a:t>Markdown</a:t>
            </a:r>
            <a:r>
              <a:rPr lang="en-US" altLang="en-US" sz="1300">
                <a:latin typeface="Arial" panose="020B0604020202020204" pitchFamily="34" charset="0"/>
              </a:rPr>
              <a:t> dəstəyi olan peşəkar versiyanı </a:t>
            </a:r>
            <a:r>
              <a:rPr lang="az-Latn-AZ" altLang="en-US" sz="1300">
                <a:latin typeface="Arial" panose="020B0604020202020204" pitchFamily="34" charset="0"/>
              </a:rPr>
              <a:t>necə yazmaq olar ona baxaq</a:t>
            </a:r>
            <a:r>
              <a:rPr lang="en-US" altLang="en-US" sz="1300">
                <a:latin typeface="Arial" panose="020B0604020202020204" pitchFamily="34" charset="0"/>
              </a:rPr>
              <a:t>. Bu üsulla Blade-də </a:t>
            </a:r>
            <a:r>
              <a:rPr lang="en-US" altLang="en-US" sz="1300" b="1">
                <a:latin typeface="Arial" panose="020B0604020202020204" pitchFamily="34" charset="0"/>
              </a:rPr>
              <a:t>@safe() </a:t>
            </a:r>
            <a:r>
              <a:rPr lang="en-US" altLang="en-US" sz="1300">
                <a:latin typeface="Arial" panose="020B0604020202020204" pitchFamily="34" charset="0"/>
              </a:rPr>
              <a:t>yazanda həm HTML təhlükəsiz olacaq, həm də Markdown formatını (bold, italic, list və s.) işlədə biləcə</a:t>
            </a:r>
            <a:r>
              <a:rPr lang="az-Latn-AZ" altLang="en-US" sz="1300">
                <a:latin typeface="Arial" panose="020B0604020202020204" pitchFamily="34" charset="0"/>
              </a:rPr>
              <a:t>yik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Bunun üçün ilk olaraq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Composer</a:t>
            </a:r>
            <a:r>
              <a:rPr lang="az-Latn-AZ" altLang="en-US" sz="1300">
                <a:latin typeface="Arial" panose="020B0604020202020204" pitchFamily="34" charset="0"/>
              </a:rPr>
              <a:t> ilə </a:t>
            </a:r>
            <a:r>
              <a:rPr lang="az-Latn-AZ" altLang="en-US" sz="1300" b="1">
                <a:latin typeface="Arial" panose="020B0604020202020204" pitchFamily="34" charset="0"/>
              </a:rPr>
              <a:t>Markdown parser </a:t>
            </a:r>
            <a:r>
              <a:rPr lang="az-Latn-AZ" altLang="en-US" sz="1300">
                <a:latin typeface="Arial" panose="020B0604020202020204" pitchFamily="34" charset="0"/>
              </a:rPr>
              <a:t>quraşdırmaq lazımdır.  Biz </a:t>
            </a:r>
            <a:r>
              <a:rPr lang="az-Latn-AZ" altLang="en-US" sz="1300" b="1">
                <a:latin typeface="Arial" panose="020B0604020202020204" pitchFamily="34" charset="0"/>
              </a:rPr>
              <a:t>league/commonmark </a:t>
            </a:r>
            <a:r>
              <a:rPr lang="az-Latn-AZ" altLang="en-US" sz="1300">
                <a:latin typeface="Arial" panose="020B0604020202020204" pitchFamily="34" charset="0"/>
              </a:rPr>
              <a:t>kitabxanasından istifadə edəcəyik. </a:t>
            </a:r>
            <a:r>
              <a:rPr lang="az-Latn-AZ" altLang="en-US" sz="1300" b="1">
                <a:latin typeface="Arial" panose="020B0604020202020204" pitchFamily="34" charset="0"/>
              </a:rPr>
              <a:t>Terminalda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AppServiceProvider-də directive yarat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app/Providers/AppServiceProvider.php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E48EB-4510-7A13-3C46-A06EB013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9855"/>
            <a:ext cx="2781688" cy="390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B8E3F-0761-8FD8-998C-755AE7A76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5248"/>
            <a:ext cx="5098473" cy="332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5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8CCFE-126C-D9A9-0D7D-C6E23571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4D8018-8EC0-5E5B-7EE9-8D53AFBBFD1A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Blade-də istifadə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Necə işləyir? </a:t>
            </a:r>
            <a:r>
              <a:rPr lang="en-US" altLang="en-US" sz="1300" b="1">
                <a:latin typeface="Arial" panose="020B0604020202020204" pitchFamily="34" charset="0"/>
              </a:rPr>
              <a:t>Əgər DB-də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Çıxış</a:t>
            </a:r>
            <a:r>
              <a:rPr lang="az-Latn-AZ" altLang="en-US" sz="1300">
                <a:latin typeface="Arial" panose="020B0604020202020204" pitchFamily="34" charset="0"/>
              </a:rPr>
              <a:t> da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&lt;script&gt; avtomatik silinir, Markdown isə HTML-ə çevrilir.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B14EE-116A-4909-87E3-333318D1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733"/>
            <a:ext cx="2524477" cy="47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D4196F-D76C-C4C7-2671-F16F6667E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8537"/>
            <a:ext cx="3924848" cy="1028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6430F-1F61-44A5-41EA-2EB19D15F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44111"/>
            <a:ext cx="4563112" cy="15337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152D6A-BC6E-4DC0-CF32-3E6D27E5A688}"/>
              </a:ext>
            </a:extLst>
          </p:cNvPr>
          <p:cNvSpPr txBox="1"/>
          <p:nvPr/>
        </p:nvSpPr>
        <p:spPr>
          <a:xfrm>
            <a:off x="7628890" y="5103674"/>
            <a:ext cx="44057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Üstünlükləri</a:t>
            </a:r>
            <a:r>
              <a:rPr lang="az-Latn-AZ"/>
              <a:t>:</a:t>
            </a:r>
          </a:p>
          <a:p>
            <a:endParaRPr lang="en-US"/>
          </a:p>
          <a:p>
            <a:r>
              <a:rPr lang="en-US"/>
              <a:t>✅ XSS-dən qoruyur.</a:t>
            </a:r>
          </a:p>
          <a:p>
            <a:r>
              <a:rPr lang="en-US"/>
              <a:t>✅ HTML formatını saxlayır.</a:t>
            </a:r>
          </a:p>
          <a:p>
            <a:r>
              <a:rPr lang="en-US"/>
              <a:t>✅ Markdown yazı formasını dəstəkləyir.</a:t>
            </a:r>
          </a:p>
          <a:p>
            <a:r>
              <a:rPr lang="en-US"/>
              <a:t>✅ Multi-line mətni olduğu kimi qoruyur.</a:t>
            </a:r>
          </a:p>
        </p:txBody>
      </p:sp>
    </p:spTree>
    <p:extLst>
      <p:ext uri="{BB962C8B-B14F-4D97-AF65-F5344CB8AC3E}">
        <p14:creationId xmlns:p14="http://schemas.microsoft.com/office/powerpoint/2010/main" val="3670826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72AB-4E30-C989-986E-A2C43C07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D374F8-6702-3E8C-751D-2DED7F199DA6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İstəsə</a:t>
            </a:r>
            <a:r>
              <a:rPr lang="az-Latn-AZ" altLang="en-US" sz="1300">
                <a:latin typeface="Arial" panose="020B0604020202020204" pitchFamily="34" charset="0"/>
              </a:rPr>
              <a:t>z</a:t>
            </a:r>
            <a:r>
              <a:rPr lang="en-US" altLang="en-US" sz="1300">
                <a:latin typeface="Arial" panose="020B0604020202020204" pitchFamily="34" charset="0"/>
              </a:rPr>
              <a:t> bunun bir də qısaldılmış, sadəcə </a:t>
            </a:r>
            <a:r>
              <a:rPr lang="en-US" altLang="en-US" sz="1300" b="1">
                <a:latin typeface="Arial" panose="020B0604020202020204" pitchFamily="34" charset="0"/>
              </a:rPr>
              <a:t>safe_html() </a:t>
            </a:r>
            <a:r>
              <a:rPr lang="en-US" altLang="en-US" sz="1300">
                <a:latin typeface="Arial" panose="020B0604020202020204" pitchFamily="34" charset="0"/>
              </a:rPr>
              <a:t>helper funksiyası ilə işləyən versiyasını da yaza bilərəm ki, </a:t>
            </a:r>
            <a:r>
              <a:rPr lang="en-US" altLang="en-US" sz="1300" b="1">
                <a:latin typeface="Arial" panose="020B0604020202020204" pitchFamily="34" charset="0"/>
              </a:rPr>
              <a:t>directive</a:t>
            </a:r>
            <a:r>
              <a:rPr lang="en-US" altLang="en-US" sz="1300">
                <a:latin typeface="Arial" panose="020B0604020202020204" pitchFamily="34" charset="0"/>
              </a:rPr>
              <a:t>-dən əlavə </a:t>
            </a:r>
            <a:r>
              <a:rPr lang="en-US" altLang="en-US" sz="1300" b="1">
                <a:latin typeface="Arial" panose="020B0604020202020204" pitchFamily="34" charset="0"/>
              </a:rPr>
              <a:t>normal</a:t>
            </a:r>
            <a:r>
              <a:rPr lang="en-US" altLang="en-US" sz="1300">
                <a:latin typeface="Arial" panose="020B0604020202020204" pitchFamily="34" charset="0"/>
              </a:rPr>
              <a:t> PHP-də də istifadə edə biləsən. Bu halda həm controller, həm də Blade-də eyni funksiyanı çağırmaq mümkün olar.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sayədə </a:t>
            </a:r>
            <a:r>
              <a:rPr lang="en-US" altLang="en-US" sz="1300" b="1">
                <a:latin typeface="Arial" panose="020B0604020202020204" pitchFamily="34" charset="0"/>
              </a:rPr>
              <a:t>@safe() </a:t>
            </a:r>
            <a:r>
              <a:rPr lang="en-US" altLang="en-US" sz="1300">
                <a:latin typeface="Arial" panose="020B0604020202020204" pitchFamily="34" charset="0"/>
              </a:rPr>
              <a:t>Blade-də, </a:t>
            </a:r>
            <a:r>
              <a:rPr lang="en-US" altLang="en-US" sz="1300" b="1">
                <a:latin typeface="Arial" panose="020B0604020202020204" pitchFamily="34" charset="0"/>
              </a:rPr>
              <a:t>safe_html() </a:t>
            </a:r>
            <a:r>
              <a:rPr lang="en-US" altLang="en-US" sz="1300">
                <a:latin typeface="Arial" panose="020B0604020202020204" pitchFamily="34" charset="0"/>
              </a:rPr>
              <a:t>isə controller, seeder, job və s. istənilən PHP kodunda işləyəcək.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nb-NO" altLang="en-US" sz="1300">
                <a:latin typeface="Arial" panose="020B0604020202020204" pitchFamily="34" charset="0"/>
              </a:rPr>
              <a:t>Helper faylı yarat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  <a:r>
              <a:rPr lang="nb-NO" altLang="en-US" sz="1300">
                <a:latin typeface="Arial" panose="020B0604020202020204" pitchFamily="34" charset="0"/>
              </a:rPr>
              <a:t> </a:t>
            </a:r>
            <a:r>
              <a:rPr lang="nb-NO" altLang="en-US" sz="1300" b="1">
                <a:latin typeface="Arial" panose="020B0604020202020204" pitchFamily="34" charset="0"/>
              </a:rPr>
              <a:t>app/helpers.php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B2FE1-020C-A4D4-87F3-93C07E7D5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7730"/>
            <a:ext cx="10126488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14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CF0E6-1DA4-26A6-D6FF-93CA1C90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F5DC8-B491-92DF-F577-6916C5027514}"/>
              </a:ext>
            </a:extLst>
          </p:cNvPr>
          <p:cNvSpPr txBox="1"/>
          <p:nvPr/>
        </p:nvSpPr>
        <p:spPr>
          <a:xfrm>
            <a:off x="217714" y="255046"/>
            <a:ext cx="11756571" cy="2863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altLang="en-US" sz="1300">
                <a:latin typeface="Arial" panose="020B0604020202020204" pitchFamily="34" charset="0"/>
                <a:cs typeface="Arial" panose="020B0604020202020204" pitchFamily="34" charset="0"/>
              </a:rPr>
              <a:t>Autoload-a əlavə et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altLang="en-US" sz="13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composer.json</a:t>
            </a:r>
            <a:r>
              <a:rPr lang="fr-FR" altLang="en-US" sz="1300">
                <a:latin typeface="Arial" panose="020B0604020202020204" pitchFamily="34" charset="0"/>
                <a:cs typeface="Arial" panose="020B0604020202020204" pitchFamily="34" charset="0"/>
              </a:rPr>
              <a:t> faylında:</a:t>
            </a: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Sonra terminalda: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EE7A7-0EB6-1515-05D6-2C439DEF9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210"/>
            <a:ext cx="2305372" cy="1286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29977E-844F-FA9A-F9C2-C93F32985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7947"/>
            <a:ext cx="1943371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23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9E5F-04B8-3D2F-E4B3-18851442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3CEAF0-0298-CD61-5770-FF1E2F85BDC2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İstifadə nümunələri Blade-də: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Controller-də: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86347F-6477-13CC-3A88-427B59A65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733"/>
            <a:ext cx="2524477" cy="476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8FDC30-0C8D-FF99-091F-3C9F8055B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6300"/>
            <a:ext cx="4124901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36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F199C-A874-A822-2096-0CF661FA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6E4DAB-A8C0-C475-971C-9A259464A36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621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1ED2-878B-1708-10EB-986DDE3C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F8E391-1F5A-A92D-AE4D-6A1EF8FC27D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6996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403E2-D74B-2067-EFEE-52F32900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20A5B0-849E-7962-42AF-6BDBE42E5AD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133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4636</TotalTime>
  <Words>658</Words>
  <Application>Microsoft Office PowerPoint</Application>
  <PresentationFormat>Widescreen</PresentationFormat>
  <Paragraphs>145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364</cp:revision>
  <dcterms:created xsi:type="dcterms:W3CDTF">2025-04-12T11:00:44Z</dcterms:created>
  <dcterms:modified xsi:type="dcterms:W3CDTF">2025-08-10T08:12:50Z</dcterms:modified>
</cp:coreProperties>
</file>