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5" r:id="rId3"/>
    <p:sldId id="416" r:id="rId4"/>
    <p:sldId id="417" r:id="rId5"/>
    <p:sldId id="418" r:id="rId6"/>
    <p:sldId id="419" r:id="rId7"/>
    <p:sldId id="420" r:id="rId8"/>
    <p:sldId id="421" r:id="rId9"/>
    <p:sldId id="422" r:id="rId10"/>
    <p:sldId id="414" r:id="rId11"/>
    <p:sldId id="400" r:id="rId12"/>
    <p:sldId id="423" r:id="rId13"/>
    <p:sldId id="424" r:id="rId14"/>
    <p:sldId id="42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217714" y="255046"/>
            <a:ext cx="11756571" cy="1555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 u="sng">
                <a:solidFill>
                  <a:srgbClr val="0070C0"/>
                </a:solidFill>
                <a:latin typeface="Arial" panose="020B0604020202020204" pitchFamily="34" charset="0"/>
              </a:rPr>
              <a:t>https://sweetalert2.github.io/#examples</a:t>
            </a:r>
            <a:r>
              <a:rPr lang="az-Latn-AZ" altLang="en-US" sz="1300">
                <a:latin typeface="Arial" panose="020B0604020202020204" pitchFamily="34" charset="0"/>
              </a:rPr>
              <a:t>   -   İndi, </a:t>
            </a:r>
            <a:r>
              <a:rPr lang="az-Latn-AZ" altLang="en-US" sz="1300" b="1">
                <a:latin typeface="Arial" panose="020B0604020202020204" pitchFamily="34" charset="0"/>
              </a:rPr>
              <a:t>Slider</a:t>
            </a:r>
            <a:r>
              <a:rPr lang="az-Latn-AZ" altLang="en-US" sz="1300">
                <a:latin typeface="Arial" panose="020B0604020202020204" pitchFamily="34" charset="0"/>
              </a:rPr>
              <a:t> üçün </a:t>
            </a:r>
            <a:r>
              <a:rPr lang="az-Latn-AZ" altLang="en-US" sz="1300" b="1">
                <a:latin typeface="Arial" panose="020B0604020202020204" pitchFamily="34" charset="0"/>
              </a:rPr>
              <a:t>delete</a:t>
            </a:r>
            <a:r>
              <a:rPr lang="az-Latn-AZ" altLang="en-US" sz="1300">
                <a:latin typeface="Arial" panose="020B0604020202020204" pitchFamily="34" charset="0"/>
              </a:rPr>
              <a:t> düyməsini konfiqurasiya edəcəyik. Ancaq ilk olaraq, </a:t>
            </a:r>
            <a:r>
              <a:rPr lang="en-US" altLang="en-US" sz="1300">
                <a:latin typeface="Arial" panose="020B0604020202020204" pitchFamily="34" charset="0"/>
              </a:rPr>
              <a:t>`</a:t>
            </a:r>
            <a:r>
              <a:rPr lang="en-US" altLang="en-US" sz="1300" b="1">
                <a:latin typeface="Arial" panose="020B0604020202020204" pitchFamily="34" charset="0"/>
              </a:rPr>
              <a:t>sweetalert2</a:t>
            </a:r>
            <a:r>
              <a:rPr lang="en-US" altLang="en-US" sz="1300">
                <a:latin typeface="Arial" panose="020B0604020202020204" pitchFamily="34" charset="0"/>
              </a:rPr>
              <a:t>` </a:t>
            </a:r>
            <a:r>
              <a:rPr lang="az-Latn-AZ" altLang="en-US" sz="1300">
                <a:latin typeface="Arial" panose="020B0604020202020204" pitchFamily="34" charset="0"/>
              </a:rPr>
              <a:t>adında bir saytda daxil olaraq, </a:t>
            </a:r>
            <a:r>
              <a:rPr lang="az-Latn-AZ" altLang="en-US" sz="1300" b="1">
                <a:latin typeface="Arial" panose="020B0604020202020204" pitchFamily="34" charset="0"/>
              </a:rPr>
              <a:t>script</a:t>
            </a:r>
            <a:r>
              <a:rPr lang="az-Latn-AZ" altLang="en-US" sz="1300">
                <a:latin typeface="Arial" panose="020B0604020202020204" pitchFamily="34" charset="0"/>
              </a:rPr>
              <a:t> taginin </a:t>
            </a:r>
            <a:r>
              <a:rPr lang="az-Latn-AZ" altLang="en-US" sz="1300" b="1">
                <a:latin typeface="Arial" panose="020B0604020202020204" pitchFamily="34" charset="0"/>
              </a:rPr>
              <a:t>cdn</a:t>
            </a:r>
            <a:r>
              <a:rPr lang="az-Latn-AZ" altLang="en-US" sz="1300">
                <a:latin typeface="Arial" panose="020B0604020202020204" pitchFamily="34" charset="0"/>
              </a:rPr>
              <a:t> linkini götürürük və `</a:t>
            </a:r>
            <a:r>
              <a:rPr lang="en-US" altLang="en-US" sz="1300" b="1">
                <a:latin typeface="Arial" panose="020B0604020202020204" pitchFamily="34" charset="0"/>
              </a:rPr>
              <a:t>resources\views\admin\layouts\master.blade.php</a:t>
            </a:r>
            <a:r>
              <a:rPr lang="az-Latn-AZ" altLang="en-US" sz="1300">
                <a:latin typeface="Arial" panose="020B0604020202020204" pitchFamily="34" charset="0"/>
              </a:rPr>
              <a:t>` faylına yerləşdiririk. Bu paket sayəsində gözəl </a:t>
            </a:r>
            <a:r>
              <a:rPr lang="az-Latn-AZ" altLang="en-US" sz="1300" b="1">
                <a:latin typeface="Arial" panose="020B0604020202020204" pitchFamily="34" charset="0"/>
              </a:rPr>
              <a:t>modal</a:t>
            </a:r>
            <a:r>
              <a:rPr lang="az-Latn-AZ" altLang="en-US" sz="1300">
                <a:latin typeface="Arial" panose="020B0604020202020204" pitchFamily="34" charset="0"/>
              </a:rPr>
              <a:t> pəncərələr göstərə bilərik.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Məsələn, </a:t>
            </a:r>
            <a:r>
              <a:rPr lang="az-Latn-AZ" altLang="en-US" sz="1300" b="1">
                <a:latin typeface="Arial" panose="020B0604020202020204" pitchFamily="34" charset="0"/>
              </a:rPr>
              <a:t>delete</a:t>
            </a:r>
            <a:r>
              <a:rPr lang="az-Latn-AZ" altLang="en-US" sz="1300">
                <a:latin typeface="Arial" panose="020B0604020202020204" pitchFamily="34" charset="0"/>
              </a:rPr>
              <a:t> düyməsini kliklədikdə, </a:t>
            </a:r>
            <a:r>
              <a:rPr lang="az-Latn-AZ" altLang="en-US" sz="1300" b="1">
                <a:latin typeface="Arial" panose="020B0604020202020204" pitchFamily="34" charset="0"/>
              </a:rPr>
              <a:t>modal</a:t>
            </a:r>
            <a:r>
              <a:rPr lang="az-Latn-AZ" altLang="en-US" sz="1300">
                <a:latin typeface="Arial" panose="020B0604020202020204" pitchFamily="34" charset="0"/>
              </a:rPr>
              <a:t> (pop-up) pəncərə açılır və mövcud postu silmək istəyib-istəməyəcəyimizi soruşur.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B4C156-5A60-E8D8-28AB-A2D304340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1050" y="1911926"/>
            <a:ext cx="6150950" cy="49460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80BBF7-C2DC-8D7A-F340-C682C8AF82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09420"/>
            <a:ext cx="5631676" cy="25485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4065A-A922-D26B-7149-D27A23FC3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D68FE15-22EB-79A7-F6F8-DC965FB0466B}"/>
              </a:ext>
            </a:extLst>
          </p:cNvPr>
          <p:cNvSpPr txBox="1"/>
          <p:nvPr/>
        </p:nvSpPr>
        <p:spPr>
          <a:xfrm>
            <a:off x="217714" y="255046"/>
            <a:ext cx="1175657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İndi daxil oluruq `</a:t>
            </a:r>
            <a:r>
              <a:rPr lang="az-Latn-AZ" altLang="en-US" sz="1300" b="1">
                <a:latin typeface="Arial" panose="020B0604020202020204" pitchFamily="34" charset="0"/>
              </a:rPr>
              <a:t>app\DataTables\</a:t>
            </a:r>
            <a:r>
              <a:rPr lang="az-Latn-AZ" altLang="en-US" sz="1300" b="1" u="sng">
                <a:latin typeface="Arial" panose="020B0604020202020204" pitchFamily="34" charset="0"/>
              </a:rPr>
              <a:t>SliderDataTable.php</a:t>
            </a:r>
            <a:r>
              <a:rPr lang="az-Latn-AZ" altLang="en-US" sz="1300">
                <a:latin typeface="Arial" panose="020B0604020202020204" pitchFamily="34" charset="0"/>
              </a:rPr>
              <a:t>` faylına və </a:t>
            </a:r>
            <a:r>
              <a:rPr lang="az-Latn-AZ" altLang="en-US" sz="1300" b="1">
                <a:latin typeface="Arial" panose="020B0604020202020204" pitchFamily="34" charset="0"/>
              </a:rPr>
              <a:t>delete</a:t>
            </a:r>
            <a:r>
              <a:rPr lang="az-Latn-AZ" altLang="en-US" sz="1300">
                <a:latin typeface="Arial" panose="020B0604020202020204" pitchFamily="34" charset="0"/>
              </a:rPr>
              <a:t> edən 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a</a:t>
            </a:r>
            <a:r>
              <a:rPr lang="az-Latn-AZ" altLang="en-US" sz="1300">
                <a:latin typeface="Arial" panose="020B0604020202020204" pitchFamily="34" charset="0"/>
              </a:rPr>
              <a:t> elementinə özümüzdən bir </a:t>
            </a:r>
            <a:r>
              <a:rPr lang="az-Latn-AZ" altLang="en-US" sz="1300" b="1">
                <a:latin typeface="Arial" panose="020B0604020202020204" pitchFamily="34" charset="0"/>
              </a:rPr>
              <a:t>class</a:t>
            </a:r>
            <a:r>
              <a:rPr lang="az-Latn-AZ" altLang="en-US" sz="1300">
                <a:latin typeface="Arial" panose="020B0604020202020204" pitchFamily="34" charset="0"/>
              </a:rPr>
              <a:t> adı əlavə edirik:  `</a:t>
            </a:r>
            <a:r>
              <a:rPr lang="az-Latn-AZ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delete-item</a:t>
            </a:r>
            <a:r>
              <a:rPr lang="az-Latn-AZ" altLang="en-US" sz="1300">
                <a:latin typeface="Arial" panose="020B0604020202020204" pitchFamily="34" charset="0"/>
              </a:rPr>
              <a:t>`. </a:t>
            </a: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Həmin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adı vasitəsi ilə bu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elementi üçün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event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yaradırıq `</a:t>
            </a:r>
            <a:r>
              <a:rPr lang="en-US" altLang="en-US" sz="1300" b="1">
                <a:latin typeface="Arial" panose="020B0604020202020204" pitchFamily="34" charset="0"/>
              </a:rPr>
              <a:t>resources\views\admin\layouts\</a:t>
            </a:r>
            <a:r>
              <a:rPr lang="en-US" altLang="en-US" sz="1300" b="1" u="sng">
                <a:latin typeface="Arial" panose="020B0604020202020204" pitchFamily="34" charset="0"/>
              </a:rPr>
              <a:t>master.blade.php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` faylında.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DELETE</a:t>
            </a:r>
            <a:r>
              <a:rPr lang="az-Latn-AZ" altLang="en-US" sz="1300">
                <a:latin typeface="Arial" panose="020B0604020202020204" pitchFamily="34" charset="0"/>
              </a:rPr>
              <a:t> düyməsi klikləndikdə isə, `</a:t>
            </a:r>
            <a:r>
              <a:rPr lang="az-Latn-AZ" altLang="en-US" sz="1300" b="1">
                <a:latin typeface="Arial" panose="020B0604020202020204" pitchFamily="34" charset="0"/>
              </a:rPr>
              <a:t>sweetalert2</a:t>
            </a:r>
            <a:r>
              <a:rPr lang="az-Latn-AZ" altLang="en-US" sz="1300">
                <a:latin typeface="Arial" panose="020B0604020202020204" pitchFamily="34" charset="0"/>
              </a:rPr>
              <a:t>` saytından götürdüyümüz kodlar çağrılacaq və </a:t>
            </a:r>
            <a:r>
              <a:rPr lang="az-Latn-AZ" altLang="en-US" sz="1300" b="1">
                <a:latin typeface="Arial" panose="020B0604020202020204" pitchFamily="34" charset="0"/>
              </a:rPr>
              <a:t>kontrollerə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 b="1">
                <a:latin typeface="Arial" panose="020B0604020202020204" pitchFamily="34" charset="0"/>
              </a:rPr>
              <a:t>ajax</a:t>
            </a:r>
            <a:r>
              <a:rPr lang="az-Latn-AZ" altLang="en-US" sz="1300">
                <a:latin typeface="Arial" panose="020B0604020202020204" pitchFamily="34" charset="0"/>
              </a:rPr>
              <a:t> sorğu göndəriləcək.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C9A614-BBF6-BC5E-39BB-9ED08E84D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2017607"/>
            <a:ext cx="2423886" cy="185230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2AA367-0926-B8D9-10C5-18271E9C5B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0094" y="2017606"/>
            <a:ext cx="9121905" cy="484039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30368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A0189-297B-EEB8-51F8-4A40C1A03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4F2B36-E144-CE62-909E-903AE459AEED}"/>
              </a:ext>
            </a:extLst>
          </p:cNvPr>
          <p:cNvSpPr txBox="1"/>
          <p:nvPr/>
        </p:nvSpPr>
        <p:spPr>
          <a:xfrm>
            <a:off x="217713" y="98028"/>
            <a:ext cx="11756571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Test etmək üçün </a:t>
            </a:r>
            <a:r>
              <a:rPr lang="az-Latn-AZ" altLang="en-US" sz="1300" b="1">
                <a:latin typeface="Arial" panose="020B0604020202020204" pitchFamily="34" charset="0"/>
              </a:rPr>
              <a:t>DELETE</a:t>
            </a:r>
            <a:r>
              <a:rPr lang="az-Latn-AZ" altLang="en-US" sz="1300">
                <a:latin typeface="Arial" panose="020B0604020202020204" pitchFamily="34" charset="0"/>
              </a:rPr>
              <a:t> düyməsini klikləyirik və şəkildəki kimi bir xəta görəcəyik: </a:t>
            </a:r>
            <a:r>
              <a:rPr lang="az-Latn-AZ" altLang="en-US" sz="1300" b="1">
                <a:latin typeface="Arial" panose="020B0604020202020204" pitchFamily="34" charset="0"/>
              </a:rPr>
              <a:t>CSRF token</a:t>
            </a:r>
            <a:r>
              <a:rPr lang="az-Latn-AZ" altLang="en-US" sz="1300">
                <a:latin typeface="Arial" panose="020B0604020202020204" pitchFamily="34" charset="0"/>
              </a:rPr>
              <a:t> xətası. Laravel-də </a:t>
            </a:r>
            <a:r>
              <a:rPr lang="az-Latn-AZ" altLang="en-US" sz="1300" b="1">
                <a:latin typeface="Arial" panose="020B0604020202020204" pitchFamily="34" charset="0"/>
              </a:rPr>
              <a:t>AJAX</a:t>
            </a:r>
            <a:r>
              <a:rPr lang="az-Latn-AZ" altLang="en-US" sz="1300">
                <a:latin typeface="Arial" panose="020B0604020202020204" pitchFamily="34" charset="0"/>
              </a:rPr>
              <a:t> ilə </a:t>
            </a:r>
            <a:r>
              <a:rPr lang="az-Latn-AZ" altLang="en-US" sz="1300" b="1">
                <a:latin typeface="Arial" panose="020B0604020202020204" pitchFamily="34" charset="0"/>
              </a:rPr>
              <a:t>DELETE</a:t>
            </a:r>
            <a:r>
              <a:rPr lang="az-Latn-AZ" altLang="en-US" sz="1300">
                <a:latin typeface="Arial" panose="020B0604020202020204" pitchFamily="34" charset="0"/>
              </a:rPr>
              <a:t> etmək üçün </a:t>
            </a:r>
            <a:r>
              <a:rPr lang="az-Latn-AZ" altLang="en-US" sz="1300" b="1">
                <a:latin typeface="Arial" panose="020B0604020202020204" pitchFamily="34" charset="0"/>
              </a:rPr>
              <a:t>CSRF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 b="1">
                <a:latin typeface="Arial" panose="020B0604020202020204" pitchFamily="34" charset="0"/>
              </a:rPr>
              <a:t>token</a:t>
            </a:r>
            <a:r>
              <a:rPr lang="az-Latn-AZ" altLang="en-US" sz="1300">
                <a:latin typeface="Arial" panose="020B0604020202020204" pitchFamily="34" charset="0"/>
              </a:rPr>
              <a:t> göndərməlisən. Əks halda </a:t>
            </a:r>
            <a:r>
              <a:rPr lang="az-Latn-AZ" altLang="en-US" sz="1300" b="1">
                <a:latin typeface="Arial" panose="020B0604020202020204" pitchFamily="34" charset="0"/>
              </a:rPr>
              <a:t>Laravel 419 (Page Expired) </a:t>
            </a:r>
            <a:r>
              <a:rPr lang="az-Latn-AZ" altLang="en-US" sz="1300">
                <a:latin typeface="Arial" panose="020B0604020202020204" pitchFamily="34" charset="0"/>
              </a:rPr>
              <a:t>xətası qaytaracaq.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380D54-3D26-50AD-2693-70B74B90D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860476"/>
            <a:ext cx="12192000" cy="5997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775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F9064-2E4A-71C6-49F2-D83C7A66F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32846E-C98F-D606-9B6B-2EBAA3F8439E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6CADCD-5B14-9D5E-A8EF-50B92B8C1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0" y="0"/>
            <a:ext cx="91745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92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0757D-A8C8-F5CD-A01D-BA564FFBB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8F5BAE-E2F8-F48F-95D7-7835A7EADCA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HEADER</a:t>
            </a:r>
            <a:r>
              <a:rPr lang="az-Latn-AZ" altLang="en-US" sz="1300">
                <a:latin typeface="Arial" panose="020B0604020202020204" pitchFamily="34" charset="0"/>
              </a:rPr>
              <a:t> başlığı əlavə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3C4B0A-11B1-9BF8-4852-1D0378CA8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588" y="0"/>
            <a:ext cx="54444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669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D7801-0978-D0C3-6E1B-24D565880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ADDCEE-93FE-F037-CCED-9F5EE6E1F467}"/>
              </a:ext>
            </a:extLst>
          </p:cNvPr>
          <p:cNvSpPr txBox="1"/>
          <p:nvPr/>
        </p:nvSpPr>
        <p:spPr>
          <a:xfrm>
            <a:off x="217714" y="73737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İndi AJAX soruğunun göndərilib - göndərilməyəcəyini birdə test edirik və status olaraq 200 görürüksə, deməkdir ki, hər şey qaydasındadır.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37974-43CB-113A-B746-E7AAF4A7F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9164"/>
            <a:ext cx="12192000" cy="630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562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C0E0B-9499-75F1-E8F4-3DA57BBA7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1434BE-E5A5-36F8-CE41-54FED4571EB8}"/>
              </a:ext>
            </a:extLst>
          </p:cNvPr>
          <p:cNvSpPr txBox="1"/>
          <p:nvPr/>
        </p:nvSpPr>
        <p:spPr>
          <a:xfrm>
            <a:off x="217714" y="255046"/>
            <a:ext cx="11756571" cy="2155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AJAX sorğunun, kontrollerə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göndərib göndərmədiyini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dd()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əmri ilə də, test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Data </a:t>
            </a:r>
            <a:r>
              <a:rPr lang="az-Latn-AZ" altLang="en-US" sz="1300">
                <a:latin typeface="Arial" panose="020B0604020202020204" pitchFamily="34" charset="0"/>
              </a:rPr>
              <a:t>gəlir.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Növbəti slaydda isə həm </a:t>
            </a:r>
            <a:r>
              <a:rPr lang="az-Latn-AZ" altLang="en-US" sz="1300" b="1">
                <a:latin typeface="Arial" panose="020B0604020202020204" pitchFamily="34" charset="0"/>
              </a:rPr>
              <a:t>Storage</a:t>
            </a:r>
            <a:r>
              <a:rPr lang="az-Latn-AZ" altLang="en-US" sz="1300">
                <a:latin typeface="Arial" panose="020B0604020202020204" pitchFamily="34" charset="0"/>
              </a:rPr>
              <a:t> içindən şəkli, həmdə </a:t>
            </a:r>
            <a:r>
              <a:rPr lang="az-Latn-AZ" altLang="en-US" sz="1300" b="1">
                <a:latin typeface="Arial" panose="020B0604020202020204" pitchFamily="34" charset="0"/>
              </a:rPr>
              <a:t>Slider modelindən</a:t>
            </a: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məlumatları silmək üçün</a:t>
            </a:r>
            <a:r>
              <a:rPr lang="az-Latn-AZ" altLang="en-US" sz="1300">
                <a:latin typeface="Arial" panose="020B0604020202020204" pitchFamily="34" charset="0"/>
              </a:rPr>
              <a:t> istifadə edilən kodumuzu yazırıq.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08B630-50FA-2D2A-D091-E49755F9B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084" y="0"/>
            <a:ext cx="3999916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1CE71ED-E1D4-A31C-AC97-3F90DEC18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88771"/>
            <a:ext cx="6707642" cy="346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52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5C3C-09FC-D943-333E-3DE4B1B29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C3286A4-ACD0-2899-89B5-C47F270942A6}"/>
              </a:ext>
            </a:extLst>
          </p:cNvPr>
          <p:cNvSpPr txBox="1"/>
          <p:nvPr/>
        </p:nvSpPr>
        <p:spPr>
          <a:xfrm>
            <a:off x="217714" y="5541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Data silindikdən sonra isə, geriyə </a:t>
            </a:r>
            <a:r>
              <a:rPr lang="az-Latn-AZ" altLang="en-US" sz="1300" b="1">
                <a:latin typeface="Arial" panose="020B0604020202020204" pitchFamily="34" charset="0"/>
              </a:rPr>
              <a:t>status</a:t>
            </a:r>
            <a:r>
              <a:rPr lang="az-Latn-AZ" altLang="en-US" sz="1300">
                <a:latin typeface="Arial" panose="020B0604020202020204" pitchFamily="34" charset="0"/>
              </a:rPr>
              <a:t> və </a:t>
            </a:r>
            <a:r>
              <a:rPr lang="az-Latn-AZ" altLang="en-US" sz="1300" b="1">
                <a:latin typeface="Arial" panose="020B0604020202020204" pitchFamily="34" charset="0"/>
              </a:rPr>
              <a:t>message</a:t>
            </a:r>
            <a:r>
              <a:rPr lang="az-Latn-AZ" altLang="en-US" sz="1300">
                <a:latin typeface="Arial" panose="020B0604020202020204" pitchFamily="34" charset="0"/>
              </a:rPr>
              <a:t> göndəririk.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87E636-9835-9668-EC9D-AEE91778D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2843"/>
            <a:ext cx="12192000" cy="637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839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E9E81-C35E-BD71-F54E-4F77C94E4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0444E2B-C38B-E36E-E819-C77230EEADDD}"/>
              </a:ext>
            </a:extLst>
          </p:cNvPr>
          <p:cNvSpPr txBox="1"/>
          <p:nvPr/>
        </p:nvSpPr>
        <p:spPr>
          <a:xfrm>
            <a:off x="217713" y="88792"/>
            <a:ext cx="11756571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DB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-də, Slider cədvəlində şəkil yoxdursa,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NULL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varsa, onda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delete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lang="az-Latn-AZ" altLang="en-US" sz="1300" b="1">
                <a:latin typeface="Arial" panose="020B0604020202020204" pitchFamily="34" charset="0"/>
              </a:rPr>
              <a:t>mage(string $path)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metoduna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NULL</a:t>
            </a:r>
            <a:r>
              <a:rPr lang="az-Latn-AZ" altLang="en-US" sz="1300">
                <a:latin typeface="Arial" panose="020B0604020202020204" pitchFamily="34" charset="0"/>
              </a:rPr>
              <a:t> göndərmiş oluruq. </a:t>
            </a:r>
            <a:r>
              <a:rPr lang="az-Latn-AZ" altLang="en-US" sz="1300" b="1">
                <a:latin typeface="Arial" panose="020B0604020202020204" pitchFamily="34" charset="0"/>
              </a:rPr>
              <a:t>$path </a:t>
            </a:r>
            <a:r>
              <a:rPr lang="az-Latn-AZ" altLang="en-US" sz="1300">
                <a:latin typeface="Arial" panose="020B0604020202020204" pitchFamily="34" charset="0"/>
              </a:rPr>
              <a:t>dəyişəninin </a:t>
            </a:r>
            <a:r>
              <a:rPr lang="az-Latn-AZ" altLang="en-US" sz="1300" b="1">
                <a:latin typeface="Arial" panose="020B0604020202020204" pitchFamily="34" charset="0"/>
              </a:rPr>
              <a:t>null</a:t>
            </a:r>
            <a:r>
              <a:rPr lang="az-Latn-AZ" altLang="en-US" sz="1300">
                <a:latin typeface="Arial" panose="020B0604020202020204" pitchFamily="34" charset="0"/>
              </a:rPr>
              <a:t> olması səbəbindən isə aşağıdakı kimi xəta gəlir.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2EC040-B3E9-2922-0DAD-42451F267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866829"/>
            <a:ext cx="12192000" cy="5991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523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A728D-9AF8-6C25-DF35-1494919186BC}"/>
              </a:ext>
            </a:extLst>
          </p:cNvPr>
          <p:cNvSpPr txBox="1"/>
          <p:nvPr/>
        </p:nvSpPr>
        <p:spPr>
          <a:xfrm>
            <a:off x="217714" y="255046"/>
            <a:ext cx="11756571" cy="4256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Bizim aldığım</a:t>
            </a:r>
            <a:r>
              <a:rPr lang="az-Latn-AZ" altLang="en-US" sz="1300" b="1">
                <a:latin typeface="Arial" panose="020B0604020202020204" pitchFamily="34" charset="0"/>
              </a:rPr>
              <a:t>ız</a:t>
            </a:r>
            <a:r>
              <a:rPr lang="en-US" altLang="en-US" sz="1300" b="1">
                <a:latin typeface="Arial" panose="020B0604020202020204" pitchFamily="34" charset="0"/>
              </a:rPr>
              <a:t> xəta deyir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Argument #1 ($path) must be of type string, null given</a:t>
            </a:r>
            <a:r>
              <a:rPr lang="az-Latn-AZ" altLang="en-US" sz="1300">
                <a:latin typeface="Arial" panose="020B0604020202020204" pitchFamily="34" charset="0"/>
              </a:rPr>
              <a:t>.</a:t>
            </a: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Yəni </a:t>
            </a:r>
            <a:r>
              <a:rPr lang="en-US" altLang="en-US" sz="1300" b="1">
                <a:latin typeface="Arial" panose="020B0604020202020204" pitchFamily="34" charset="0"/>
              </a:rPr>
              <a:t>deleteImage() </a:t>
            </a:r>
            <a:r>
              <a:rPr lang="en-US" altLang="en-US" sz="1300">
                <a:latin typeface="Arial" panose="020B0604020202020204" pitchFamily="34" charset="0"/>
              </a:rPr>
              <a:t>metoduna </a:t>
            </a:r>
            <a:r>
              <a:rPr lang="en-US" altLang="en-US" sz="1300" b="1">
                <a:latin typeface="Arial" panose="020B0604020202020204" pitchFamily="34" charset="0"/>
              </a:rPr>
              <a:t>string</a:t>
            </a:r>
            <a:r>
              <a:rPr lang="en-US" altLang="en-US" sz="1300">
                <a:latin typeface="Arial" panose="020B0604020202020204" pitchFamily="34" charset="0"/>
              </a:rPr>
              <a:t> tipində yol (məs: "</a:t>
            </a:r>
            <a:r>
              <a:rPr lang="en-US" altLang="en-US" sz="1300" b="1">
                <a:latin typeface="Arial" panose="020B0604020202020204" pitchFamily="34" charset="0"/>
              </a:rPr>
              <a:t>uploads/banner.jpg</a:t>
            </a:r>
            <a:r>
              <a:rPr lang="en-US" altLang="en-US" sz="1300">
                <a:latin typeface="Arial" panose="020B0604020202020204" pitchFamily="34" charset="0"/>
              </a:rPr>
              <a:t>") göndərilməlidir, amma sən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null</a:t>
            </a:r>
            <a:r>
              <a:rPr lang="en-US" altLang="en-US" sz="1300">
                <a:latin typeface="Arial" panose="020B0604020202020204" pitchFamily="34" charset="0"/>
              </a:rPr>
              <a:t> göndərmisən.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adətən belə hallarda baş verir: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Silmək istədiyin şəkilin bazada yolu yoxdur (</a:t>
            </a:r>
            <a:r>
              <a:rPr lang="en-US" altLang="en-US" sz="1300" b="1">
                <a:latin typeface="Arial" panose="020B0604020202020204" pitchFamily="34" charset="0"/>
              </a:rPr>
              <a:t>null</a:t>
            </a:r>
            <a:r>
              <a:rPr lang="en-US" altLang="en-US" sz="1300">
                <a:latin typeface="Arial" panose="020B0604020202020204" pitchFamily="34" charset="0"/>
              </a:rPr>
              <a:t>).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Sən </a:t>
            </a:r>
            <a:r>
              <a:rPr lang="en-US" altLang="en-US" sz="1300" b="1">
                <a:latin typeface="Arial" panose="020B0604020202020204" pitchFamily="34" charset="0"/>
              </a:rPr>
              <a:t>deleteImage($slider-&gt;banner) </a:t>
            </a:r>
            <a:r>
              <a:rPr lang="en-US" altLang="en-US" sz="1300">
                <a:latin typeface="Arial" panose="020B0604020202020204" pitchFamily="34" charset="0"/>
              </a:rPr>
              <a:t>çağırmısan, amma </a:t>
            </a:r>
            <a:r>
              <a:rPr lang="en-US" altLang="en-US" sz="1300" b="1">
                <a:latin typeface="Arial" panose="020B0604020202020204" pitchFamily="34" charset="0"/>
              </a:rPr>
              <a:t>$slider-&gt;banner </a:t>
            </a:r>
            <a:r>
              <a:rPr lang="en-US" altLang="en-US" sz="1300">
                <a:latin typeface="Arial" panose="020B0604020202020204" pitchFamily="34" charset="0"/>
              </a:rPr>
              <a:t>boş qalıb.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Həll yolları</a:t>
            </a:r>
            <a:r>
              <a:rPr lang="az-Latn-AZ" altLang="en-US" sz="1300">
                <a:latin typeface="Arial" panose="020B0604020202020204" pitchFamily="34" charset="0"/>
              </a:rPr>
              <a:t>: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1) </a:t>
            </a:r>
            <a:r>
              <a:rPr lang="en-US" altLang="en-US" sz="1300">
                <a:latin typeface="Arial" panose="020B0604020202020204" pitchFamily="34" charset="0"/>
              </a:rPr>
              <a:t>Parametr </a:t>
            </a:r>
            <a:r>
              <a:rPr lang="en-US" altLang="en-US" sz="1300" b="1">
                <a:latin typeface="Arial" panose="020B0604020202020204" pitchFamily="34" charset="0"/>
              </a:rPr>
              <a:t>opsional</a:t>
            </a:r>
            <a:r>
              <a:rPr lang="en-US" altLang="en-US" sz="1300">
                <a:latin typeface="Arial" panose="020B0604020202020204" pitchFamily="34" charset="0"/>
              </a:rPr>
              <a:t> olsun və </a:t>
            </a:r>
            <a:r>
              <a:rPr lang="en-US" altLang="en-US" sz="1300" b="1">
                <a:latin typeface="Arial" panose="020B0604020202020204" pitchFamily="34" charset="0"/>
              </a:rPr>
              <a:t>null</a:t>
            </a:r>
            <a:r>
              <a:rPr lang="en-US" altLang="en-US" sz="1300">
                <a:latin typeface="Arial" panose="020B0604020202020204" pitchFamily="34" charset="0"/>
              </a:rPr>
              <a:t> gələrsə işləməsin</a:t>
            </a:r>
            <a:r>
              <a:rPr lang="az-Latn-AZ" altLang="en-US" sz="1300">
                <a:latin typeface="Arial" panose="020B0604020202020204" pitchFamily="34" charset="0"/>
              </a:rPr>
              <a:t>: Burada </a:t>
            </a:r>
            <a:r>
              <a:rPr lang="az-Latn-AZ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?string </a:t>
            </a:r>
            <a:r>
              <a:rPr lang="az-Latn-AZ" altLang="en-US" sz="1300">
                <a:latin typeface="Arial" panose="020B0604020202020204" pitchFamily="34" charset="0"/>
              </a:rPr>
              <a:t>dediyimiz zaman </a:t>
            </a:r>
            <a:r>
              <a:rPr lang="az-Latn-AZ" altLang="en-US" sz="1300" b="1">
                <a:latin typeface="Arial" panose="020B0604020202020204" pitchFamily="34" charset="0"/>
              </a:rPr>
              <a:t>$path </a:t>
            </a:r>
            <a:r>
              <a:rPr lang="az-Latn-AZ" altLang="en-US" sz="1300">
                <a:latin typeface="Arial" panose="020B0604020202020204" pitchFamily="34" charset="0"/>
              </a:rPr>
              <a:t>həm </a:t>
            </a:r>
            <a:r>
              <a:rPr lang="az-Latn-AZ" altLang="en-US" sz="1300" b="1">
                <a:latin typeface="Arial" panose="020B0604020202020204" pitchFamily="34" charset="0"/>
              </a:rPr>
              <a:t>string</a:t>
            </a:r>
            <a:r>
              <a:rPr lang="az-Latn-AZ" altLang="en-US" sz="1300">
                <a:latin typeface="Arial" panose="020B0604020202020204" pitchFamily="34" charset="0"/>
              </a:rPr>
              <a:t>, həm də </a:t>
            </a:r>
            <a:r>
              <a:rPr lang="az-Latn-AZ" altLang="en-US" sz="1300" b="1">
                <a:latin typeface="Arial" panose="020B0604020202020204" pitchFamily="34" charset="0"/>
              </a:rPr>
              <a:t>null</a:t>
            </a:r>
            <a:r>
              <a:rPr lang="az-Latn-AZ" altLang="en-US" sz="1300">
                <a:latin typeface="Arial" panose="020B0604020202020204" pitchFamily="34" charset="0"/>
              </a:rPr>
              <a:t> ola bilər. Əlavə olaraq </a:t>
            </a:r>
            <a:r>
              <a:rPr lang="az-Latn-AZ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$path &amp;&amp; </a:t>
            </a:r>
            <a:r>
              <a:rPr lang="az-Latn-AZ" altLang="en-US" sz="1300">
                <a:latin typeface="Arial" panose="020B0604020202020204" pitchFamily="34" charset="0"/>
              </a:rPr>
              <a:t>yoxlaması ilə, </a:t>
            </a:r>
            <a:r>
              <a:rPr lang="az-Latn-AZ" altLang="en-US" sz="1300" b="1">
                <a:latin typeface="Arial" panose="020B0604020202020204" pitchFamily="34" charset="0"/>
              </a:rPr>
              <a:t>null</a:t>
            </a:r>
            <a:r>
              <a:rPr lang="az-Latn-AZ" altLang="en-US" sz="1300">
                <a:latin typeface="Arial" panose="020B0604020202020204" pitchFamily="34" charset="0"/>
              </a:rPr>
              <a:t> və ya </a:t>
            </a:r>
            <a:r>
              <a:rPr lang="az-Latn-AZ" altLang="en-US" sz="1300" b="1">
                <a:latin typeface="Arial" panose="020B0604020202020204" pitchFamily="34" charset="0"/>
              </a:rPr>
              <a:t>boş dəyər </a:t>
            </a:r>
            <a:r>
              <a:rPr lang="az-Latn-AZ" altLang="en-US" sz="1300">
                <a:latin typeface="Arial" panose="020B0604020202020204" pitchFamily="34" charset="0"/>
              </a:rPr>
              <a:t>gələndə heç nə etmə deyirik.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B983CE-2CD4-FDA4-14D0-0216733A0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78746"/>
            <a:ext cx="4496427" cy="13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Kodumuz </a:t>
            </a:r>
            <a:r>
              <a:rPr lang="az-Latn-AZ" altLang="en-US" sz="1300">
                <a:latin typeface="Arial" panose="020B0604020202020204" pitchFamily="34" charset="0"/>
              </a:rPr>
              <a:t>işləyir.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D6DD5A-ADCA-E1B0-D990-27F2CA53A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515" y="1266045"/>
            <a:ext cx="7773485" cy="559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B4141-273C-5AF7-48E9-740B66984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90E36D-7B76-C1CF-C757-D8744020E0AA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137106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D89AA-B75D-01CD-63F2-9030BB573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3522E7-6CE9-AC56-3377-144398599CA3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43458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C838C-630D-8298-46C3-DF97EF0FF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57377D-5F5C-E1F6-F874-3E399355E8AF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388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5697</TotalTime>
  <Words>444</Words>
  <Application>Microsoft Office PowerPoint</Application>
  <PresentationFormat>Widescreen</PresentationFormat>
  <Paragraphs>36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371</cp:revision>
  <dcterms:created xsi:type="dcterms:W3CDTF">2025-04-12T11:00:44Z</dcterms:created>
  <dcterms:modified xsi:type="dcterms:W3CDTF">2025-08-09T15:27:24Z</dcterms:modified>
</cp:coreProperties>
</file>