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14" r:id="rId11"/>
    <p:sldId id="400" r:id="rId12"/>
    <p:sldId id="423" r:id="rId13"/>
    <p:sldId id="424" r:id="rId14"/>
    <p:sldId id="42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https://sweetalert2.github.io/#examples</a:t>
            </a:r>
            <a:r>
              <a:rPr lang="az-Latn-AZ" altLang="en-US" sz="1300">
                <a:latin typeface="Arial" panose="020B0604020202020204" pitchFamily="34" charset="0"/>
              </a:rPr>
              <a:t>   -   İndi, </a:t>
            </a:r>
            <a:r>
              <a:rPr lang="az-Latn-AZ" altLang="en-US" sz="1300" b="1">
                <a:latin typeface="Arial" panose="020B0604020202020204" pitchFamily="34" charset="0"/>
              </a:rPr>
              <a:t>Slider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düyməsini konfiqurasiya edəcəyik. Ancaq ilk olaraq,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sweetalert2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adında bir saytda daxil olaraq, </a:t>
            </a:r>
            <a:r>
              <a:rPr lang="az-Latn-AZ" altLang="en-US" sz="1300" b="1"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taginin </a:t>
            </a:r>
            <a:r>
              <a:rPr lang="az-Latn-AZ" altLang="en-US" sz="1300" b="1">
                <a:latin typeface="Arial" panose="020B0604020202020204" pitchFamily="34" charset="0"/>
              </a:rPr>
              <a:t>cdn</a:t>
            </a:r>
            <a:r>
              <a:rPr lang="az-Latn-AZ" altLang="en-US" sz="1300">
                <a:latin typeface="Arial" panose="020B0604020202020204" pitchFamily="34" charset="0"/>
              </a:rPr>
              <a:t> linkini götürürük və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resources\views\admin\layouts\master.blade.php</a:t>
            </a:r>
            <a:r>
              <a:rPr lang="az-Latn-AZ" altLang="en-US" sz="1300">
                <a:latin typeface="Arial" panose="020B0604020202020204" pitchFamily="34" charset="0"/>
              </a:rPr>
              <a:t>` faylına yerləşdiririk. Bu paket sayəsində gözəl </a:t>
            </a:r>
            <a:r>
              <a:rPr lang="az-Latn-AZ" altLang="en-US" sz="1300" b="1">
                <a:latin typeface="Arial" panose="020B0604020202020204" pitchFamily="34" charset="0"/>
              </a:rPr>
              <a:t>modal</a:t>
            </a:r>
            <a:r>
              <a:rPr lang="az-Latn-AZ" altLang="en-US" sz="1300">
                <a:latin typeface="Arial" panose="020B0604020202020204" pitchFamily="34" charset="0"/>
              </a:rPr>
              <a:t> pəncərələr göstərə bilərik.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Məsələn,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düyməsini kliklədikdə, </a:t>
            </a:r>
            <a:r>
              <a:rPr lang="az-Latn-AZ" altLang="en-US" sz="1300" b="1">
                <a:latin typeface="Arial" panose="020B0604020202020204" pitchFamily="34" charset="0"/>
              </a:rPr>
              <a:t>modal</a:t>
            </a:r>
            <a:r>
              <a:rPr lang="az-Latn-AZ" altLang="en-US" sz="1300">
                <a:latin typeface="Arial" panose="020B0604020202020204" pitchFamily="34" charset="0"/>
              </a:rPr>
              <a:t> (pop-up) pəncərə açılır və mövcud postu silmək istəyib-istəməyəcəyimizi soruşur.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4C156-5A60-E8D8-28AB-A2D304340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050" y="1911926"/>
            <a:ext cx="6150950" cy="4946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0BBF7-C2DC-8D7A-F340-C682C8AF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9420"/>
            <a:ext cx="5631676" cy="25485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065A-A922-D26B-7149-D27A23FC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68FE15-22EB-79A7-F6F8-DC965FB0466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daxil oluruq `</a:t>
            </a:r>
            <a:r>
              <a:rPr lang="az-Latn-AZ" altLang="en-US" sz="1300" b="1">
                <a:latin typeface="Arial" panose="020B0604020202020204" pitchFamily="34" charset="0"/>
              </a:rPr>
              <a:t>app\DataTables\</a:t>
            </a:r>
            <a:r>
              <a:rPr lang="az-Latn-AZ" altLang="en-US" sz="1300" b="1" u="sng">
                <a:latin typeface="Arial" panose="020B0604020202020204" pitchFamily="34" charset="0"/>
              </a:rPr>
              <a:t>SliderDataTable.php</a:t>
            </a:r>
            <a:r>
              <a:rPr lang="az-Latn-AZ" altLang="en-US" sz="1300">
                <a:latin typeface="Arial" panose="020B0604020202020204" pitchFamily="34" charset="0"/>
              </a:rPr>
              <a:t>` faylına və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edən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az-Latn-AZ" altLang="en-US" sz="1300">
                <a:latin typeface="Arial" panose="020B0604020202020204" pitchFamily="34" charset="0"/>
              </a:rPr>
              <a:t> elementinə özümüzdən bir </a:t>
            </a:r>
            <a:r>
              <a:rPr lang="az-Latn-AZ" altLang="en-US" sz="1300" b="1">
                <a:latin typeface="Arial" panose="020B0604020202020204" pitchFamily="34" charset="0"/>
              </a:rPr>
              <a:t>class</a:t>
            </a:r>
            <a:r>
              <a:rPr lang="az-Latn-AZ" altLang="en-US" sz="1300">
                <a:latin typeface="Arial" panose="020B0604020202020204" pitchFamily="34" charset="0"/>
              </a:rPr>
              <a:t> adı əlavə edirik: 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delete-item</a:t>
            </a:r>
            <a:r>
              <a:rPr lang="az-Latn-AZ" altLang="en-US" sz="1300">
                <a:latin typeface="Arial" panose="020B0604020202020204" pitchFamily="34" charset="0"/>
              </a:rPr>
              <a:t>`.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Həmin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 vasitəsi ilə bu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elementi üçün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yaradırıq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</a:t>
            </a:r>
            <a:r>
              <a:rPr lang="en-US" altLang="en-US" sz="1300" b="1" u="sng">
                <a:latin typeface="Arial" panose="020B0604020202020204" pitchFamily="34" charset="0"/>
              </a:rPr>
              <a:t>master.blade.php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faylında.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 klikləndikdə isə, `</a:t>
            </a:r>
            <a:r>
              <a:rPr lang="az-Latn-AZ" altLang="en-US" sz="1300" b="1">
                <a:latin typeface="Arial" panose="020B0604020202020204" pitchFamily="34" charset="0"/>
              </a:rPr>
              <a:t>sweetalert2</a:t>
            </a:r>
            <a:r>
              <a:rPr lang="az-Latn-AZ" altLang="en-US" sz="1300">
                <a:latin typeface="Arial" panose="020B0604020202020204" pitchFamily="34" charset="0"/>
              </a:rPr>
              <a:t>` saytından götürdüyümüz kodlar çağrılacaq və </a:t>
            </a:r>
            <a:r>
              <a:rPr lang="az-Latn-AZ" altLang="en-US" sz="1300" b="1">
                <a:latin typeface="Arial" panose="020B0604020202020204" pitchFamily="34" charset="0"/>
              </a:rPr>
              <a:t>kontrollerə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ajax</a:t>
            </a:r>
            <a:r>
              <a:rPr lang="az-Latn-AZ" altLang="en-US" sz="1300">
                <a:latin typeface="Arial" panose="020B0604020202020204" pitchFamily="34" charset="0"/>
              </a:rPr>
              <a:t> sorğu göndəriləcək.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9A614-BBF6-BC5E-39BB-9ED08E84D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017607"/>
            <a:ext cx="2423886" cy="18523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2AA367-0926-B8D9-10C5-18271E9C5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094" y="2017606"/>
            <a:ext cx="9121905" cy="48403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0368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0189-297B-EEB8-51F8-4A40C1A03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F2B36-E144-CE62-909E-903AE459AEED}"/>
              </a:ext>
            </a:extLst>
          </p:cNvPr>
          <p:cNvSpPr txBox="1"/>
          <p:nvPr/>
        </p:nvSpPr>
        <p:spPr>
          <a:xfrm>
            <a:off x="217713" y="98028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Test etmək üçün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düyməsini klikləyirik və şəkildəki kimi bir xəta görəcəyik: </a:t>
            </a:r>
            <a:r>
              <a:rPr lang="az-Latn-AZ" altLang="en-US" sz="1300" b="1">
                <a:latin typeface="Arial" panose="020B0604020202020204" pitchFamily="34" charset="0"/>
              </a:rPr>
              <a:t>CSRF token</a:t>
            </a:r>
            <a:r>
              <a:rPr lang="az-Latn-AZ" altLang="en-US" sz="1300">
                <a:latin typeface="Arial" panose="020B0604020202020204" pitchFamily="34" charset="0"/>
              </a:rPr>
              <a:t> xətası. Laravel-də </a:t>
            </a:r>
            <a:r>
              <a:rPr lang="az-Latn-AZ" altLang="en-US" sz="1300" b="1">
                <a:latin typeface="Arial" panose="020B0604020202020204" pitchFamily="34" charset="0"/>
              </a:rPr>
              <a:t>AJAX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etmək üçün </a:t>
            </a:r>
            <a:r>
              <a:rPr lang="az-Latn-AZ" altLang="en-US" sz="1300" b="1">
                <a:latin typeface="Arial" panose="020B0604020202020204" pitchFamily="34" charset="0"/>
              </a:rPr>
              <a:t>CSRF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token</a:t>
            </a:r>
            <a:r>
              <a:rPr lang="az-Latn-AZ" altLang="en-US" sz="1300">
                <a:latin typeface="Arial" panose="020B0604020202020204" pitchFamily="34" charset="0"/>
              </a:rPr>
              <a:t> göndərməlisən. Əks halda </a:t>
            </a:r>
            <a:r>
              <a:rPr lang="az-Latn-AZ" altLang="en-US" sz="1300" b="1">
                <a:latin typeface="Arial" panose="020B0604020202020204" pitchFamily="34" charset="0"/>
              </a:rPr>
              <a:t>Laravel 419 (Page Expired) </a:t>
            </a:r>
            <a:r>
              <a:rPr lang="az-Latn-AZ" altLang="en-US" sz="1300">
                <a:latin typeface="Arial" panose="020B0604020202020204" pitchFamily="34" charset="0"/>
              </a:rPr>
              <a:t>xətası qaytaracaq.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380D54-3D26-50AD-2693-70B74B90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0476"/>
            <a:ext cx="12192000" cy="599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7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9064-2E4A-71C6-49F2-D83C7A66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2846E-C98F-D606-9B6B-2EBAA3F8439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CADCD-5B14-9D5E-A8EF-50B92B8C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480" y="0"/>
            <a:ext cx="9174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9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757D-A8C8-F5CD-A01D-BA564FFB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8F5BAE-E2F8-F48F-95D7-7835A7EADCA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HEADER</a:t>
            </a:r>
            <a:r>
              <a:rPr lang="az-Latn-AZ" altLang="en-US" sz="1300">
                <a:latin typeface="Arial" panose="020B0604020202020204" pitchFamily="34" charset="0"/>
              </a:rPr>
              <a:t> başlığı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C4B0A-11B1-9BF8-4852-1D0378CA8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88" y="0"/>
            <a:ext cx="5444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6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D7801-0978-D0C3-6E1B-24D56588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ADDCEE-93FE-F037-CCED-9F5EE6E1F467}"/>
              </a:ext>
            </a:extLst>
          </p:cNvPr>
          <p:cNvSpPr txBox="1"/>
          <p:nvPr/>
        </p:nvSpPr>
        <p:spPr>
          <a:xfrm>
            <a:off x="217714" y="7373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AJAX soruğunun göndərilib - göndərilməyəcəyini birdə test edirik və status olaraq 200 görürüksə, deməkdir ki, hər şey qaydasındadır.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37974-43CB-113A-B746-E7AAF4A7F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164"/>
            <a:ext cx="12192000" cy="630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6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0E0B-9499-75F1-E8F4-3DA57BBA7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1434BE-E5A5-36F8-CE41-54FED4571EB8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AJAX sorğunun, kontrollerə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göndərib göndərmədiyini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 ilə də,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 </a:t>
            </a:r>
            <a:r>
              <a:rPr lang="az-Latn-AZ" altLang="en-US" sz="1300">
                <a:latin typeface="Arial" panose="020B0604020202020204" pitchFamily="34" charset="0"/>
              </a:rPr>
              <a:t>gəlir.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slaydda isə həm </a:t>
            </a:r>
            <a:r>
              <a:rPr lang="az-Latn-AZ" altLang="en-US" sz="1300" b="1">
                <a:latin typeface="Arial" panose="020B0604020202020204" pitchFamily="34" charset="0"/>
              </a:rPr>
              <a:t>Storage</a:t>
            </a:r>
            <a:r>
              <a:rPr lang="az-Latn-AZ" altLang="en-US" sz="1300">
                <a:latin typeface="Arial" panose="020B0604020202020204" pitchFamily="34" charset="0"/>
              </a:rPr>
              <a:t> içindən şəkli, həmdə </a:t>
            </a:r>
            <a:r>
              <a:rPr lang="az-Latn-AZ" altLang="en-US" sz="1300" b="1">
                <a:latin typeface="Arial" panose="020B0604020202020204" pitchFamily="34" charset="0"/>
              </a:rPr>
              <a:t>Slider modelindən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məlumatları silmək üçün</a:t>
            </a:r>
            <a:r>
              <a:rPr lang="az-Latn-AZ" altLang="en-US" sz="1300">
                <a:latin typeface="Arial" panose="020B0604020202020204" pitchFamily="34" charset="0"/>
              </a:rPr>
              <a:t> istifadə edilən kodumuzu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8B630-50FA-2D2A-D091-E49755F9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084" y="0"/>
            <a:ext cx="399991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CE71ED-E1D4-A31C-AC97-3F90DEC18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8771"/>
            <a:ext cx="6707642" cy="34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2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5C3C-09FC-D943-333E-3DE4B1B2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3286A4-ACD0-2899-89B5-C47F270942A6}"/>
              </a:ext>
            </a:extLst>
          </p:cNvPr>
          <p:cNvSpPr txBox="1"/>
          <p:nvPr/>
        </p:nvSpPr>
        <p:spPr>
          <a:xfrm>
            <a:off x="217714" y="5541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 silindikdən sonra isə, geriyə </a:t>
            </a:r>
            <a:r>
              <a:rPr lang="az-Latn-AZ" altLang="en-US" sz="1300" b="1">
                <a:latin typeface="Arial" panose="020B0604020202020204" pitchFamily="34" charset="0"/>
              </a:rPr>
              <a:t>status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message</a:t>
            </a:r>
            <a:r>
              <a:rPr lang="az-Latn-AZ" altLang="en-US" sz="1300">
                <a:latin typeface="Arial" panose="020B0604020202020204" pitchFamily="34" charset="0"/>
              </a:rPr>
              <a:t> göndəririk.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7E636-9835-9668-EC9D-AEE91778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843"/>
            <a:ext cx="12192000" cy="637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3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9E81-C35E-BD71-F54E-4F77C94E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444E2B-C38B-E36E-E819-C77230EEADDD}"/>
              </a:ext>
            </a:extLst>
          </p:cNvPr>
          <p:cNvSpPr txBox="1"/>
          <p:nvPr/>
        </p:nvSpPr>
        <p:spPr>
          <a:xfrm>
            <a:off x="217713" y="88792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-də, Slider cədvəlində şəkil yoxdursa,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varsa, onda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az-Latn-AZ" altLang="en-US" sz="1300" b="1">
                <a:latin typeface="Arial" panose="020B0604020202020204" pitchFamily="34" charset="0"/>
              </a:rPr>
              <a:t>mage(string $path)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</a:t>
            </a:r>
            <a:r>
              <a:rPr lang="az-Latn-AZ" altLang="en-US" sz="1300">
                <a:latin typeface="Arial" panose="020B0604020202020204" pitchFamily="34" charset="0"/>
              </a:rPr>
              <a:t> göndərmiş oluruq. </a:t>
            </a:r>
            <a:r>
              <a:rPr lang="az-Latn-AZ" altLang="en-US" sz="1300" b="1">
                <a:latin typeface="Arial" panose="020B0604020202020204" pitchFamily="34" charset="0"/>
              </a:rPr>
              <a:t>$path </a:t>
            </a:r>
            <a:r>
              <a:rPr lang="az-Latn-AZ" altLang="en-US" sz="1300">
                <a:latin typeface="Arial" panose="020B0604020202020204" pitchFamily="34" charset="0"/>
              </a:rPr>
              <a:t>dəyişəninin </a:t>
            </a:r>
            <a:r>
              <a:rPr lang="az-Latn-AZ" altLang="en-US" sz="1300" b="1">
                <a:latin typeface="Arial" panose="020B0604020202020204" pitchFamily="34" charset="0"/>
              </a:rPr>
              <a:t>null</a:t>
            </a:r>
            <a:r>
              <a:rPr lang="az-Latn-AZ" altLang="en-US" sz="1300">
                <a:latin typeface="Arial" panose="020B0604020202020204" pitchFamily="34" charset="0"/>
              </a:rPr>
              <a:t> olması səbəbindən isə aşağıdakı kimi xəta gəlir.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EC040-B3E9-2922-0DAD-42451F267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6829"/>
            <a:ext cx="12192000" cy="59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2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Bizim aldığım</a:t>
            </a:r>
            <a:r>
              <a:rPr lang="az-Latn-AZ" altLang="en-US" sz="1300" b="1">
                <a:latin typeface="Arial" panose="020B0604020202020204" pitchFamily="34" charset="0"/>
              </a:rPr>
              <a:t>ız</a:t>
            </a:r>
            <a:r>
              <a:rPr lang="en-US" altLang="en-US" sz="1300" b="1">
                <a:latin typeface="Arial" panose="020B0604020202020204" pitchFamily="34" charset="0"/>
              </a:rPr>
              <a:t> xəta deyir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Argument #1 ($path) must be of type string, null given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Yəni </a:t>
            </a:r>
            <a:r>
              <a:rPr lang="en-US" altLang="en-US" sz="1300" b="1">
                <a:latin typeface="Arial" panose="020B0604020202020204" pitchFamily="34" charset="0"/>
              </a:rPr>
              <a:t>deleteImage() </a:t>
            </a:r>
            <a:r>
              <a:rPr lang="en-US" altLang="en-US" sz="1300">
                <a:latin typeface="Arial" panose="020B0604020202020204" pitchFamily="34" charset="0"/>
              </a:rPr>
              <a:t>metoduna </a:t>
            </a:r>
            <a:r>
              <a:rPr lang="en-US" altLang="en-US" sz="1300" b="1">
                <a:latin typeface="Arial" panose="020B0604020202020204" pitchFamily="34" charset="0"/>
              </a:rPr>
              <a:t>string</a:t>
            </a:r>
            <a:r>
              <a:rPr lang="en-US" altLang="en-US" sz="1300">
                <a:latin typeface="Arial" panose="020B0604020202020204" pitchFamily="34" charset="0"/>
              </a:rPr>
              <a:t> tipində yol (məs: "</a:t>
            </a:r>
            <a:r>
              <a:rPr lang="en-US" altLang="en-US" sz="1300" b="1">
                <a:latin typeface="Arial" panose="020B0604020202020204" pitchFamily="34" charset="0"/>
              </a:rPr>
              <a:t>uploads/banner.jpg</a:t>
            </a:r>
            <a:r>
              <a:rPr lang="en-US" altLang="en-US" sz="1300">
                <a:latin typeface="Arial" panose="020B0604020202020204" pitchFamily="34" charset="0"/>
              </a:rPr>
              <a:t>") göndərilməlidir, amma sən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r>
              <a:rPr lang="en-US" altLang="en-US" sz="1300">
                <a:latin typeface="Arial" panose="020B0604020202020204" pitchFamily="34" charset="0"/>
              </a:rPr>
              <a:t> göndərmisən.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adətən belə hallarda baş verir: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Silmək istədiyin şəkilin bazada yolu yoxdur (</a:t>
            </a:r>
            <a:r>
              <a:rPr lang="en-US" altLang="en-US" sz="1300" b="1">
                <a:latin typeface="Arial" panose="020B0604020202020204" pitchFamily="34" charset="0"/>
              </a:rPr>
              <a:t>null</a:t>
            </a:r>
            <a:r>
              <a:rPr lang="en-US" altLang="en-US" sz="1300">
                <a:latin typeface="Arial" panose="020B060402020202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Sən </a:t>
            </a:r>
            <a:r>
              <a:rPr lang="en-US" altLang="en-US" sz="1300" b="1">
                <a:latin typeface="Arial" panose="020B0604020202020204" pitchFamily="34" charset="0"/>
              </a:rPr>
              <a:t>deleteImage($slider-&gt;banner) </a:t>
            </a:r>
            <a:r>
              <a:rPr lang="en-US" altLang="en-US" sz="1300">
                <a:latin typeface="Arial" panose="020B0604020202020204" pitchFamily="34" charset="0"/>
              </a:rPr>
              <a:t>çağırmısan, amma </a:t>
            </a:r>
            <a:r>
              <a:rPr lang="en-US" altLang="en-US" sz="1300" b="1">
                <a:latin typeface="Arial" panose="020B0604020202020204" pitchFamily="34" charset="0"/>
              </a:rPr>
              <a:t>$slider-&gt;banner </a:t>
            </a:r>
            <a:r>
              <a:rPr lang="en-US" altLang="en-US" sz="1300">
                <a:latin typeface="Arial" panose="020B0604020202020204" pitchFamily="34" charset="0"/>
              </a:rPr>
              <a:t>boş qalıb.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Həll yolları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1) </a:t>
            </a:r>
            <a:r>
              <a:rPr lang="en-US" altLang="en-US" sz="1300">
                <a:latin typeface="Arial" panose="020B0604020202020204" pitchFamily="34" charset="0"/>
              </a:rPr>
              <a:t>Parametr </a:t>
            </a:r>
            <a:r>
              <a:rPr lang="en-US" altLang="en-US" sz="1300" b="1">
                <a:latin typeface="Arial" panose="020B0604020202020204" pitchFamily="34" charset="0"/>
              </a:rPr>
              <a:t>opsional</a:t>
            </a:r>
            <a:r>
              <a:rPr lang="en-US" altLang="en-US" sz="1300">
                <a:latin typeface="Arial" panose="020B0604020202020204" pitchFamily="34" charset="0"/>
              </a:rPr>
              <a:t> olsun və </a:t>
            </a:r>
            <a:r>
              <a:rPr lang="en-US" altLang="en-US" sz="1300" b="1">
                <a:latin typeface="Arial" panose="020B0604020202020204" pitchFamily="34" charset="0"/>
              </a:rPr>
              <a:t>null</a:t>
            </a:r>
            <a:r>
              <a:rPr lang="en-US" altLang="en-US" sz="1300">
                <a:latin typeface="Arial" panose="020B0604020202020204" pitchFamily="34" charset="0"/>
              </a:rPr>
              <a:t> gələrsə işləməsin</a:t>
            </a:r>
            <a:r>
              <a:rPr lang="az-Latn-AZ" altLang="en-US" sz="1300">
                <a:latin typeface="Arial" panose="020B0604020202020204" pitchFamily="34" charset="0"/>
              </a:rPr>
              <a:t>: Burada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?string </a:t>
            </a:r>
            <a:r>
              <a:rPr lang="az-Latn-AZ" altLang="en-US" sz="1300">
                <a:latin typeface="Arial" panose="020B0604020202020204" pitchFamily="34" charset="0"/>
              </a:rPr>
              <a:t>dediyimiz zaman </a:t>
            </a:r>
            <a:r>
              <a:rPr lang="az-Latn-AZ" altLang="en-US" sz="1300" b="1">
                <a:latin typeface="Arial" panose="020B0604020202020204" pitchFamily="34" charset="0"/>
              </a:rPr>
              <a:t>$path </a:t>
            </a:r>
            <a:r>
              <a:rPr lang="az-Latn-AZ" altLang="en-US" sz="1300">
                <a:latin typeface="Arial" panose="020B0604020202020204" pitchFamily="34" charset="0"/>
              </a:rPr>
              <a:t>həm </a:t>
            </a:r>
            <a:r>
              <a:rPr lang="az-Latn-AZ" altLang="en-US" sz="1300" b="1">
                <a:latin typeface="Arial" panose="020B0604020202020204" pitchFamily="34" charset="0"/>
              </a:rPr>
              <a:t>string</a:t>
            </a:r>
            <a:r>
              <a:rPr lang="az-Latn-AZ" altLang="en-US" sz="1300">
                <a:latin typeface="Arial" panose="020B0604020202020204" pitchFamily="34" charset="0"/>
              </a:rPr>
              <a:t>, həm də </a:t>
            </a:r>
            <a:r>
              <a:rPr lang="az-Latn-AZ" altLang="en-US" sz="1300" b="1">
                <a:latin typeface="Arial" panose="020B0604020202020204" pitchFamily="34" charset="0"/>
              </a:rPr>
              <a:t>null</a:t>
            </a:r>
            <a:r>
              <a:rPr lang="az-Latn-AZ" altLang="en-US" sz="1300">
                <a:latin typeface="Arial" panose="020B0604020202020204" pitchFamily="34" charset="0"/>
              </a:rPr>
              <a:t> ola bilər. Əlavə olaraq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$path &amp;&amp; </a:t>
            </a:r>
            <a:r>
              <a:rPr lang="az-Latn-AZ" altLang="en-US" sz="1300">
                <a:latin typeface="Arial" panose="020B0604020202020204" pitchFamily="34" charset="0"/>
              </a:rPr>
              <a:t>yoxlaması ilə, </a:t>
            </a:r>
            <a:r>
              <a:rPr lang="az-Latn-AZ" altLang="en-US" sz="1300" b="1">
                <a:latin typeface="Arial" panose="020B0604020202020204" pitchFamily="34" charset="0"/>
              </a:rPr>
              <a:t>null</a:t>
            </a:r>
            <a:r>
              <a:rPr lang="az-Latn-AZ" altLang="en-US" sz="1300">
                <a:latin typeface="Arial" panose="020B0604020202020204" pitchFamily="34" charset="0"/>
              </a:rPr>
              <a:t> və ya </a:t>
            </a:r>
            <a:r>
              <a:rPr lang="az-Latn-AZ" altLang="en-US" sz="1300" b="1">
                <a:latin typeface="Arial" panose="020B0604020202020204" pitchFamily="34" charset="0"/>
              </a:rPr>
              <a:t>boş dəyər </a:t>
            </a:r>
            <a:r>
              <a:rPr lang="az-Latn-AZ" altLang="en-US" sz="1300">
                <a:latin typeface="Arial" panose="020B0604020202020204" pitchFamily="34" charset="0"/>
              </a:rPr>
              <a:t>gələndə heç nə etmə deyirik.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983CE-2CD4-FDA4-14D0-0216733A0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8746"/>
            <a:ext cx="449642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Kodumuz </a:t>
            </a:r>
            <a:r>
              <a:rPr lang="az-Latn-AZ" altLang="en-US" sz="1300">
                <a:latin typeface="Arial" panose="020B0604020202020204" pitchFamily="34" charset="0"/>
              </a:rPr>
              <a:t>işləyir.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6DD5A-ADCA-E1B0-D990-27F2CA53A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515" y="1266045"/>
            <a:ext cx="7773485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B4141-273C-5AF7-48E9-740B6698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90E36D-7B76-C1CF-C757-D8744020E0AA}"/>
              </a:ext>
            </a:extLst>
          </p:cNvPr>
          <p:cNvSpPr txBox="1"/>
          <p:nvPr/>
        </p:nvSpPr>
        <p:spPr>
          <a:xfrm>
            <a:off x="217714" y="255046"/>
            <a:ext cx="2192977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Şəkillərin düzgün ölçüdə sığması üçün bir balaca stil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7506C-593C-A301-28FA-3007C9FA2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24" y="0"/>
            <a:ext cx="9424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1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89AA-B75D-01CD-63F2-9030BB57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3522E7-6CE9-AC56-3377-144398599CA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3458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C838C-630D-8298-46C3-DF97EF0F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57377D-5F5C-E1F6-F874-3E399355E8A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38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5698</TotalTime>
  <Words>454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372</cp:revision>
  <dcterms:created xsi:type="dcterms:W3CDTF">2025-04-12T11:00:44Z</dcterms:created>
  <dcterms:modified xsi:type="dcterms:W3CDTF">2025-08-09T15:39:21Z</dcterms:modified>
</cp:coreProperties>
</file>