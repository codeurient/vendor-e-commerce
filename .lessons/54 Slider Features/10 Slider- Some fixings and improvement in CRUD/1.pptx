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4" r:id="rId2"/>
    <p:sldId id="413" r:id="rId3"/>
    <p:sldId id="415" r:id="rId4"/>
    <p:sldId id="416" r:id="rId5"/>
    <p:sldId id="417" r:id="rId6"/>
    <p:sldId id="418" r:id="rId7"/>
    <p:sldId id="419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5" y="255046"/>
            <a:ext cx="2636322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 bəzi hissələri </a:t>
            </a:r>
            <a:r>
              <a:rPr lang="az-Latn-AZ" altLang="en-US" sz="1300" b="1">
                <a:latin typeface="Arial" panose="020B0604020202020204" pitchFamily="34" charset="0"/>
              </a:rPr>
              <a:t>fix</a:t>
            </a:r>
            <a:r>
              <a:rPr lang="az-Latn-AZ" altLang="en-US" sz="1300">
                <a:latin typeface="Arial" panose="020B0604020202020204" pitchFamily="34" charset="0"/>
              </a:rPr>
              <a:t>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3409CB-60EB-BF8A-7A8D-E20CAD9A0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6719" y="0"/>
            <a:ext cx="9125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1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Səhifə hər dəfə yeniləndikdə ekranın ortasında, yüklənməni ifadə edən həm </a:t>
            </a:r>
            <a:r>
              <a:rPr lang="az-Latn-AZ" altLang="en-US" sz="1300" b="1">
                <a:latin typeface="Arial" panose="020B0604020202020204" pitchFamily="34" charset="0"/>
              </a:rPr>
              <a:t>qara</a:t>
            </a:r>
            <a:r>
              <a:rPr lang="az-Latn-AZ" altLang="en-US" sz="1300">
                <a:latin typeface="Arial" panose="020B0604020202020204" pitchFamily="34" charset="0"/>
              </a:rPr>
              <a:t> rəngdə </a:t>
            </a:r>
            <a:r>
              <a:rPr lang="az-Latn-AZ" altLang="en-US" sz="1300" b="1">
                <a:latin typeface="Arial" panose="020B0604020202020204" pitchFamily="34" charset="0"/>
              </a:rPr>
              <a:t>spinner</a:t>
            </a:r>
            <a:r>
              <a:rPr lang="az-Latn-AZ" altLang="en-US" sz="1300">
                <a:latin typeface="Arial" panose="020B0604020202020204" pitchFamily="34" charset="0"/>
              </a:rPr>
              <a:t> həm də </a:t>
            </a:r>
            <a:r>
              <a:rPr lang="az-Latn-AZ" altLang="en-US" sz="1300" b="1">
                <a:latin typeface="Arial" panose="020B0604020202020204" pitchFamily="34" charset="0"/>
              </a:rPr>
              <a:t>göy</a:t>
            </a:r>
            <a:r>
              <a:rPr lang="az-Latn-AZ" altLang="en-US" sz="1300">
                <a:latin typeface="Arial" panose="020B0604020202020204" pitchFamily="34" charset="0"/>
              </a:rPr>
              <a:t> rəngdə </a:t>
            </a:r>
            <a:r>
              <a:rPr lang="az-Latn-AZ" altLang="en-US" sz="1300" b="1">
                <a:latin typeface="Arial" panose="020B0604020202020204" pitchFamily="34" charset="0"/>
              </a:rPr>
              <a:t>spinner</a:t>
            </a:r>
            <a:r>
              <a:rPr lang="az-Latn-AZ" altLang="en-US" sz="1300">
                <a:latin typeface="Arial" panose="020B0604020202020204" pitchFamily="34" charset="0"/>
              </a:rPr>
              <a:t> görsənir. Məsələn qara rəngli spinneri itirmək üçün ilk öncə həmin elementin CSS kodunu tapmaq lazımdır.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E2BB34-EB11-F97C-A278-90595C0EB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7" y="1691933"/>
            <a:ext cx="12192000" cy="4637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9F43A-3E4F-26EE-3A09-22C0A3862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D34584-6539-F1A8-0D15-B3136433DE52}"/>
              </a:ext>
            </a:extLst>
          </p:cNvPr>
          <p:cNvSpPr txBox="1"/>
          <p:nvPr/>
        </p:nvSpPr>
        <p:spPr>
          <a:xfrm>
            <a:off x="217714" y="88792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Həmin </a:t>
            </a:r>
            <a:r>
              <a:rPr lang="az-Latn-AZ" altLang="en-US" sz="1300" b="1">
                <a:latin typeface="Arial" panose="020B0604020202020204" pitchFamily="34" charset="0"/>
              </a:rPr>
              <a:t>spinneri</a:t>
            </a:r>
            <a:r>
              <a:rPr lang="az-Latn-AZ" altLang="en-US" sz="1300">
                <a:latin typeface="Arial" panose="020B0604020202020204" pitchFamily="34" charset="0"/>
              </a:rPr>
              <a:t> ifadə edən </a:t>
            </a:r>
            <a:r>
              <a:rPr lang="az-Latn-AZ" altLang="en-US" sz="1300" b="1">
                <a:latin typeface="Arial" panose="020B0604020202020204" pitchFamily="34" charset="0"/>
              </a:rPr>
              <a:t>element</a:t>
            </a:r>
            <a:r>
              <a:rPr lang="az-Latn-AZ" altLang="en-US" sz="1300">
                <a:latin typeface="Arial" panose="020B0604020202020204" pitchFamily="34" charset="0"/>
              </a:rPr>
              <a:t> şəkildə işarətlənən elementdir. Bunun CSS kodunu sildikdə, artıq səhifə yenilənsə belə qara spinneri görməyəcəyik.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7A7C1B-4931-2FC3-A525-887A7D6BE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2811"/>
            <a:ext cx="12192000" cy="631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529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75BDE-3236-E41F-6077-DCD6235E3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E83562-DF03-5A6B-5678-D92A30FC70B9}"/>
              </a:ext>
            </a:extLst>
          </p:cNvPr>
          <p:cNvSpPr txBox="1"/>
          <p:nvPr/>
        </p:nvSpPr>
        <p:spPr>
          <a:xfrm>
            <a:off x="217714" y="134973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Elementin class adını kopyalayaraq şəkildəki kimi axtarışa veririk və tapılan css stilini silirik.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507E00-902E-94ED-77CF-A60F21538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454" y="589713"/>
            <a:ext cx="11822545" cy="626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034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30C62-BB30-D58D-5E35-AEF03A0A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1CD4D5-DDC8-AC3F-33D1-FB89C0F4C62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C8C57A-0583-2BCE-B927-3C7A8A0B9E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7152"/>
            <a:ext cx="12192000" cy="380084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28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66923-79CB-30B6-4514-37101980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78AA9D-B19E-CB49-1F38-8530C78109CE}"/>
              </a:ext>
            </a:extLst>
          </p:cNvPr>
          <p:cNvSpPr txBox="1"/>
          <p:nvPr/>
        </p:nvSpPr>
        <p:spPr>
          <a:xfrm>
            <a:off x="110836" y="92709"/>
            <a:ext cx="11933382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Cədvəldə görsənəcək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serial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status</a:t>
            </a:r>
            <a:r>
              <a:rPr lang="az-Latn-AZ" altLang="en-US" sz="1300">
                <a:latin typeface="Arial" panose="020B0604020202020204" pitchFamily="34" charset="0"/>
              </a:rPr>
              <a:t> sütunlarınıda əlavə edirik və şərt qoşaraq deyirik ki, əgər </a:t>
            </a:r>
            <a:r>
              <a:rPr lang="az-Latn-AZ" altLang="en-US" sz="1300" b="1">
                <a:latin typeface="Arial" panose="020B0604020202020204" pitchFamily="34" charset="0"/>
              </a:rPr>
              <a:t>status == 1 </a:t>
            </a:r>
            <a:r>
              <a:rPr lang="az-Latn-AZ" altLang="en-US" sz="1300">
                <a:latin typeface="Arial" panose="020B0604020202020204" pitchFamily="34" charset="0"/>
              </a:rPr>
              <a:t>olarsa </a:t>
            </a:r>
            <a:r>
              <a:rPr lang="az-Latn-AZ" altLang="en-US" sz="1300" b="1">
                <a:latin typeface="Arial" panose="020B0604020202020204" pitchFamily="34" charset="0"/>
              </a:rPr>
              <a:t>success</a:t>
            </a:r>
            <a:r>
              <a:rPr lang="az-Latn-AZ" altLang="en-US" sz="1300">
                <a:latin typeface="Arial" panose="020B0604020202020204" pitchFamily="34" charset="0"/>
              </a:rPr>
              <a:t> elementini, əks halda </a:t>
            </a:r>
            <a:r>
              <a:rPr lang="az-Latn-AZ" altLang="en-US" sz="1300" b="1">
                <a:latin typeface="Arial" panose="020B0604020202020204" pitchFamily="34" charset="0"/>
              </a:rPr>
              <a:t>danger</a:t>
            </a:r>
            <a:r>
              <a:rPr lang="az-Latn-AZ" altLang="en-US" sz="1300">
                <a:latin typeface="Arial" panose="020B0604020202020204" pitchFamily="34" charset="0"/>
              </a:rPr>
              <a:t> elementini göstər.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EB2149-516B-F150-C7B3-FBD598CD18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9056" y="822036"/>
            <a:ext cx="8782944" cy="603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799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B02DE-E787-B53D-8237-B42F2B66B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D6E2A6-F1E4-15AE-413D-6B1A1D7AB19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F2F2F6-743D-4153-F880-5CF79D34E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46188"/>
            <a:ext cx="12192000" cy="461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50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4724</TotalTime>
  <Words>113</Words>
  <Application>Microsoft Office PowerPoint</Application>
  <PresentationFormat>Widescreen</PresentationFormat>
  <Paragraphs>10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359</cp:revision>
  <dcterms:created xsi:type="dcterms:W3CDTF">2025-04-12T11:00:44Z</dcterms:created>
  <dcterms:modified xsi:type="dcterms:W3CDTF">2025-08-09T19:22:58Z</dcterms:modified>
</cp:coreProperties>
</file>