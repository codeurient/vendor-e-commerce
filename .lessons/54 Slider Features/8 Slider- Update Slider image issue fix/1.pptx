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00" r:id="rId5"/>
    <p:sldId id="416" r:id="rId6"/>
    <p:sldId id="41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Heçnə etmədən sadəcə </a:t>
            </a:r>
            <a:r>
              <a:rPr lang="az-Latn-AZ" altLang="en-US" sz="1300" b="1"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səhifəsinə daxil olub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düyməsini kliklədikdə, şəkil itir. Bunu düzəltmək lazımdır. 	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az-Latn-AZ" altLang="en-US" sz="1300">
                <a:latin typeface="Arial" panose="020B0604020202020204" pitchFamily="34" charset="0"/>
              </a:rPr>
              <a:t>irdəki, kontrollerdə </a:t>
            </a:r>
            <a:r>
              <a:rPr lang="az-Latn-AZ" altLang="en-US" sz="1300" b="1">
                <a:latin typeface="Arial" panose="020B0604020202020204" pitchFamily="34" charset="0"/>
              </a:rPr>
              <a:t>update() </a:t>
            </a:r>
            <a:r>
              <a:rPr lang="az-Latn-AZ" altLang="en-US" sz="1300">
                <a:latin typeface="Arial" panose="020B0604020202020204" pitchFamily="34" charset="0"/>
              </a:rPr>
              <a:t>funksiyasında </a:t>
            </a:r>
            <a:r>
              <a:rPr lang="az-Latn-AZ" altLang="en-US" sz="1300" b="1">
                <a:latin typeface="Arial" panose="020B0604020202020204" pitchFamily="34" charset="0"/>
              </a:rPr>
              <a:t>updateİmage() </a:t>
            </a:r>
            <a:r>
              <a:rPr lang="az-Latn-AZ" altLang="en-US" sz="1300">
                <a:latin typeface="Arial" panose="020B0604020202020204" pitchFamily="34" charset="0"/>
              </a:rPr>
              <a:t>metodu əvəzinə </a:t>
            </a:r>
            <a:r>
              <a:rPr lang="az-Latn-AZ" altLang="en-US" sz="1300" b="1">
                <a:latin typeface="Arial" panose="020B0604020202020204" pitchFamily="34" charset="0"/>
              </a:rPr>
              <a:t>uploadİmage() </a:t>
            </a:r>
            <a:r>
              <a:rPr lang="az-Latn-AZ" altLang="en-US" sz="1300">
                <a:latin typeface="Arial" panose="020B0604020202020204" pitchFamily="34" charset="0"/>
              </a:rPr>
              <a:t>yazmışam. Bunuda düzəltmək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3D3D11-20A3-B0E3-DDC9-AA7C8C2E6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621" y="1542473"/>
            <a:ext cx="7665378" cy="53155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134974"/>
            <a:ext cx="11756571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Bunun olmamas</a:t>
            </a:r>
            <a:r>
              <a:rPr lang="az-Latn-AZ" altLang="en-US" sz="1200">
                <a:latin typeface="Arial" panose="020B0604020202020204" pitchFamily="34" charset="0"/>
              </a:rPr>
              <a:t>ı üçün </a:t>
            </a:r>
            <a:r>
              <a:rPr lang="az-Latn-AZ" altLang="en-US" sz="1200" b="1">
                <a:latin typeface="Arial" panose="020B0604020202020204" pitchFamily="34" charset="0"/>
              </a:rPr>
              <a:t>empty() </a:t>
            </a:r>
            <a:r>
              <a:rPr lang="az-Latn-AZ" altLang="en-US" sz="1200">
                <a:latin typeface="Arial" panose="020B0604020202020204" pitchFamily="34" charset="0"/>
              </a:rPr>
              <a:t>funksiyası istifadə edərək deyəcəyik ki, əgər gələn dəyər </a:t>
            </a:r>
            <a:r>
              <a:rPr lang="az-Latn-AZ" altLang="en-US" sz="1200" b="1">
                <a:latin typeface="Arial" panose="020B0604020202020204" pitchFamily="34" charset="0"/>
              </a:rPr>
              <a:t>NULL</a:t>
            </a:r>
            <a:r>
              <a:rPr lang="az-Latn-AZ" altLang="en-US" sz="1200">
                <a:latin typeface="Arial" panose="020B0604020202020204" pitchFamily="34" charset="0"/>
              </a:rPr>
              <a:t> deyiləs </a:t>
            </a:r>
            <a:r>
              <a:rPr lang="az-Latn-AZ" altLang="en-US" sz="1200" b="1">
                <a:latin typeface="Arial" panose="020B0604020202020204" pitchFamily="34" charset="0"/>
              </a:rPr>
              <a:t>banner</a:t>
            </a:r>
            <a:r>
              <a:rPr lang="az-Latn-AZ" altLang="en-US" sz="1200">
                <a:latin typeface="Arial" panose="020B0604020202020204" pitchFamily="34" charset="0"/>
              </a:rPr>
              <a:t> sütununa nəsə yaz. Əks halda heçnə etməyəcək.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74578-B387-8D81-86DB-805BE5322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817"/>
            <a:ext cx="12192000" cy="62071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937E-1201-08F9-AB70-6AD12C46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576429-D493-3C1D-1C90-36687CD741DC}"/>
              </a:ext>
            </a:extLst>
          </p:cNvPr>
          <p:cNvSpPr txBox="1"/>
          <p:nvPr/>
        </p:nvSpPr>
        <p:spPr>
          <a:xfrm>
            <a:off x="128649" y="190392"/>
            <a:ext cx="6031345" cy="515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050" b="1">
                <a:solidFill>
                  <a:srgbClr val="FF0000"/>
                </a:solidFill>
                <a:latin typeface="Arial" panose="020B0604020202020204" pitchFamily="34" charset="0"/>
              </a:rPr>
              <a:t>$slider-&gt;banner = empty(!$imagePath); </a:t>
            </a:r>
            <a:r>
              <a:rPr lang="en-US" altLang="en-US" sz="1050" b="1">
                <a:latin typeface="Arial" panose="020B0604020202020204" pitchFamily="34" charset="0"/>
              </a:rPr>
              <a:t>burada olan məntiqi addım-addım izah edim</a:t>
            </a:r>
            <a:r>
              <a:rPr lang="en-US" altLang="en-US" sz="105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b="1">
                <a:latin typeface="Arial" panose="020B0604020202020204" pitchFamily="34" charset="0"/>
              </a:rPr>
              <a:t>$imagePath </a:t>
            </a:r>
            <a:r>
              <a:rPr lang="en-US" altLang="en-US" sz="1050">
                <a:latin typeface="Arial" panose="020B0604020202020204" pitchFamily="34" charset="0"/>
              </a:rPr>
              <a:t>dəyişəni </a:t>
            </a:r>
            <a:r>
              <a:rPr lang="en-US" altLang="en-US" sz="1050" b="1">
                <a:latin typeface="Arial" panose="020B0604020202020204" pitchFamily="34" charset="0"/>
              </a:rPr>
              <a:t>updateImage() </a:t>
            </a:r>
            <a:r>
              <a:rPr lang="en-US" altLang="en-US" sz="1050">
                <a:latin typeface="Arial" panose="020B0604020202020204" pitchFamily="34" charset="0"/>
              </a:rPr>
              <a:t>metodundan qaytarılan nəticədir. Əgər yeni şəkil yüklənibsə, bu dəyişəndə şəkilin yolu (</a:t>
            </a:r>
            <a:r>
              <a:rPr lang="en-US" altLang="en-US" sz="1050" b="1">
                <a:solidFill>
                  <a:srgbClr val="00B050"/>
                </a:solidFill>
                <a:latin typeface="Arial" panose="020B0604020202020204" pitchFamily="34" charset="0"/>
              </a:rPr>
              <a:t>string</a:t>
            </a:r>
            <a:r>
              <a:rPr lang="en-US" altLang="en-US" sz="1050">
                <a:latin typeface="Arial" panose="020B0604020202020204" pitchFamily="34" charset="0"/>
              </a:rPr>
              <a:t>) olacaq, əks halda </a:t>
            </a:r>
            <a:r>
              <a:rPr lang="en-US" altLang="en-US" sz="1050" b="1">
                <a:solidFill>
                  <a:srgbClr val="00B050"/>
                </a:solidFill>
                <a:latin typeface="Arial" panose="020B0604020202020204" pitchFamily="34" charset="0"/>
              </a:rPr>
              <a:t>null</a:t>
            </a:r>
            <a:r>
              <a:rPr lang="en-US" altLang="en-US" sz="1050">
                <a:latin typeface="Arial" panose="020B0604020202020204" pitchFamily="34" charset="0"/>
              </a:rPr>
              <a:t> olacaq.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b="1">
                <a:latin typeface="Arial" panose="020B0604020202020204" pitchFamily="34" charset="0"/>
              </a:rPr>
              <a:t>!$imagePath</a:t>
            </a:r>
            <a:r>
              <a:rPr lang="en-US" altLang="en-US" sz="1050">
                <a:latin typeface="Arial" panose="020B0604020202020204" pitchFamily="34" charset="0"/>
              </a:rPr>
              <a:t> →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050">
                <a:latin typeface="Arial" panose="020B0604020202020204" pitchFamily="34" charset="0"/>
              </a:rPr>
              <a:t>Əgər </a:t>
            </a:r>
            <a:r>
              <a:rPr lang="en-US" altLang="en-US" sz="1050" b="1">
                <a:latin typeface="Arial" panose="020B0604020202020204" pitchFamily="34" charset="0"/>
              </a:rPr>
              <a:t>$imagePath </a:t>
            </a:r>
            <a:r>
              <a:rPr lang="en-US" altLang="en-US" sz="1050" b="1">
                <a:solidFill>
                  <a:srgbClr val="00B050"/>
                </a:solidFill>
                <a:latin typeface="Arial" panose="020B0604020202020204" pitchFamily="34" charset="0"/>
              </a:rPr>
              <a:t>null</a:t>
            </a:r>
            <a:r>
              <a:rPr lang="en-US" altLang="en-US" sz="1050">
                <a:latin typeface="Arial" panose="020B0604020202020204" pitchFamily="34" charset="0"/>
              </a:rPr>
              <a:t> və ya boş stringdirsə </a:t>
            </a:r>
            <a:r>
              <a:rPr lang="en-US" altLang="en-US" sz="1050" b="1">
                <a:latin typeface="Arial" panose="020B0604020202020204" pitchFamily="34" charset="0"/>
              </a:rPr>
              <a:t>→ !$imagePath true</a:t>
            </a:r>
            <a:r>
              <a:rPr lang="en-US" altLang="en-US" sz="1050">
                <a:latin typeface="Arial" panose="020B0604020202020204" pitchFamily="34" charset="0"/>
              </a:rPr>
              <a:t> olacaq.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050">
                <a:latin typeface="Arial" panose="020B0604020202020204" pitchFamily="34" charset="0"/>
              </a:rPr>
              <a:t>Əgər </a:t>
            </a:r>
            <a:r>
              <a:rPr lang="en-US" altLang="en-US" sz="1050" b="1">
                <a:latin typeface="Arial" panose="020B0604020202020204" pitchFamily="34" charset="0"/>
              </a:rPr>
              <a:t>$imagePath </a:t>
            </a:r>
            <a:r>
              <a:rPr lang="en-US" altLang="en-US" sz="1050">
                <a:latin typeface="Arial" panose="020B0604020202020204" pitchFamily="34" charset="0"/>
              </a:rPr>
              <a:t>doludursa (məs., "</a:t>
            </a:r>
            <a:r>
              <a:rPr lang="en-US" altLang="en-US" sz="1050" b="1">
                <a:latin typeface="Arial" panose="020B0604020202020204" pitchFamily="34" charset="0"/>
              </a:rPr>
              <a:t>uploads/media_123.jpg</a:t>
            </a:r>
            <a:r>
              <a:rPr lang="en-US" altLang="en-US" sz="1050">
                <a:latin typeface="Arial" panose="020B0604020202020204" pitchFamily="34" charset="0"/>
              </a:rPr>
              <a:t>") → </a:t>
            </a:r>
            <a:r>
              <a:rPr lang="en-US" altLang="en-US" sz="1050" b="1">
                <a:latin typeface="Arial" panose="020B0604020202020204" pitchFamily="34" charset="0"/>
              </a:rPr>
              <a:t>!$imagePath false</a:t>
            </a:r>
            <a:r>
              <a:rPr lang="en-US" altLang="en-US" sz="1050">
                <a:latin typeface="Arial" panose="020B0604020202020204" pitchFamily="34" charset="0"/>
              </a:rPr>
              <a:t> olacaq.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b="1">
                <a:latin typeface="Arial" panose="020B0604020202020204" pitchFamily="34" charset="0"/>
              </a:rPr>
              <a:t>empty(!$imagePath) </a:t>
            </a:r>
            <a:r>
              <a:rPr lang="en-US" altLang="en-US" sz="1050">
                <a:latin typeface="Arial" panose="020B0604020202020204" pitchFamily="34" charset="0"/>
              </a:rPr>
              <a:t>→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050" b="1">
                <a:latin typeface="Arial" panose="020B0604020202020204" pitchFamily="34" charset="0"/>
              </a:rPr>
              <a:t>empty() </a:t>
            </a:r>
            <a:r>
              <a:rPr lang="en-US" altLang="en-US" sz="1050">
                <a:latin typeface="Arial" panose="020B0604020202020204" pitchFamily="34" charset="0"/>
              </a:rPr>
              <a:t>funksiyası </a:t>
            </a:r>
            <a:r>
              <a:rPr lang="en-US" altLang="en-US" sz="1050" b="1">
                <a:latin typeface="Arial" panose="020B0604020202020204" pitchFamily="34" charset="0"/>
              </a:rPr>
              <a:t>true</a:t>
            </a:r>
            <a:r>
              <a:rPr lang="en-US" altLang="en-US" sz="1050">
                <a:latin typeface="Arial" panose="020B0604020202020204" pitchFamily="34" charset="0"/>
              </a:rPr>
              <a:t> və ya </a:t>
            </a:r>
            <a:r>
              <a:rPr lang="en-US" altLang="en-US" sz="1050" b="1">
                <a:latin typeface="Arial" panose="020B0604020202020204" pitchFamily="34" charset="0"/>
              </a:rPr>
              <a:t>false</a:t>
            </a:r>
            <a:r>
              <a:rPr lang="en-US" altLang="en-US" sz="1050">
                <a:latin typeface="Arial" panose="020B0604020202020204" pitchFamily="34" charset="0"/>
              </a:rPr>
              <a:t>-u yoxlayır və nəticə </a:t>
            </a:r>
            <a:r>
              <a:rPr lang="en-US" altLang="en-US" sz="1050" b="1">
                <a:latin typeface="Arial" panose="020B0604020202020204" pitchFamily="34" charset="0"/>
              </a:rPr>
              <a:t>true</a:t>
            </a:r>
            <a:r>
              <a:rPr lang="en-US" altLang="en-US" sz="1050">
                <a:latin typeface="Arial" panose="020B0604020202020204" pitchFamily="34" charset="0"/>
              </a:rPr>
              <a:t> isə 1-ci, </a:t>
            </a:r>
            <a:r>
              <a:rPr lang="en-US" altLang="en-US" sz="1050" b="1">
                <a:latin typeface="Arial" panose="020B0604020202020204" pitchFamily="34" charset="0"/>
              </a:rPr>
              <a:t>false</a:t>
            </a:r>
            <a:r>
              <a:rPr lang="en-US" altLang="en-US" sz="1050">
                <a:latin typeface="Arial" panose="020B0604020202020204" pitchFamily="34" charset="0"/>
              </a:rPr>
              <a:t> isə 0 qaytarır.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050">
                <a:latin typeface="Arial" panose="020B0604020202020204" pitchFamily="34" charset="0"/>
              </a:rPr>
              <a:t>Yəni əslində bu </a:t>
            </a:r>
            <a:r>
              <a:rPr lang="en-US" altLang="en-US" sz="1050" b="1">
                <a:latin typeface="Arial" panose="020B0604020202020204" pitchFamily="34" charset="0"/>
              </a:rPr>
              <a:t>ifadə</a:t>
            </a:r>
            <a:r>
              <a:rPr lang="en-US" altLang="en-US" sz="1050">
                <a:latin typeface="Arial" panose="020B0604020202020204" pitchFamily="34" charset="0"/>
              </a:rPr>
              <a:t> boolean dəyərin əksinə çevrilmiş variantını yoxlayır.</a:t>
            </a: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05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050" b="1">
                <a:latin typeface="Arial" panose="020B0604020202020204" pitchFamily="34" charset="0"/>
              </a:rPr>
              <a:t>Nəticə olaraq</a:t>
            </a:r>
            <a:r>
              <a:rPr lang="en-US" altLang="en-US" sz="1050"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050" b="1">
                <a:latin typeface="Arial" panose="020B0604020202020204" pitchFamily="34" charset="0"/>
              </a:rPr>
              <a:t>$imagePath </a:t>
            </a:r>
            <a:r>
              <a:rPr lang="en-US" altLang="en-US" sz="1050">
                <a:latin typeface="Arial" panose="020B0604020202020204" pitchFamily="34" charset="0"/>
              </a:rPr>
              <a:t>varsa → </a:t>
            </a:r>
            <a:r>
              <a:rPr lang="en-US" altLang="en-US" sz="1050" b="1">
                <a:latin typeface="Arial" panose="020B0604020202020204" pitchFamily="34" charset="0"/>
              </a:rPr>
              <a:t>!$imagePath = false </a:t>
            </a:r>
            <a:r>
              <a:rPr lang="en-US" altLang="en-US" sz="1050">
                <a:latin typeface="Arial" panose="020B0604020202020204" pitchFamily="34" charset="0"/>
              </a:rPr>
              <a:t>→ </a:t>
            </a:r>
            <a:r>
              <a:rPr lang="en-US" altLang="en-US" sz="1050" b="1">
                <a:latin typeface="Arial" panose="020B0604020202020204" pitchFamily="34" charset="0"/>
              </a:rPr>
              <a:t>empty(false) = true </a:t>
            </a:r>
            <a:r>
              <a:rPr lang="en-US" altLang="en-US" sz="1050">
                <a:latin typeface="Arial" panose="020B0604020202020204" pitchFamily="34" charset="0"/>
              </a:rPr>
              <a:t>(yəni 1).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050" b="1">
                <a:latin typeface="Arial" panose="020B0604020202020204" pitchFamily="34" charset="0"/>
              </a:rPr>
              <a:t>$imagePath </a:t>
            </a:r>
            <a:r>
              <a:rPr lang="en-US" altLang="en-US" sz="1050">
                <a:latin typeface="Arial" panose="020B0604020202020204" pitchFamily="34" charset="0"/>
              </a:rPr>
              <a:t>yoxdursa → </a:t>
            </a:r>
            <a:r>
              <a:rPr lang="en-US" altLang="en-US" sz="1050" b="1">
                <a:latin typeface="Arial" panose="020B0604020202020204" pitchFamily="34" charset="0"/>
              </a:rPr>
              <a:t>!$imagePath = true </a:t>
            </a:r>
            <a:r>
              <a:rPr lang="en-US" altLang="en-US" sz="1050">
                <a:latin typeface="Arial" panose="020B0604020202020204" pitchFamily="34" charset="0"/>
              </a:rPr>
              <a:t>→ </a:t>
            </a:r>
            <a:r>
              <a:rPr lang="en-US" altLang="en-US" sz="1050" b="1">
                <a:latin typeface="Arial" panose="020B0604020202020204" pitchFamily="34" charset="0"/>
              </a:rPr>
              <a:t>empty(true) = false </a:t>
            </a:r>
            <a:r>
              <a:rPr lang="en-US" altLang="en-US" sz="1050">
                <a:latin typeface="Arial" panose="020B0604020202020204" pitchFamily="34" charset="0"/>
              </a:rPr>
              <a:t>(yəni 0).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az-Latn-AZ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050">
                <a:latin typeface="Arial" panose="020B0604020202020204" pitchFamily="34" charset="0"/>
              </a:rPr>
              <a:t>Sonra i</a:t>
            </a:r>
            <a:r>
              <a:rPr lang="az-Latn-AZ" altLang="en-US" sz="1050">
                <a:latin typeface="Arial" panose="020B0604020202020204" pitchFamily="34" charset="0"/>
              </a:rPr>
              <a:t>sə, şərt qoşaraq, yeni şəkli yaxud mövcud şəkli yükləyirik.</a:t>
            </a:r>
            <a:endParaRPr kumimoji="0" lang="en-US" altLang="en-US" sz="10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86570-AAAD-BD92-173F-2B9548D0B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649" y="0"/>
            <a:ext cx="5967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4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B91B-03DB-D37F-84E7-168AF013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E74456-CFFD-0ABF-C19F-E5667A46165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405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E782-DC77-9FE9-8304-BA53C7C6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4BDA67-AE1E-C89C-477C-B5B49E9772A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4853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4709</TotalTime>
  <Words>240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2025-08-08T20:00:58Z</dcterms:modified>
</cp:coreProperties>
</file>