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8" r:id="rId5"/>
    <p:sldId id="416" r:id="rId6"/>
    <p:sldId id="417" r:id="rId7"/>
    <p:sldId id="400" r:id="rId8"/>
    <p:sldId id="420" r:id="rId9"/>
    <p:sldId id="421" r:id="rId10"/>
    <p:sldId id="42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Slider cədvələni</a:t>
            </a:r>
            <a:r>
              <a:rPr lang="az-Latn-AZ" altLang="en-US" sz="1300">
                <a:latin typeface="Arial" panose="020B0604020202020204" pitchFamily="34" charset="0"/>
              </a:rPr>
              <a:t>n sütunlarını yaradırıq və </a:t>
            </a:r>
            <a:r>
              <a:rPr lang="az-Latn-AZ" altLang="en-US" sz="1300" b="1">
                <a:latin typeface="Arial" panose="020B0604020202020204" pitchFamily="34" charset="0"/>
              </a:rPr>
              <a:t>migrate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254B7-28DC-AB35-1C70-CAEF3AD6C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782" y="789568"/>
            <a:ext cx="8488218" cy="60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690E6-B5CB-D2E1-E2E1-63495E28B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243" y="0"/>
            <a:ext cx="5851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7149-16FD-79DD-9A1E-BBC4FC30D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A5673-D6C3-8E1C-C77D-5752E1412CEA}"/>
              </a:ext>
            </a:extLst>
          </p:cNvPr>
          <p:cNvSpPr txBox="1"/>
          <p:nvPr/>
        </p:nvSpPr>
        <p:spPr>
          <a:xfrm>
            <a:off x="217713" y="8312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</a:t>
            </a:r>
            <a:r>
              <a:rPr lang="az-Latn-AZ" altLang="en-US" sz="1300">
                <a:latin typeface="Arial" panose="020B0604020202020204" pitchFamily="34" charset="0"/>
              </a:rPr>
              <a:t>bmit üçün route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7EF35-6E8A-4921-72A4-7EB2F17C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08000"/>
            <a:ext cx="12192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2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8E67-BA78-AC7E-FF8E-B72024AC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8C3A28-E272-C771-4869-83EEDD75834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app\Http\Controllers\Backend\</a:t>
            </a:r>
            <a:r>
              <a:rPr lang="en-US" altLang="en-US" sz="1300" b="1" u="sng">
                <a:latin typeface="Arial" panose="020B0604020202020204" pitchFamily="34" charset="0"/>
              </a:rPr>
              <a:t>SliderController.php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7C294-1648-9B58-65C8-7538B39C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591" y="0"/>
            <a:ext cx="4013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2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3AF3-80EE-4F95-90A5-186410055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CECCC-6BA5-37E0-5BC6-4DE2F983917A}"/>
              </a:ext>
            </a:extLst>
          </p:cNvPr>
          <p:cNvSpPr txBox="1"/>
          <p:nvPr/>
        </p:nvSpPr>
        <p:spPr>
          <a:xfrm>
            <a:off x="217714" y="11868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Sahələri doldururuq və </a:t>
            </a:r>
            <a:r>
              <a:rPr lang="az-Latn-AZ" altLang="en-US" sz="1300" b="1">
                <a:latin typeface="Arial" panose="020B0604020202020204" pitchFamily="34" charset="0"/>
              </a:rPr>
              <a:t>Create</a:t>
            </a:r>
            <a:r>
              <a:rPr lang="az-Latn-AZ" altLang="en-US" sz="1300">
                <a:latin typeface="Arial" panose="020B0604020202020204" pitchFamily="34" charset="0"/>
              </a:rPr>
              <a:t> düyməsini klikləyirik.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F5F83-FA79-50B8-EDC6-61C5BF8BF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404"/>
            <a:ext cx="12192000" cy="62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2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6DA9-4B4E-02B2-AB0B-3F36F0C5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392A1-51B4-FE47-6CD7-E0919905607A}"/>
              </a:ext>
            </a:extLst>
          </p:cNvPr>
          <p:cNvSpPr txBox="1"/>
          <p:nvPr/>
        </p:nvSpPr>
        <p:spPr>
          <a:xfrm>
            <a:off x="217713" y="42622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Məlumatlar uğurla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-zə göndərildi.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Banner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-dən başqa digər məlumatlar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Slider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cədvəlinə yazıldı.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EC53A-6492-6376-3356-D122C0127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271"/>
            <a:ext cx="12192000" cy="20012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81E5E0-C6E1-6E7E-C8C2-A5FB43F4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754582"/>
            <a:ext cx="12192000" cy="3103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39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Create</a:t>
            </a:r>
            <a:r>
              <a:rPr lang="en-US" altLang="en-US" sz="1300">
                <a:latin typeface="Arial" panose="020B0604020202020204" pitchFamily="34" charset="0"/>
              </a:rPr>
              <a:t> d</a:t>
            </a:r>
            <a:r>
              <a:rPr lang="az-Latn-AZ" altLang="en-US" sz="1300">
                <a:latin typeface="Arial" panose="020B0604020202020204" pitchFamily="34" charset="0"/>
              </a:rPr>
              <a:t>üyməsini basdıqda </a:t>
            </a:r>
            <a:r>
              <a:rPr lang="az-Latn-AZ" altLang="en-US" sz="1300" b="1">
                <a:latin typeface="Arial" panose="020B0604020202020204" pitchFamily="34" charset="0"/>
              </a:rPr>
              <a:t>input</a:t>
            </a:r>
            <a:r>
              <a:rPr lang="az-Latn-AZ" altLang="en-US" sz="1300">
                <a:latin typeface="Arial" panose="020B0604020202020204" pitchFamily="34" charset="0"/>
              </a:rPr>
              <a:t> sahələrinə yazılan </a:t>
            </a:r>
            <a:r>
              <a:rPr lang="az-Latn-AZ" altLang="en-US" sz="1300" b="1">
                <a:latin typeface="Arial" panose="020B0604020202020204" pitchFamily="34" charset="0"/>
              </a:rPr>
              <a:t>dəyərlər</a:t>
            </a:r>
            <a:r>
              <a:rPr lang="az-Latn-AZ" altLang="en-US" sz="1300">
                <a:latin typeface="Arial" panose="020B0604020202020204" pitchFamily="34" charset="0"/>
              </a:rPr>
              <a:t> itməsin deyə,  ` </a:t>
            </a:r>
            <a:r>
              <a:rPr lang="az-Latn-AZ" altLang="en-US" sz="1300" b="1">
                <a:latin typeface="Arial" panose="020B0604020202020204" pitchFamily="34" charset="0"/>
              </a:rPr>
              <a:t>value="{{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old('') </a:t>
            </a:r>
            <a:r>
              <a:rPr lang="az-Latn-AZ" altLang="en-US" sz="1300" b="1">
                <a:latin typeface="Arial" panose="020B0604020202020204" pitchFamily="34" charset="0"/>
              </a:rPr>
              <a:t>}}" </a:t>
            </a:r>
            <a:r>
              <a:rPr lang="az-Latn-AZ" altLang="en-US" sz="1300">
                <a:latin typeface="Arial" panose="020B0604020202020204" pitchFamily="34" charset="0"/>
              </a:rPr>
              <a:t>`  adında atribut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717F3-B096-E3D6-D79D-391BCF0CC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436" y="821370"/>
            <a:ext cx="8931564" cy="60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336ED-8AF0-6F6A-DA48-39F5D8490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2689A7-54C4-74BE-EA6B-48CB092DF72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2718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AC5F-8CAE-4D49-6352-51B0A7A8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388DB0-7830-1A91-26BB-66A007009B7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738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31AE-E6BD-961F-F80C-08CE6B50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6073F4-12FA-7C32-4B57-DE57B2F5C98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06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4635</TotalTime>
  <Words>80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363</cp:revision>
  <dcterms:created xsi:type="dcterms:W3CDTF">2025-04-12T11:00:44Z</dcterms:created>
  <dcterms:modified xsi:type="dcterms:W3CDTF">2025-08-05T10:29:25Z</dcterms:modified>
</cp:coreProperties>
</file>