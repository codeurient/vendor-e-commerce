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13" r:id="rId2"/>
    <p:sldId id="421" r:id="rId3"/>
    <p:sldId id="422" r:id="rId4"/>
    <p:sldId id="423" r:id="rId5"/>
    <p:sldId id="424" r:id="rId6"/>
    <p:sldId id="425" r:id="rId7"/>
    <p:sldId id="414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BEEBA-5044-4A31-91B0-C1256F86DAE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942FF-FDCC-4224-A01D-1643B313C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19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D942FF-FDCC-4224-A01D-1643B313C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23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7983894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dərsə başlamadan əvvəl hər şeyi silirik.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sıfırdan yeni proyekt yaradacağıq. Təkrar olsun deyə.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54805-0E2E-53E2-780C-07D9FC9B4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118" y="0"/>
            <a:ext cx="3782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88A3-4E6C-8EE8-56CB-92F39683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193145-9C7A-215A-7C17-8EB2ADE9D8A3}"/>
              </a:ext>
            </a:extLst>
          </p:cNvPr>
          <p:cNvSpPr txBox="1"/>
          <p:nvPr/>
        </p:nvSpPr>
        <p:spPr>
          <a:xfrm>
            <a:off x="217714" y="189732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Laravel -i quraşdırırıq. Sonra </a:t>
            </a:r>
            <a:r>
              <a:rPr lang="az-Latn-AZ" altLang="en-US" sz="1300" b="1">
                <a:latin typeface="Arial" panose="020B0604020202020204" pitchFamily="34" charset="0"/>
              </a:rPr>
              <a:t>EXAMPLE</a:t>
            </a:r>
            <a:r>
              <a:rPr lang="az-Latn-AZ" altLang="en-US" sz="1300">
                <a:latin typeface="Arial" panose="020B0604020202020204" pitchFamily="34" charset="0"/>
              </a:rPr>
              <a:t> qovluğundan tətbiqi çıxardaraq </a:t>
            </a:r>
            <a:r>
              <a:rPr lang="az-Latn-AZ" altLang="en-US" sz="1300" b="1">
                <a:latin typeface="Arial" panose="020B0604020202020204" pitchFamily="34" charset="0"/>
              </a:rPr>
              <a:t>Vendor-E-Commerce</a:t>
            </a:r>
            <a:r>
              <a:rPr lang="az-Latn-AZ" altLang="en-US" sz="1300">
                <a:latin typeface="Arial" panose="020B0604020202020204" pitchFamily="34" charset="0"/>
              </a:rPr>
              <a:t> qovluğuna yerləşdiririk.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6A645-88EA-BAB7-B597-CE0926D1A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4155"/>
            <a:ext cx="8828080" cy="5103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0090D9-466D-587C-5017-56DD93FF3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672" y="0"/>
            <a:ext cx="1861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0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6AB1-C2C4-5F52-05FC-06F503D3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FC9A8E-7105-20BA-085A-ADD5B8272CA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lara_payments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adında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04437-0FCB-9D51-D59E-129E21A71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24" y="3639694"/>
            <a:ext cx="11564964" cy="31055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7494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07141-DA55-2111-6C17-3D54E9C5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27E387-398B-C2E4-8CEE-906B4A81DB10}"/>
              </a:ext>
            </a:extLst>
          </p:cNvPr>
          <p:cNvSpPr txBox="1"/>
          <p:nvPr/>
        </p:nvSpPr>
        <p:spPr>
          <a:xfrm>
            <a:off x="217714" y="255046"/>
            <a:ext cx="7050833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adını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faylına əlavə edirik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Düzü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ilə işimiz olmaycaq hələki. Sadəcə yazdıq.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03E880-AC0C-1D78-6945-966A9A8F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532" y="0"/>
            <a:ext cx="4659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6D14-7D28-3032-45E4-45A7BA0D6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4C3D98-8D2E-C860-FBD7-6AF54F1133C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Başlanğıc üçün lazım olan </a:t>
            </a:r>
            <a:r>
              <a:rPr lang="az-Latn-AZ" altLang="en-US" sz="1300">
                <a:latin typeface="Arial" panose="020B0604020202020204" pitchFamily="34" charset="0"/>
              </a:rPr>
              <a:t>kodlarımız aşağıdakılardır. Bunları sıfırdan yazmıyasız deyə mənbə kodlarını hal-hazırki qovluq içində yerləşdirəcəm.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5DFEA-04D2-4FE4-48CA-E91E177AD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51592"/>
            <a:ext cx="12192000" cy="500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6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98FD4-42F9-F69D-F8FD-CF6F36D9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F84064-F9CC-F54D-C85D-86110D3F6909}"/>
              </a:ext>
            </a:extLst>
          </p:cNvPr>
          <p:cNvSpPr txBox="1"/>
          <p:nvPr/>
        </p:nvSpPr>
        <p:spPr>
          <a:xfrm>
            <a:off x="217715" y="255046"/>
            <a:ext cx="587828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Şablon görüntüsü şəkildəki kimi olmalıdır.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E837DAA-EC9F-D2DF-5A70-5B77E55C1E98}"/>
              </a:ext>
            </a:extLst>
          </p:cNvPr>
          <p:cNvGrpSpPr/>
          <p:nvPr/>
        </p:nvGrpSpPr>
        <p:grpSpPr>
          <a:xfrm>
            <a:off x="6490720" y="0"/>
            <a:ext cx="5727248" cy="6102013"/>
            <a:chOff x="6490720" y="0"/>
            <a:chExt cx="5727248" cy="610201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A61F1F2-D3C9-8D0B-2C27-67B2E9173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0051" y="0"/>
              <a:ext cx="5691949" cy="318211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5F4787E-7836-7267-545E-9CFF37CD9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90720" y="3182113"/>
              <a:ext cx="5727248" cy="291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781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4590</TotalTime>
  <Words>84</Words>
  <Application>Microsoft Office PowerPoint</Application>
  <PresentationFormat>Widescreen</PresentationFormat>
  <Paragraphs>12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362</cp:revision>
  <dcterms:created xsi:type="dcterms:W3CDTF">2025-04-12T11:00:44Z</dcterms:created>
  <dcterms:modified xsi:type="dcterms:W3CDTF">2025-07-08T20:17:36Z</dcterms:modified>
</cp:coreProperties>
</file>