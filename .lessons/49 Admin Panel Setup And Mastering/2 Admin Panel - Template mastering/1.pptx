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5" r:id="rId3"/>
    <p:sldId id="416" r:id="rId4"/>
    <p:sldId id="417" r:id="rId5"/>
    <p:sldId id="418" r:id="rId6"/>
    <p:sldId id="419" r:id="rId7"/>
    <p:sldId id="414" r:id="rId8"/>
    <p:sldId id="400" r:id="rId9"/>
    <p:sldId id="422" r:id="rId10"/>
    <p:sldId id="420" r:id="rId11"/>
    <p:sldId id="421" r:id="rId12"/>
    <p:sldId id="423" r:id="rId13"/>
    <p:sldId id="424" r:id="rId14"/>
    <p:sldId id="426" r:id="rId15"/>
    <p:sldId id="425" r:id="rId16"/>
    <p:sldId id="427" r:id="rId17"/>
    <p:sldId id="42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58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217713" y="87095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d</a:t>
            </a:r>
            <a:r>
              <a:rPr lang="az-Latn-AZ" altLang="en-US" sz="1300">
                <a:latin typeface="Arial" panose="020B0604020202020204" pitchFamily="34" charset="0"/>
              </a:rPr>
              <a:t>ərs </a:t>
            </a:r>
            <a:r>
              <a:rPr lang="az-Latn-AZ" altLang="en-US" sz="1300" b="1">
                <a:latin typeface="Arial" panose="020B0604020202020204" pitchFamily="34" charset="0"/>
              </a:rPr>
              <a:t>ADMİN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 b="1">
                <a:latin typeface="Arial" panose="020B0604020202020204" pitchFamily="34" charset="0"/>
              </a:rPr>
              <a:t>PANEL</a:t>
            </a:r>
            <a:r>
              <a:rPr lang="az-Latn-AZ" altLang="en-US" sz="1300">
                <a:latin typeface="Arial" panose="020B0604020202020204" pitchFamily="34" charset="0"/>
              </a:rPr>
              <a:t> yığasıyıq. Hazır </a:t>
            </a:r>
            <a:r>
              <a:rPr lang="az-Latn-AZ" altLang="en-US" sz="1300" b="1">
                <a:latin typeface="Arial" panose="020B0604020202020204" pitchFamily="34" charset="0"/>
              </a:rPr>
              <a:t>template</a:t>
            </a:r>
            <a:r>
              <a:rPr lang="az-Latn-AZ" altLang="en-US" sz="1300">
                <a:latin typeface="Arial" panose="020B0604020202020204" pitchFamily="34" charset="0"/>
              </a:rPr>
              <a:t> -dən götürəsiyik elementlərimizi. Aşağı şəkildə həmin template görürük.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4C6E46-39E6-3084-D947-7F5C187E4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526805"/>
            <a:ext cx="12192000" cy="6331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59DC3-4A5E-4177-B125-24F5C3290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E602EF-007F-DAEA-CF66-61F19FB1C853}"/>
              </a:ext>
            </a:extLst>
          </p:cNvPr>
          <p:cNvSpPr txBox="1"/>
          <p:nvPr/>
        </p:nvSpPr>
        <p:spPr>
          <a:xfrm>
            <a:off x="217715" y="255046"/>
            <a:ext cx="7190792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Template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 b="1">
                <a:latin typeface="Arial" panose="020B0604020202020204" pitchFamily="34" charset="0"/>
              </a:rPr>
              <a:t>qovluğunu</a:t>
            </a:r>
            <a:r>
              <a:rPr lang="az-Latn-AZ" altLang="en-US" sz="1300">
                <a:latin typeface="Arial" panose="020B0604020202020204" pitchFamily="34" charset="0"/>
              </a:rPr>
              <a:t> Laravel proyektimizə yerləşdiririk. Bu qovluq içərisində çoxlu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html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faylları var. Bizdə yavaş-yavaş bizə lazım olan fayldan lazım olan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elementləri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götürəsiyik.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18C14D-D88A-A688-BE03-52959F9C09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362" y="0"/>
            <a:ext cx="46377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093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868A-FC25-500E-B907-C50857B53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9233D5D-9AD5-423E-4CD2-5EC846B869D1}"/>
              </a:ext>
            </a:extLst>
          </p:cNvPr>
          <p:cNvSpPr txBox="1"/>
          <p:nvPr/>
        </p:nvSpPr>
        <p:spPr>
          <a:xfrm>
            <a:off x="217714" y="-10124"/>
            <a:ext cx="11756571" cy="889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index-0.html </a:t>
            </a:r>
            <a:r>
              <a:rPr lang="az-Latn-AZ" altLang="en-US" sz="1200">
                <a:latin typeface="Arial" panose="020B0604020202020204" pitchFamily="34" charset="0"/>
              </a:rPr>
              <a:t>faylındakı kodları, </a:t>
            </a:r>
            <a:r>
              <a:rPr lang="az-Latn-AZ" altLang="en-US" sz="1200" b="1">
                <a:latin typeface="Arial" panose="020B0604020202020204" pitchFamily="34" charset="0"/>
              </a:rPr>
              <a:t>admin</a:t>
            </a:r>
            <a:r>
              <a:rPr lang="az-Latn-AZ" altLang="en-US" sz="1200">
                <a:latin typeface="Arial" panose="020B0604020202020204" pitchFamily="34" charset="0"/>
              </a:rPr>
              <a:t> qovluğunda </a:t>
            </a:r>
            <a:r>
              <a:rPr lang="az-Latn-AZ" altLang="en-US" sz="1200" b="1">
                <a:solidFill>
                  <a:srgbClr val="FF0000"/>
                </a:solidFill>
                <a:latin typeface="Arial" panose="020B0604020202020204" pitchFamily="34" charset="0"/>
              </a:rPr>
              <a:t>layouts</a:t>
            </a:r>
            <a:r>
              <a:rPr lang="az-Latn-AZ" altLang="en-US" sz="1200">
                <a:latin typeface="Arial" panose="020B0604020202020204" pitchFamily="34" charset="0"/>
              </a:rPr>
              <a:t> və onunda içində </a:t>
            </a:r>
            <a:r>
              <a:rPr lang="az-Latn-AZ" altLang="en-US" sz="1200" b="1">
                <a:latin typeface="Arial" panose="020B0604020202020204" pitchFamily="34" charset="0"/>
              </a:rPr>
              <a:t>master.blade.php </a:t>
            </a:r>
            <a:r>
              <a:rPr lang="az-Latn-AZ" altLang="en-US" sz="1200">
                <a:latin typeface="Arial" panose="020B0604020202020204" pitchFamily="34" charset="0"/>
              </a:rPr>
              <a:t>faylı yaradıraq həmin fayla köçürürük. </a:t>
            </a:r>
            <a:r>
              <a:rPr lang="az-Latn-AZ" altLang="en-US" sz="1200" b="1">
                <a:latin typeface="Arial" panose="020B0604020202020204" pitchFamily="34" charset="0"/>
              </a:rPr>
              <a:t>FOOTER</a:t>
            </a:r>
            <a:r>
              <a:rPr lang="az-Latn-AZ" altLang="en-US" sz="1200">
                <a:latin typeface="Arial" panose="020B0604020202020204" pitchFamily="34" charset="0"/>
              </a:rPr>
              <a:t>, </a:t>
            </a:r>
            <a:r>
              <a:rPr lang="az-Latn-AZ" altLang="en-US" sz="1200" b="1">
                <a:latin typeface="Arial" panose="020B0604020202020204" pitchFamily="34" charset="0"/>
              </a:rPr>
              <a:t>HEADER</a:t>
            </a:r>
            <a:r>
              <a:rPr lang="az-Latn-AZ" altLang="en-US" sz="1200">
                <a:latin typeface="Arial" panose="020B0604020202020204" pitchFamily="34" charset="0"/>
              </a:rPr>
              <a:t> və.s kimi tez-tez təkrarlanan hissələr, bu faylda qalacaq. Ancaq dəyişən hissələri başqa </a:t>
            </a:r>
            <a:r>
              <a:rPr lang="az-Latn-AZ" altLang="en-US" sz="1200" b="1">
                <a:latin typeface="Arial" panose="020B0604020202020204" pitchFamily="34" charset="0"/>
              </a:rPr>
              <a:t>blade</a:t>
            </a:r>
            <a:r>
              <a:rPr lang="az-Latn-AZ" altLang="en-US" sz="1200">
                <a:latin typeface="Arial" panose="020B0604020202020204" pitchFamily="34" charset="0"/>
              </a:rPr>
              <a:t> faylları yaradaraq ora köçürəcəyik.</a:t>
            </a:r>
            <a:r>
              <a:rPr lang="en-US" altLang="en-US" sz="1200">
                <a:latin typeface="Arial" panose="020B0604020202020204" pitchFamily="34" charset="0"/>
              </a:rPr>
              <a:t> Sonra </a:t>
            </a:r>
            <a:r>
              <a:rPr lang="az-Latn-AZ" altLang="en-US" sz="1200">
                <a:latin typeface="Arial" panose="020B0604020202020204" pitchFamily="34" charset="0"/>
              </a:rPr>
              <a:t>həmin bu, </a:t>
            </a:r>
            <a:r>
              <a:rPr lang="az-Latn-AZ" altLang="en-US" sz="1200" b="1">
                <a:latin typeface="Arial" panose="020B0604020202020204" pitchFamily="34" charset="0"/>
              </a:rPr>
              <a:t>master.blade.php </a:t>
            </a:r>
            <a:r>
              <a:rPr lang="az-Latn-AZ" altLang="en-US" sz="1200">
                <a:latin typeface="Arial" panose="020B0604020202020204" pitchFamily="34" charset="0"/>
              </a:rPr>
              <a:t>faylında </a:t>
            </a:r>
            <a:r>
              <a:rPr lang="en-US" altLang="en-US" sz="1200" b="1">
                <a:solidFill>
                  <a:srgbClr val="0070C0"/>
                </a:solidFill>
                <a:latin typeface="Arial" panose="020B0604020202020204" pitchFamily="34" charset="0"/>
              </a:rPr>
              <a:t>@yield() </a:t>
            </a:r>
            <a:r>
              <a:rPr lang="en-US" altLang="en-US" sz="1200">
                <a:latin typeface="Arial" panose="020B0604020202020204" pitchFamily="34" charset="0"/>
              </a:rPr>
              <a:t>direktivind</a:t>
            </a:r>
            <a:r>
              <a:rPr lang="az-Latn-AZ" altLang="en-US" sz="1200">
                <a:latin typeface="Arial" panose="020B0604020202020204" pitchFamily="34" charset="0"/>
              </a:rPr>
              <a:t>ən istifadə edərək digər </a:t>
            </a:r>
            <a:r>
              <a:rPr lang="az-Latn-AZ" altLang="en-US" sz="1200" b="1">
                <a:latin typeface="Arial" panose="020B0604020202020204" pitchFamily="34" charset="0"/>
              </a:rPr>
              <a:t>blade</a:t>
            </a:r>
            <a:r>
              <a:rPr lang="az-Latn-AZ" altLang="en-US" sz="1200">
                <a:latin typeface="Arial" panose="020B0604020202020204" pitchFamily="34" charset="0"/>
              </a:rPr>
              <a:t> faylları </a:t>
            </a:r>
            <a:r>
              <a:rPr lang="az-Latn-AZ" altLang="en-US" sz="1200" b="1">
                <a:latin typeface="Arial" panose="020B0604020202020204" pitchFamily="34" charset="0"/>
              </a:rPr>
              <a:t>master.blade.php </a:t>
            </a:r>
            <a:r>
              <a:rPr lang="az-Latn-AZ" altLang="en-US" sz="1200">
                <a:latin typeface="Arial" panose="020B0604020202020204" pitchFamily="34" charset="0"/>
              </a:rPr>
              <a:t>faylına yerləşdirəcəyik.   9cu slaydda....</a:t>
            </a: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57B1FC-E936-CB21-2B13-FA2ECD21C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9030"/>
            <a:ext cx="12192000" cy="604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0874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9E77C-B95C-CD9A-DCF0-5B6914A55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24DB57A-D3D8-B984-92B8-B4F58C22ED44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Nəticə bu cür olacaq. Çünki CSS fayllarını hələki köçürməmişik.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DC9F2D-5F81-2D73-E766-8772C3F8A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6032" y="0"/>
            <a:ext cx="41959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609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F4F93-FB19-0ED3-D2D7-14BB2C53A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09E167-7873-14B2-C647-C0AE0468A9B2}"/>
              </a:ext>
            </a:extLst>
          </p:cNvPr>
          <p:cNvSpPr txBox="1"/>
          <p:nvPr/>
        </p:nvSpPr>
        <p:spPr>
          <a:xfrm>
            <a:off x="217714" y="255046"/>
            <a:ext cx="9486123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admin-template</a:t>
            </a:r>
            <a:r>
              <a:rPr lang="az-Latn-AZ" altLang="en-US" sz="1300">
                <a:latin typeface="Arial" panose="020B0604020202020204" pitchFamily="34" charset="0"/>
              </a:rPr>
              <a:t> qovluğundakı </a:t>
            </a:r>
            <a:r>
              <a:rPr lang="az-Latn-AZ" altLang="en-US" sz="1300" b="1">
                <a:latin typeface="Arial" panose="020B0604020202020204" pitchFamily="34" charset="0"/>
              </a:rPr>
              <a:t>assets</a:t>
            </a:r>
            <a:r>
              <a:rPr lang="az-Latn-AZ" altLang="en-US" sz="1300">
                <a:latin typeface="Arial" panose="020B0604020202020204" pitchFamily="34" charset="0"/>
              </a:rPr>
              <a:t> qovluğunu, </a:t>
            </a:r>
            <a:r>
              <a:rPr lang="az-Latn-AZ" altLang="en-US" sz="1300" b="1">
                <a:latin typeface="Arial" panose="020B0604020202020204" pitchFamily="34" charset="0"/>
              </a:rPr>
              <a:t>public</a:t>
            </a:r>
            <a:r>
              <a:rPr lang="az-Latn-AZ" altLang="en-US" sz="1300">
                <a:latin typeface="Arial" panose="020B0604020202020204" pitchFamily="34" charset="0"/>
              </a:rPr>
              <a:t> qovluğunda </a:t>
            </a:r>
            <a:r>
              <a:rPr lang="az-Latn-AZ" altLang="en-US" sz="1300" b="1">
                <a:latin typeface="Arial" panose="020B0604020202020204" pitchFamily="34" charset="0"/>
              </a:rPr>
              <a:t>backend</a:t>
            </a:r>
            <a:r>
              <a:rPr lang="az-Latn-AZ" altLang="en-US" sz="1300">
                <a:latin typeface="Arial" panose="020B0604020202020204" pitchFamily="34" charset="0"/>
              </a:rPr>
              <a:t> qovluğu yaradaraq onun içinə köçürürük.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0D2C07-4DAD-E853-7DA0-4B0754016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3578" y="0"/>
            <a:ext cx="22884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241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72022-4E01-D6D9-5B8C-9A8B3582B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D480ED-6C8B-5FFF-F7DE-2D8DA1E43DCC}"/>
              </a:ext>
            </a:extLst>
          </p:cNvPr>
          <p:cNvSpPr txBox="1"/>
          <p:nvPr/>
        </p:nvSpPr>
        <p:spPr>
          <a:xfrm>
            <a:off x="217715" y="255046"/>
            <a:ext cx="623907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Sonra </a:t>
            </a:r>
            <a:r>
              <a:rPr lang="az-Latn-AZ" altLang="en-US" sz="1300" b="1">
                <a:latin typeface="Arial" panose="020B0604020202020204" pitchFamily="34" charset="0"/>
              </a:rPr>
              <a:t>link</a:t>
            </a:r>
            <a:r>
              <a:rPr lang="az-Latn-AZ" altLang="en-US" sz="1300">
                <a:latin typeface="Arial" panose="020B0604020202020204" pitchFamily="34" charset="0"/>
              </a:rPr>
              <a:t> və </a:t>
            </a:r>
            <a:r>
              <a:rPr lang="az-Latn-AZ" altLang="en-US" sz="1300" b="1">
                <a:latin typeface="Arial" panose="020B0604020202020204" pitchFamily="34" charset="0"/>
              </a:rPr>
              <a:t>script</a:t>
            </a:r>
            <a:r>
              <a:rPr lang="az-Latn-AZ" altLang="en-US" sz="1300">
                <a:latin typeface="Arial" panose="020B0604020202020204" pitchFamily="34" charset="0"/>
              </a:rPr>
              <a:t> taglərinin içindəki </a:t>
            </a:r>
            <a:r>
              <a:rPr lang="az-Latn-AZ" altLang="en-US" sz="1300" b="1">
                <a:latin typeface="Arial" panose="020B0604020202020204" pitchFamily="34" charset="0"/>
              </a:rPr>
              <a:t>linkləri</a:t>
            </a:r>
            <a:r>
              <a:rPr lang="az-Latn-AZ" altLang="en-US" sz="1300">
                <a:latin typeface="Arial" panose="020B0604020202020204" pitchFamily="34" charset="0"/>
              </a:rPr>
              <a:t> kopyalayırıq.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76DCF2-E23C-379E-4162-26C1F5AAA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168" y="0"/>
            <a:ext cx="54948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281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3C97-7391-808C-8F93-F1A247B5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BA728D-9AF8-6C25-DF35-1494919186BC}"/>
              </a:ext>
            </a:extLst>
          </p:cNvPr>
          <p:cNvSpPr txBox="1"/>
          <p:nvPr/>
        </p:nvSpPr>
        <p:spPr>
          <a:xfrm>
            <a:off x="96415" y="73497"/>
            <a:ext cx="5072744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Kopyalanan </a:t>
            </a:r>
            <a:r>
              <a:rPr lang="en-US" altLang="en-US" sz="1300" b="1">
                <a:latin typeface="Arial" panose="020B0604020202020204" pitchFamily="34" charset="0"/>
              </a:rPr>
              <a:t>li</a:t>
            </a:r>
            <a:r>
              <a:rPr lang="az-Latn-AZ" altLang="en-US" sz="1300" b="1">
                <a:latin typeface="Arial" panose="020B0604020202020204" pitchFamily="34" charset="0"/>
              </a:rPr>
              <a:t>nklərin</a:t>
            </a:r>
            <a:r>
              <a:rPr lang="az-Latn-AZ" altLang="en-US" sz="1300">
                <a:latin typeface="Arial" panose="020B0604020202020204" pitchFamily="34" charset="0"/>
              </a:rPr>
              <a:t> başına </a:t>
            </a:r>
            <a:r>
              <a:rPr lang="az-Latn-AZ" altLang="en-US" sz="1300" b="1">
                <a:latin typeface="Arial" panose="020B0604020202020204" pitchFamily="34" charset="0"/>
              </a:rPr>
              <a:t>backend</a:t>
            </a:r>
            <a:r>
              <a:rPr lang="az-Latn-AZ" altLang="en-US" sz="1300">
                <a:latin typeface="Arial" panose="020B0604020202020204" pitchFamily="34" charset="0"/>
              </a:rPr>
              <a:t> qolvuğunun adınıda əlavə edərək onları </a:t>
            </a:r>
            <a:r>
              <a:rPr lang="az-Latn-AZ" altLang="en-US" sz="1300" b="1">
                <a:latin typeface="Arial" panose="020B0604020202020204" pitchFamily="34" charset="0"/>
              </a:rPr>
              <a:t>asset() </a:t>
            </a:r>
            <a:r>
              <a:rPr lang="az-Latn-AZ" altLang="en-US" sz="1300">
                <a:latin typeface="Arial" panose="020B0604020202020204" pitchFamily="34" charset="0"/>
              </a:rPr>
              <a:t>meotdu içinə yazırıq.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4FEE03-1CE2-0E03-CB7B-4FCC634960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939"/>
          <a:stretch>
            <a:fillRect/>
          </a:stretch>
        </p:blipFill>
        <p:spPr>
          <a:xfrm>
            <a:off x="5298867" y="0"/>
            <a:ext cx="6893133" cy="6382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252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103880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Nəticə...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7D1819-6A4C-8E1E-2C87-AD9E260E1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1871"/>
            <a:ext cx="12192000" cy="6296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7D2B8-F606-19D1-48B2-D715BC4AA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A324333-5635-9972-3571-0DDC63611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9185"/>
            <a:ext cx="12192000" cy="6359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956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8DC52-181B-1F25-DE9D-C817EACD6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B25BE5-F797-929A-3A72-0A7377496A54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resources\views\admin\dashboard.blade.php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faylının içini biraz təmizləyərk.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E52722-9CE6-BB3F-FD74-BF5FCCB97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927621"/>
            <a:ext cx="3581900" cy="55252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27A300-564D-1AEA-BA79-9C46C2219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776" y="1514208"/>
            <a:ext cx="3962953" cy="3829584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7221C724-57E9-3B19-F0CC-71D3632285BB}"/>
              </a:ext>
            </a:extLst>
          </p:cNvPr>
          <p:cNvSpPr/>
          <p:nvPr/>
        </p:nvSpPr>
        <p:spPr>
          <a:xfrm>
            <a:off x="5428860" y="2995126"/>
            <a:ext cx="1334277" cy="86774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183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F6F02-F1E4-20EA-9B8B-977CF98C5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677DAA-F1B7-7F7F-4244-21691B7CA050}"/>
              </a:ext>
            </a:extLst>
          </p:cNvPr>
          <p:cNvSpPr txBox="1"/>
          <p:nvPr/>
        </p:nvSpPr>
        <p:spPr>
          <a:xfrm>
            <a:off x="217714" y="124417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Nəticə...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ABDA34-14BE-2F0E-2D9A-DED77CF23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0931"/>
            <a:ext cx="12192000" cy="6277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711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463B-0B91-D748-DED4-51EA76074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54E267-510D-0885-41B7-46EA0D0D45B9}"/>
              </a:ext>
            </a:extLst>
          </p:cNvPr>
          <p:cNvSpPr txBox="1"/>
          <p:nvPr/>
        </p:nvSpPr>
        <p:spPr>
          <a:xfrm>
            <a:off x="217714" y="255046"/>
            <a:ext cx="11756571" cy="1555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1300" b="1">
                <a:latin typeface="Arial" panose="020B0604020202020204" pitchFamily="34" charset="0"/>
              </a:rPr>
              <a:t>NAVBAR</a:t>
            </a:r>
            <a:r>
              <a:rPr lang="en-US" altLang="en-US" sz="1300">
                <a:latin typeface="Arial" panose="020B0604020202020204" pitchFamily="34" charset="0"/>
              </a:rPr>
              <a:t> v</a:t>
            </a:r>
            <a:r>
              <a:rPr lang="az-Latn-AZ" altLang="en-US" sz="1300">
                <a:latin typeface="Arial" panose="020B0604020202020204" pitchFamily="34" charset="0"/>
              </a:rPr>
              <a:t>ə </a:t>
            </a:r>
            <a:r>
              <a:rPr lang="az-Latn-AZ" altLang="en-US" sz="1300" b="1">
                <a:latin typeface="Arial" panose="020B0604020202020204" pitchFamily="34" charset="0"/>
              </a:rPr>
              <a:t>SİDEBAR</a:t>
            </a:r>
            <a:r>
              <a:rPr lang="az-Latn-AZ" altLang="en-US" sz="1300">
                <a:latin typeface="Arial" panose="020B0604020202020204" pitchFamily="34" charset="0"/>
              </a:rPr>
              <a:t> üçün olan hissələridə ayıraraq həmin adda 2 fayl yaradırıq və həmin iki faylı </a:t>
            </a:r>
            <a:r>
              <a:rPr lang="az-Latn-AZ" altLang="en-US" sz="1300" b="1">
                <a:latin typeface="Arial" panose="020B0604020202020204" pitchFamily="34" charset="0"/>
              </a:rPr>
              <a:t>master.blade.php </a:t>
            </a:r>
            <a:r>
              <a:rPr lang="az-Latn-AZ" altLang="en-US" sz="1300">
                <a:latin typeface="Arial" panose="020B0604020202020204" pitchFamily="34" charset="0"/>
              </a:rPr>
              <a:t>faylına </a:t>
            </a:r>
            <a:r>
              <a:rPr lang="az-Latn-AZ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İNCLUDE</a:t>
            </a:r>
            <a:r>
              <a:rPr lang="az-Latn-AZ" altLang="en-US" sz="1300">
                <a:latin typeface="Arial" panose="020B0604020202020204" pitchFamily="34" charset="0"/>
              </a:rPr>
              <a:t> edirik: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resources\views\admin\layouts\sidebar.blade.php</a:t>
            </a:r>
            <a:endParaRPr lang="az-Latn-AZ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resources\views\admin\layouts\navbar.blade.php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@yield() </a:t>
            </a:r>
            <a:r>
              <a:rPr lang="az-Latn-AZ" altLang="en-US" sz="1300">
                <a:latin typeface="Arial" panose="020B0604020202020204" pitchFamily="34" charset="0"/>
              </a:rPr>
              <a:t>direktivi, fərqlənən hissələri əlavə etdikdə istifadə edilir. </a:t>
            </a:r>
            <a:r>
              <a:rPr lang="en-US" altLang="en-US" sz="1300" b="1">
                <a:latin typeface="Arial" panose="020B0604020202020204" pitchFamily="34" charset="0"/>
              </a:rPr>
              <a:t>@include </a:t>
            </a:r>
            <a:r>
              <a:rPr lang="az-Latn-AZ" altLang="en-US" sz="1300">
                <a:latin typeface="Arial" panose="020B0604020202020204" pitchFamily="34" charset="0"/>
              </a:rPr>
              <a:t>isə eyni olan hissələri.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1EBE5A-1E76-570B-2C23-28A1652D10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171"/>
          <a:stretch>
            <a:fillRect/>
          </a:stretch>
        </p:blipFill>
        <p:spPr>
          <a:xfrm>
            <a:off x="0" y="2573919"/>
            <a:ext cx="12192000" cy="4284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434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C15C-8092-CBBB-5380-C9A3B31B4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9FC37B-25C8-AEA7-DBAC-6EBE1D7D4E91}"/>
              </a:ext>
            </a:extLst>
          </p:cNvPr>
          <p:cNvSpPr txBox="1"/>
          <p:nvPr/>
        </p:nvSpPr>
        <p:spPr>
          <a:xfrm>
            <a:off x="217715" y="255046"/>
            <a:ext cx="4382278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resources\views\admin\layouts\sidebar.blade.php</a:t>
            </a:r>
            <a:r>
              <a:rPr lang="az-Latn-AZ" altLang="en-US" sz="1300">
                <a:latin typeface="Arial" panose="020B0604020202020204" pitchFamily="34" charset="0"/>
              </a:rPr>
              <a:t> faylından işarələnən hissələri silirik.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3EBD5D-CD8B-CCC9-6FBB-AEFF348D8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834" y="0"/>
            <a:ext cx="73081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773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367FD-F372-DD69-3504-4EAF633D8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4DDDD0-A783-3DC7-F50E-93839DE3D7F6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resources\views\admin\layouts\navbar.blade.php</a:t>
            </a:r>
            <a:r>
              <a:rPr lang="az-Latn-AZ" altLang="en-US" sz="1300" b="1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faylından işarələnən hissəni silirik.</a:t>
            </a:r>
            <a:endParaRPr lang="en-US" altLang="en-US" sz="1300"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7705D9-7241-C221-D7B1-B97F54564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53" y="2256783"/>
            <a:ext cx="10907647" cy="460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8436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0D4B8-C515-B559-C4A0-A60DD02CC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AD4612C-804A-BE4D-1831-D4BAE74CF72A}"/>
              </a:ext>
            </a:extLst>
          </p:cNvPr>
          <p:cNvSpPr txBox="1"/>
          <p:nvPr/>
        </p:nvSpPr>
        <p:spPr>
          <a:xfrm>
            <a:off x="217714" y="115087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Nəticə...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F95B06-A45F-06FC-DB46-6CCDCDFD4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00465"/>
            <a:ext cx="12192000" cy="305753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946695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1072F-8027-1193-CA57-64F46B9A0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6C2AFF-0EC9-0132-D92A-FD6F1163713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667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0E475-020C-D515-8334-6D4D6ACB8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F934FBD-0634-CF1D-BECF-EA472E29501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1079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5094</TotalTime>
  <Words>305</Words>
  <Application>Microsoft Office PowerPoint</Application>
  <PresentationFormat>Widescreen</PresentationFormat>
  <Paragraphs>20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380</cp:revision>
  <dcterms:created xsi:type="dcterms:W3CDTF">2025-04-12T11:00:44Z</dcterms:created>
  <dcterms:modified xsi:type="dcterms:W3CDTF">2025-07-24T13:46:16Z</dcterms:modified>
</cp:coreProperties>
</file>