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14" r:id="rId8"/>
    <p:sldId id="400" r:id="rId9"/>
    <p:sldId id="422" r:id="rId10"/>
    <p:sldId id="420" r:id="rId11"/>
    <p:sldId id="421" r:id="rId12"/>
    <p:sldId id="423" r:id="rId13"/>
    <p:sldId id="424" r:id="rId14"/>
    <p:sldId id="426" r:id="rId15"/>
    <p:sldId id="425" r:id="rId16"/>
    <p:sldId id="427" r:id="rId17"/>
    <p:sldId id="42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3" y="8709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d</a:t>
            </a:r>
            <a:r>
              <a:rPr lang="az-Latn-AZ" altLang="en-US" sz="1300">
                <a:latin typeface="Arial" panose="020B0604020202020204" pitchFamily="34" charset="0"/>
              </a:rPr>
              <a:t>ərs </a:t>
            </a:r>
            <a:r>
              <a:rPr lang="az-Latn-AZ" altLang="en-US" sz="1300" b="1">
                <a:latin typeface="Arial" panose="020B0604020202020204" pitchFamily="34" charset="0"/>
              </a:rPr>
              <a:t>ADMİN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PANEL</a:t>
            </a:r>
            <a:r>
              <a:rPr lang="az-Latn-AZ" altLang="en-US" sz="1300">
                <a:latin typeface="Arial" panose="020B0604020202020204" pitchFamily="34" charset="0"/>
              </a:rPr>
              <a:t> yığasıyıq. Hazır </a:t>
            </a:r>
            <a:r>
              <a:rPr lang="az-Latn-AZ" altLang="en-US" sz="1300" b="1">
                <a:latin typeface="Arial" panose="020B0604020202020204" pitchFamily="34" charset="0"/>
              </a:rPr>
              <a:t>template</a:t>
            </a:r>
            <a:r>
              <a:rPr lang="az-Latn-AZ" altLang="en-US" sz="1300">
                <a:latin typeface="Arial" panose="020B0604020202020204" pitchFamily="34" charset="0"/>
              </a:rPr>
              <a:t> -dən götürəsiyik elementlərimizi. Aşağı şəkildə həmin template görürük.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C6E46-39E6-3084-D947-7F5C187E4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26805"/>
            <a:ext cx="12192000" cy="633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9DC3-4A5E-4177-B125-24F5C3290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602EF-007F-DAEA-CF66-61F19FB1C853}"/>
              </a:ext>
            </a:extLst>
          </p:cNvPr>
          <p:cNvSpPr txBox="1"/>
          <p:nvPr/>
        </p:nvSpPr>
        <p:spPr>
          <a:xfrm>
            <a:off x="217715" y="255046"/>
            <a:ext cx="7190792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Template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qovluğunu</a:t>
            </a:r>
            <a:r>
              <a:rPr lang="az-Latn-AZ" altLang="en-US" sz="1300">
                <a:latin typeface="Arial" panose="020B0604020202020204" pitchFamily="34" charset="0"/>
              </a:rPr>
              <a:t> Laravel proyektimizə yerləşdiririk. Bu qovluq içərisində çoxlu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faylları var. Bizdə yavaş-yavaş bizə lazım olan fayldan lazım olan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elementləri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götürəsiyik.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8C14D-D88A-A688-BE03-52959F9C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362" y="0"/>
            <a:ext cx="4637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93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868A-FC25-500E-B907-C50857B5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33D5D-9AD5-423E-4CD2-5EC846B869D1}"/>
              </a:ext>
            </a:extLst>
          </p:cNvPr>
          <p:cNvSpPr txBox="1"/>
          <p:nvPr/>
        </p:nvSpPr>
        <p:spPr>
          <a:xfrm>
            <a:off x="217714" y="-10124"/>
            <a:ext cx="11756571" cy="88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index-0.html </a:t>
            </a:r>
            <a:r>
              <a:rPr lang="az-Latn-AZ" altLang="en-US" sz="1200">
                <a:latin typeface="Arial" panose="020B0604020202020204" pitchFamily="34" charset="0"/>
              </a:rPr>
              <a:t>faylındakı kodları, </a:t>
            </a:r>
            <a:r>
              <a:rPr lang="az-Latn-AZ" altLang="en-US" sz="1200" b="1">
                <a:latin typeface="Arial" panose="020B0604020202020204" pitchFamily="34" charset="0"/>
              </a:rPr>
              <a:t>admin</a:t>
            </a:r>
            <a:r>
              <a:rPr lang="az-Latn-AZ" altLang="en-US" sz="1200">
                <a:latin typeface="Arial" panose="020B0604020202020204" pitchFamily="34" charset="0"/>
              </a:rPr>
              <a:t> qovluğunda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layouts</a:t>
            </a:r>
            <a:r>
              <a:rPr lang="az-Latn-AZ" altLang="en-US" sz="1200">
                <a:latin typeface="Arial" panose="020B0604020202020204" pitchFamily="34" charset="0"/>
              </a:rPr>
              <a:t> və onunda içində </a:t>
            </a:r>
            <a:r>
              <a:rPr lang="az-Latn-AZ" altLang="en-US" sz="1200" b="1">
                <a:latin typeface="Arial" panose="020B0604020202020204" pitchFamily="34" charset="0"/>
              </a:rPr>
              <a:t>master.blade.php </a:t>
            </a:r>
            <a:r>
              <a:rPr lang="az-Latn-AZ" altLang="en-US" sz="1200">
                <a:latin typeface="Arial" panose="020B0604020202020204" pitchFamily="34" charset="0"/>
              </a:rPr>
              <a:t>faylı yaradıraq həmin fayla köçürürük. </a:t>
            </a:r>
            <a:r>
              <a:rPr lang="az-Latn-AZ" altLang="en-US" sz="1200" b="1">
                <a:latin typeface="Arial" panose="020B0604020202020204" pitchFamily="34" charset="0"/>
              </a:rPr>
              <a:t>FOOTER</a:t>
            </a:r>
            <a:r>
              <a:rPr lang="az-Latn-AZ" altLang="en-US" sz="1200">
                <a:latin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</a:rPr>
              <a:t>HEADER</a:t>
            </a:r>
            <a:r>
              <a:rPr lang="az-Latn-AZ" altLang="en-US" sz="1200">
                <a:latin typeface="Arial" panose="020B0604020202020204" pitchFamily="34" charset="0"/>
              </a:rPr>
              <a:t> və.s kimi tez-tez təkrarlanan hissələr, bu faylda qalacaq. Ancaq dəyişən hissələri başqa </a:t>
            </a:r>
            <a:r>
              <a:rPr lang="az-Latn-AZ" altLang="en-US" sz="1200" b="1">
                <a:latin typeface="Arial" panose="020B0604020202020204" pitchFamily="34" charset="0"/>
              </a:rPr>
              <a:t>blade</a:t>
            </a:r>
            <a:r>
              <a:rPr lang="az-Latn-AZ" altLang="en-US" sz="1200">
                <a:latin typeface="Arial" panose="020B0604020202020204" pitchFamily="34" charset="0"/>
              </a:rPr>
              <a:t> faylları yaradaraq ora köçürəcəyik.</a:t>
            </a:r>
            <a:r>
              <a:rPr lang="en-US" altLang="en-US" sz="1200">
                <a:latin typeface="Arial" panose="020B0604020202020204" pitchFamily="34" charset="0"/>
              </a:rPr>
              <a:t> Sonra </a:t>
            </a:r>
            <a:r>
              <a:rPr lang="az-Latn-AZ" altLang="en-US" sz="1200">
                <a:latin typeface="Arial" panose="020B0604020202020204" pitchFamily="34" charset="0"/>
              </a:rPr>
              <a:t>həmin bu, </a:t>
            </a:r>
            <a:r>
              <a:rPr lang="az-Latn-AZ" altLang="en-US" sz="1200" b="1">
                <a:latin typeface="Arial" panose="020B0604020202020204" pitchFamily="34" charset="0"/>
              </a:rPr>
              <a:t>master.blade.php </a:t>
            </a:r>
            <a:r>
              <a:rPr lang="az-Latn-AZ" altLang="en-US" sz="1200">
                <a:latin typeface="Arial" panose="020B0604020202020204" pitchFamily="34" charset="0"/>
              </a:rPr>
              <a:t>faylında </a:t>
            </a:r>
            <a:r>
              <a:rPr lang="en-US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@yield() </a:t>
            </a:r>
            <a:r>
              <a:rPr lang="en-US" altLang="en-US" sz="1200">
                <a:latin typeface="Arial" panose="020B0604020202020204" pitchFamily="34" charset="0"/>
              </a:rPr>
              <a:t>direktivind</a:t>
            </a:r>
            <a:r>
              <a:rPr lang="az-Latn-AZ" altLang="en-US" sz="1200">
                <a:latin typeface="Arial" panose="020B0604020202020204" pitchFamily="34" charset="0"/>
              </a:rPr>
              <a:t>ən istifadə edərək digər </a:t>
            </a:r>
            <a:r>
              <a:rPr lang="az-Latn-AZ" altLang="en-US" sz="1200" b="1">
                <a:latin typeface="Arial" panose="020B0604020202020204" pitchFamily="34" charset="0"/>
              </a:rPr>
              <a:t>blade</a:t>
            </a:r>
            <a:r>
              <a:rPr lang="az-Latn-AZ" altLang="en-US" sz="1200">
                <a:latin typeface="Arial" panose="020B0604020202020204" pitchFamily="34" charset="0"/>
              </a:rPr>
              <a:t> faylları </a:t>
            </a:r>
            <a:r>
              <a:rPr lang="az-Latn-AZ" altLang="en-US" sz="1200" b="1">
                <a:latin typeface="Arial" panose="020B0604020202020204" pitchFamily="34" charset="0"/>
              </a:rPr>
              <a:t>master.blade.php </a:t>
            </a:r>
            <a:r>
              <a:rPr lang="az-Latn-AZ" altLang="en-US" sz="1200">
                <a:latin typeface="Arial" panose="020B0604020202020204" pitchFamily="34" charset="0"/>
              </a:rPr>
              <a:t>faylına yerləşdirəcəyik.   9cu slaydda....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7B1FC-E936-CB21-2B13-FA2ECD21C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030"/>
            <a:ext cx="12192000" cy="60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74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9E77C-B95C-CD9A-DCF0-5B6914A5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DB57A-D3D8-B984-92B8-B4F58C22ED4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bu cür olacaq. Çünki CSS fayllarını hələki köçürməmişik.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C9F2D-5F81-2D73-E766-8772C3F8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032" y="0"/>
            <a:ext cx="4195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0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4F93-FB19-0ED3-D2D7-14BB2C53A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09E167-7873-14B2-C647-C0AE0468A9B2}"/>
              </a:ext>
            </a:extLst>
          </p:cNvPr>
          <p:cNvSpPr txBox="1"/>
          <p:nvPr/>
        </p:nvSpPr>
        <p:spPr>
          <a:xfrm>
            <a:off x="217714" y="255046"/>
            <a:ext cx="9486123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admin-template</a:t>
            </a:r>
            <a:r>
              <a:rPr lang="az-Latn-AZ" altLang="en-US" sz="1300">
                <a:latin typeface="Arial" panose="020B0604020202020204" pitchFamily="34" charset="0"/>
              </a:rPr>
              <a:t> qovluğundakı </a:t>
            </a:r>
            <a:r>
              <a:rPr lang="az-Latn-AZ" altLang="en-US" sz="1300" b="1">
                <a:latin typeface="Arial" panose="020B0604020202020204" pitchFamily="34" charset="0"/>
              </a:rPr>
              <a:t>assets</a:t>
            </a:r>
            <a:r>
              <a:rPr lang="az-Latn-AZ" altLang="en-US" sz="1300">
                <a:latin typeface="Arial" panose="020B0604020202020204" pitchFamily="34" charset="0"/>
              </a:rPr>
              <a:t> qovluğunu, </a:t>
            </a:r>
            <a:r>
              <a:rPr lang="az-Latn-AZ" altLang="en-US" sz="1300" b="1">
                <a:latin typeface="Arial" panose="020B0604020202020204" pitchFamily="34" charset="0"/>
              </a:rPr>
              <a:t>public</a:t>
            </a:r>
            <a:r>
              <a:rPr lang="az-Latn-AZ" altLang="en-US" sz="1300">
                <a:latin typeface="Arial" panose="020B0604020202020204" pitchFamily="34" charset="0"/>
              </a:rPr>
              <a:t> qovluğunda </a:t>
            </a:r>
            <a:r>
              <a:rPr lang="az-Latn-AZ" altLang="en-US" sz="1300" b="1">
                <a:latin typeface="Arial" panose="020B0604020202020204" pitchFamily="34" charset="0"/>
              </a:rPr>
              <a:t>backend</a:t>
            </a:r>
            <a:r>
              <a:rPr lang="az-Latn-AZ" altLang="en-US" sz="1300">
                <a:latin typeface="Arial" panose="020B0604020202020204" pitchFamily="34" charset="0"/>
              </a:rPr>
              <a:t> qovluğu yaradaraq onun içinə köçürürük.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D2C07-4DAD-E853-7DA0-4B075401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578" y="0"/>
            <a:ext cx="228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4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2022-4E01-D6D9-5B8C-9A8B3582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D480ED-6C8B-5FFF-F7DE-2D8DA1E43DCC}"/>
              </a:ext>
            </a:extLst>
          </p:cNvPr>
          <p:cNvSpPr txBox="1"/>
          <p:nvPr/>
        </p:nvSpPr>
        <p:spPr>
          <a:xfrm>
            <a:off x="217715" y="255046"/>
            <a:ext cx="623907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link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taglərinin içindəki </a:t>
            </a:r>
            <a:r>
              <a:rPr lang="az-Latn-AZ" altLang="en-US" sz="1300" b="1">
                <a:latin typeface="Arial" panose="020B0604020202020204" pitchFamily="34" charset="0"/>
              </a:rPr>
              <a:t>linkləri</a:t>
            </a:r>
            <a:r>
              <a:rPr lang="az-Latn-AZ" altLang="en-US" sz="1300">
                <a:latin typeface="Arial" panose="020B0604020202020204" pitchFamily="34" charset="0"/>
              </a:rPr>
              <a:t> kopyalayırıq.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76DCF2-E23C-379E-4162-26C1F5AA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168" y="0"/>
            <a:ext cx="5494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81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96415" y="73497"/>
            <a:ext cx="5072744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Kopyalanan </a:t>
            </a:r>
            <a:r>
              <a:rPr lang="en-US" altLang="en-US" sz="1300" b="1">
                <a:latin typeface="Arial" panose="020B0604020202020204" pitchFamily="34" charset="0"/>
              </a:rPr>
              <a:t>li</a:t>
            </a:r>
            <a:r>
              <a:rPr lang="az-Latn-AZ" altLang="en-US" sz="1300" b="1">
                <a:latin typeface="Arial" panose="020B0604020202020204" pitchFamily="34" charset="0"/>
              </a:rPr>
              <a:t>nklərin</a:t>
            </a:r>
            <a:r>
              <a:rPr lang="az-Latn-AZ" altLang="en-US" sz="1300">
                <a:latin typeface="Arial" panose="020B0604020202020204" pitchFamily="34" charset="0"/>
              </a:rPr>
              <a:t> başına </a:t>
            </a:r>
            <a:r>
              <a:rPr lang="az-Latn-AZ" altLang="en-US" sz="1300" b="1">
                <a:latin typeface="Arial" panose="020B0604020202020204" pitchFamily="34" charset="0"/>
              </a:rPr>
              <a:t>backend</a:t>
            </a:r>
            <a:r>
              <a:rPr lang="az-Latn-AZ" altLang="en-US" sz="1300">
                <a:latin typeface="Arial" panose="020B0604020202020204" pitchFamily="34" charset="0"/>
              </a:rPr>
              <a:t> qolvuğunun adınıda əlavə edərək onları </a:t>
            </a:r>
            <a:r>
              <a:rPr lang="az-Latn-AZ" altLang="en-US" sz="1300" b="1">
                <a:latin typeface="Arial" panose="020B0604020202020204" pitchFamily="34" charset="0"/>
              </a:rPr>
              <a:t>asset() </a:t>
            </a:r>
            <a:r>
              <a:rPr lang="az-Latn-AZ" altLang="en-US" sz="1300">
                <a:latin typeface="Arial" panose="020B0604020202020204" pitchFamily="34" charset="0"/>
              </a:rPr>
              <a:t>meotdu içinə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FEE03-1CE2-0E03-CB7B-4FCC6349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39"/>
          <a:stretch>
            <a:fillRect/>
          </a:stretch>
        </p:blipFill>
        <p:spPr>
          <a:xfrm>
            <a:off x="5298867" y="0"/>
            <a:ext cx="6893133" cy="63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103880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D1819-6A4C-8E1E-2C87-AD9E260E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871"/>
            <a:ext cx="12192000" cy="629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D2B8-F606-19D1-48B2-D715BC4A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24333-5635-9972-3571-0DDC63611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185"/>
            <a:ext cx="12192000" cy="635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5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DC52-181B-1F25-DE9D-C817E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25BE5-F797-929A-3A72-0A7377496A5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resources\views\admin\dashboard.blade.php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faylının içini biraz təmizləyərk.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52722-9CE6-BB3F-FD74-BF5FCCB97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927621"/>
            <a:ext cx="3581900" cy="5525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7A300-564D-1AEA-BA79-9C46C221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776" y="1514208"/>
            <a:ext cx="3962953" cy="382958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221C724-57E9-3B19-F0CC-71D3632285BB}"/>
              </a:ext>
            </a:extLst>
          </p:cNvPr>
          <p:cNvSpPr/>
          <p:nvPr/>
        </p:nvSpPr>
        <p:spPr>
          <a:xfrm>
            <a:off x="5428860" y="2995126"/>
            <a:ext cx="1334277" cy="8677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8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F6F02-F1E4-20EA-9B8B-977CF98C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677DAA-F1B7-7F7F-4244-21691B7CA050}"/>
              </a:ext>
            </a:extLst>
          </p:cNvPr>
          <p:cNvSpPr txBox="1"/>
          <p:nvPr/>
        </p:nvSpPr>
        <p:spPr>
          <a:xfrm>
            <a:off x="217714" y="12441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BDA34-14BE-2F0E-2D9A-DED77CF2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931"/>
            <a:ext cx="12192000" cy="627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11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463B-0B91-D748-DED4-51EA76074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54E267-510D-0885-41B7-46EA0D0D45B9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NAVBAR</a:t>
            </a:r>
            <a:r>
              <a:rPr lang="en-US" altLang="en-US" sz="1300">
                <a:latin typeface="Arial" panose="020B0604020202020204" pitchFamily="34" charset="0"/>
              </a:rPr>
              <a:t> v</a:t>
            </a:r>
            <a:r>
              <a:rPr lang="az-Latn-AZ" altLang="en-US" sz="1300">
                <a:latin typeface="Arial" panose="020B0604020202020204" pitchFamily="34" charset="0"/>
              </a:rPr>
              <a:t>ə </a:t>
            </a:r>
            <a:r>
              <a:rPr lang="az-Latn-AZ" altLang="en-US" sz="1300" b="1">
                <a:latin typeface="Arial" panose="020B0604020202020204" pitchFamily="34" charset="0"/>
              </a:rPr>
              <a:t>SİDEBAR</a:t>
            </a:r>
            <a:r>
              <a:rPr lang="az-Latn-AZ" altLang="en-US" sz="1300">
                <a:latin typeface="Arial" panose="020B0604020202020204" pitchFamily="34" charset="0"/>
              </a:rPr>
              <a:t> üçün olan hissələridə ayıraraq həmin adda 2 fayl yaradırıq və həmin iki faylı </a:t>
            </a:r>
            <a:r>
              <a:rPr lang="az-Latn-AZ" altLang="en-US" sz="1300" b="1">
                <a:latin typeface="Arial" panose="020B0604020202020204" pitchFamily="34" charset="0"/>
              </a:rPr>
              <a:t>master.blade.php </a:t>
            </a:r>
            <a:r>
              <a:rPr lang="az-Latn-AZ" altLang="en-US" sz="1300">
                <a:latin typeface="Arial" panose="020B0604020202020204" pitchFamily="34" charset="0"/>
              </a:rPr>
              <a:t>faylına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İNCLUDE</a:t>
            </a:r>
            <a:r>
              <a:rPr lang="az-Latn-AZ" altLang="en-US" sz="1300">
                <a:latin typeface="Arial" panose="020B0604020202020204" pitchFamily="34" charset="0"/>
              </a:rPr>
              <a:t> edirik: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resources\views\admin\layouts\sidebar.blade.php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resources\views\admin\layouts\navbar.blade.php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@yield() </a:t>
            </a:r>
            <a:r>
              <a:rPr lang="az-Latn-AZ" altLang="en-US" sz="1300">
                <a:latin typeface="Arial" panose="020B0604020202020204" pitchFamily="34" charset="0"/>
              </a:rPr>
              <a:t>direktivi, fərqlənən hissələri əlavə etdikdə istifadə edilir. </a:t>
            </a:r>
            <a:r>
              <a:rPr lang="en-US" altLang="en-US" sz="1300" b="1">
                <a:latin typeface="Arial" panose="020B0604020202020204" pitchFamily="34" charset="0"/>
              </a:rPr>
              <a:t>@include </a:t>
            </a:r>
            <a:r>
              <a:rPr lang="az-Latn-AZ" altLang="en-US" sz="1300">
                <a:latin typeface="Arial" panose="020B0604020202020204" pitchFamily="34" charset="0"/>
              </a:rPr>
              <a:t>isə eyni olan hissələri.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EBE5A-1E76-570B-2C23-28A1652D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171"/>
          <a:stretch>
            <a:fillRect/>
          </a:stretch>
        </p:blipFill>
        <p:spPr>
          <a:xfrm>
            <a:off x="0" y="2573919"/>
            <a:ext cx="12192000" cy="42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34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C15C-8092-CBBB-5380-C9A3B31B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9FC37B-25C8-AEA7-DBAC-6EBE1D7D4E91}"/>
              </a:ext>
            </a:extLst>
          </p:cNvPr>
          <p:cNvSpPr txBox="1"/>
          <p:nvPr/>
        </p:nvSpPr>
        <p:spPr>
          <a:xfrm>
            <a:off x="217715" y="255046"/>
            <a:ext cx="438227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resources\views\admin\layouts\sidebar.blade.php</a:t>
            </a:r>
            <a:r>
              <a:rPr lang="az-Latn-AZ" altLang="en-US" sz="1300">
                <a:latin typeface="Arial" panose="020B0604020202020204" pitchFamily="34" charset="0"/>
              </a:rPr>
              <a:t> faylından işarələnən hissələri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EBD5D-CD8B-CCC9-6FBB-AEFF348D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834" y="0"/>
            <a:ext cx="73081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7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67FD-F372-DD69-3504-4EAF633D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4DDDD0-A783-3DC7-F50E-93839DE3D7F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resources\views\admin\layouts\navbar.blade.php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faylından işarələnən hissəni silirik.</a:t>
            </a: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705D9-7241-C221-D7B1-B97F54564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53" y="2256783"/>
            <a:ext cx="10907647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4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D4B8-C515-B559-C4A0-A60DD02C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4612C-804A-BE4D-1831-D4BAE74CF72A}"/>
              </a:ext>
            </a:extLst>
          </p:cNvPr>
          <p:cNvSpPr txBox="1"/>
          <p:nvPr/>
        </p:nvSpPr>
        <p:spPr>
          <a:xfrm>
            <a:off x="217714" y="11508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2AD6E-35F3-1373-E56E-26DD4C82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3257"/>
            <a:ext cx="12192000" cy="26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69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072F-8027-1193-CA57-64F46B9A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6C2AFF-0EC9-0132-D92A-FD6F1163713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6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E475-020C-D515-8334-6D4D6ACB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934FBD-0634-CF1D-BECF-EA472E29501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1079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5095</TotalTime>
  <Words>305</Words>
  <Application>Microsoft Office PowerPoint</Application>
  <PresentationFormat>Widescreen</PresentationFormat>
  <Paragraphs>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381</cp:revision>
  <dcterms:created xsi:type="dcterms:W3CDTF">2025-04-12T11:00:44Z</dcterms:created>
  <dcterms:modified xsi:type="dcterms:W3CDTF">2025-07-24T20:07:20Z</dcterms:modified>
</cp:coreProperties>
</file>