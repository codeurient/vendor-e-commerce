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00" r:id="rId11"/>
    <p:sldId id="422" r:id="rId12"/>
    <p:sldId id="423" r:id="rId13"/>
    <p:sldId id="424" r:id="rId14"/>
    <p:sldId id="4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5529943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https://github.com/yoeunes/toastr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 GitHub səhifəsində paylaşılmış bu link: yoeunes/toastr — Laravel tətbiqlərində </a:t>
            </a:r>
            <a:r>
              <a:rPr lang="az-Latn-AZ" altLang="en-US" sz="1300" b="1">
                <a:latin typeface="Arial" panose="020B0604020202020204" pitchFamily="34" charset="0"/>
              </a:rPr>
              <a:t>JavaScript toastr </a:t>
            </a:r>
            <a:r>
              <a:rPr lang="az-Latn-AZ" altLang="en-US" sz="1300">
                <a:latin typeface="Arial" panose="020B0604020202020204" pitchFamily="34" charset="0"/>
              </a:rPr>
              <a:t>bildirişlərini (notifications) istifadə etməyi asanlaşdırmaq üçün yazılmış bir Laravel package-dir.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Laravel package, toastr.js kitabxanasının backend (PHP/Laravel) inteqrasiyasını təmin edir. Saytda və ya sistemdə istifadəçiyə qısa mesajlar (alert, success, error, info) göstərmək üçün istifadə olunur.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İstifadəsi çox sadədir.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6F102-D78E-FAB9-BC29-FCA368253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40" y="0"/>
            <a:ext cx="63093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Sadəcə göstərilən metodu controller -ə əlavə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FEAC0-D7A0-1D99-649D-0CAF2122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392" y="0"/>
            <a:ext cx="4324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0FDC-0B6B-6B8E-419B-D1DF68F9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6C5FE5-0CF6-9C2D-24D2-862ADBFD630E}"/>
              </a:ext>
            </a:extLst>
          </p:cNvPr>
          <p:cNvSpPr txBox="1"/>
          <p:nvPr/>
        </p:nvSpPr>
        <p:spPr>
          <a:xfrm>
            <a:off x="217714" y="15240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B10A4-8714-931C-370C-24E4517EF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991"/>
            <a:ext cx="12192000" cy="6258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592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CF7F-8AF7-9BA6-99F4-3D2EA12D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4A0F7E-7EC7-2C0D-C303-6302AD82FE6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cür səliqəsiz mesajlar göstərmək məcburiyyətində deyilik.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4B9A5-5098-A54B-7BCA-431B20A2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498" y="1464906"/>
            <a:ext cx="7447502" cy="55143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697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8CF6-A989-4177-66A8-3AD20E27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76ECC-2400-A5F0-CB27-264268245CD0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səliqəsiz mesajın göstərilməsi üçün istifadə edilən </a:t>
            </a:r>
            <a:r>
              <a:rPr lang="az-Latn-AZ" altLang="en-US" sz="1300" b="1">
                <a:latin typeface="Arial" panose="020B0604020202020204" pitchFamily="34" charset="0"/>
              </a:rPr>
              <a:t>direktivi</a:t>
            </a:r>
            <a:r>
              <a:rPr lang="az-Latn-AZ" altLang="en-US" sz="1300">
                <a:latin typeface="Arial" panose="020B0604020202020204" pitchFamily="34" charset="0"/>
              </a:rPr>
              <a:t> `</a:t>
            </a:r>
            <a:r>
              <a:rPr lang="en-US" altLang="en-US" sz="1300">
                <a:solidFill>
                  <a:srgbClr val="FF0000"/>
                </a:solidFill>
                <a:latin typeface="Arial" panose="020B0604020202020204" pitchFamily="34" charset="0"/>
              </a:rPr>
              <a:t>resources\views\admin\profile\index.blade.php</a:t>
            </a:r>
            <a:r>
              <a:rPr lang="az-Latn-AZ" altLang="en-US" sz="1300">
                <a:latin typeface="Arial" panose="020B0604020202020204" pitchFamily="34" charset="0"/>
              </a:rPr>
              <a:t>` faylından silək ilk öncə və köçürək `</a:t>
            </a:r>
            <a:r>
              <a:rPr lang="en-US" altLang="en-US" sz="1300">
                <a:solidFill>
                  <a:srgbClr val="FF0000"/>
                </a:solidFill>
                <a:latin typeface="Arial" panose="020B0604020202020204" pitchFamily="34" charset="0"/>
              </a:rPr>
              <a:t>resources\views\admin\layouts\master.blade.php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faylına. Növbəti slayd...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9BA94-4BC6-5092-0DA9-2FE4166D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877" y="2351314"/>
            <a:ext cx="7313123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9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26BF-1A4A-4799-C16F-841948B8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C036E-2BA0-7055-3E43-C2EC26BB4413}"/>
              </a:ext>
            </a:extLst>
          </p:cNvPr>
          <p:cNvSpPr txBox="1"/>
          <p:nvPr/>
        </p:nvSpPr>
        <p:spPr>
          <a:xfrm>
            <a:off x="217714" y="255046"/>
            <a:ext cx="4043707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solidFill>
                  <a:srgbClr val="FF0000"/>
                </a:solidFill>
                <a:latin typeface="Arial" panose="020B0604020202020204" pitchFamily="34" charset="0"/>
              </a:rPr>
              <a:t>resources\views\admin\layouts\master.blade.php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</a:t>
            </a:r>
            <a:r>
              <a:rPr lang="en-US" altLang="en-US" sz="1300">
                <a:latin typeface="Arial" panose="020B0604020202020204" pitchFamily="34" charset="0"/>
              </a:rPr>
              <a:t>d</a:t>
            </a:r>
            <a:r>
              <a:rPr lang="az-Latn-AZ" altLang="en-US" sz="1300">
                <a:latin typeface="Arial" panose="020B0604020202020204" pitchFamily="34" charset="0"/>
              </a:rPr>
              <a:t>a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şəkildəki kimi yazırıq.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1ci yazılış şəklidir.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2ci yazılış şəkli haqqında slayd 8-ə bax.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0264B-990F-F4B4-2EA9-43C5A731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421" y="0"/>
            <a:ext cx="7930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2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9358-FB77-9778-8BCE-C37A89DE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63205D-917B-D761-AB2C-F5FA9886B788}"/>
              </a:ext>
            </a:extLst>
          </p:cNvPr>
          <p:cNvSpPr txBox="1"/>
          <p:nvPr/>
        </p:nvSpPr>
        <p:spPr>
          <a:xfrm>
            <a:off x="111968" y="255046"/>
            <a:ext cx="2724538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REQUİRED</a:t>
            </a:r>
            <a:r>
              <a:rPr lang="az-Latn-AZ" altLang="en-US" sz="1300">
                <a:latin typeface="Arial" panose="020B0604020202020204" pitchFamily="34" charset="0"/>
              </a:rPr>
              <a:t> atributlarını silin ki, </a:t>
            </a:r>
            <a:r>
              <a:rPr lang="az-Latn-AZ" altLang="en-US" sz="1300" b="1">
                <a:latin typeface="Arial" panose="020B0604020202020204" pitchFamily="34" charset="0"/>
              </a:rPr>
              <a:t>php</a:t>
            </a:r>
            <a:r>
              <a:rPr lang="az-Latn-AZ" altLang="en-US" sz="1300">
                <a:latin typeface="Arial" panose="020B0604020202020204" pitchFamily="34" charset="0"/>
              </a:rPr>
              <a:t> -dəki </a:t>
            </a:r>
            <a:r>
              <a:rPr lang="az-Latn-AZ" altLang="en-US" sz="1300" b="1">
                <a:latin typeface="Arial" panose="020B0604020202020204" pitchFamily="34" charset="0"/>
              </a:rPr>
              <a:t>required</a:t>
            </a:r>
            <a:r>
              <a:rPr lang="az-Latn-AZ" altLang="en-US" sz="1300">
                <a:latin typeface="Arial" panose="020B0604020202020204" pitchFamily="34" charset="0"/>
              </a:rPr>
              <a:t> tələbləri işləsin.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B2C70-70B9-D9EA-1D8E-67857713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961" y="0"/>
            <a:ext cx="9252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9DC6-88FF-F55B-938F-E7716515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8A27A0-5D28-8B43-A3C1-AC4B7BE92E2F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direktivindən istifadə etmədən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toaster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mesajları göstərə bilərik.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toaster.js </a:t>
            </a:r>
            <a:r>
              <a:rPr lang="az-Latn-AZ" altLang="en-US" sz="1300">
                <a:latin typeface="Arial" panose="020B0604020202020204" pitchFamily="34" charset="0"/>
              </a:rPr>
              <a:t>sözünə klikləyərək fərqli bir səhifəyə daxil oluruq: </a:t>
            </a:r>
            <a:r>
              <a:rPr lang="az-Latn-AZ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https://github.com/CodeSeven/toastr</a:t>
            </a:r>
            <a:r>
              <a:rPr lang="az-Latn-AZ" altLang="en-US" sz="130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DEAAE-9954-A255-25FC-4481C0ED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14765"/>
            <a:ext cx="12192000" cy="304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7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BD43-C56A-D10B-E0E6-3AF01366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FD4F2-8ED5-7ADE-5D7B-81A17E6660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Şəkildəki </a:t>
            </a:r>
            <a:r>
              <a:rPr lang="az-Latn-AZ" altLang="en-US" sz="1300" b="1">
                <a:latin typeface="Arial" panose="020B0604020202020204" pitchFamily="34" charset="0"/>
              </a:rPr>
              <a:t>CDN</a:t>
            </a:r>
            <a:r>
              <a:rPr lang="az-Latn-AZ" altLang="en-US" sz="1300">
                <a:latin typeface="Arial" panose="020B0604020202020204" pitchFamily="34" charset="0"/>
              </a:rPr>
              <a:t> linklərini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resources\views\admin\layouts\master.blade.php </a:t>
            </a:r>
            <a:r>
              <a:rPr lang="az-Latn-AZ" altLang="en-US" sz="1300">
                <a:latin typeface="Arial" panose="020B0604020202020204" pitchFamily="34" charset="0"/>
              </a:rPr>
              <a:t>` faylına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7A268-376A-3CFE-B93A-37778AEB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5509"/>
            <a:ext cx="12192000" cy="23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6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982CA-DA05-FB29-E9DC-7D860576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73" y="646833"/>
            <a:ext cx="11660227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A686-5630-4A9F-BCF5-4408769B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3C3596-658D-E4B8-3683-DCFD82E5093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İstifadə qaydası şəkildəki kimidir.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98A46-994B-9BD4-2285-941888BDA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456" y="0"/>
            <a:ext cx="7157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5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189AC-AE1E-FEFE-095B-40BF6A08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0DCDC-B3FA-C11A-F7DE-00241FD6E7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48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030D-05C9-FFF8-3A35-E1A1107B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90A5C-2DAB-F9F8-F9E0-F52AED94AF0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838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E238-B33E-0C2D-2424-BB2FA837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023AF-413D-488E-4E28-C57DCEC2140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578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258</Words>
  <Application>Microsoft Office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369</cp:revision>
  <dcterms:created xsi:type="dcterms:W3CDTF">2025-04-12T11:00:44Z</dcterms:created>
  <dcterms:modified xsi:type="dcterms:W3CDTF">2025-07-27T20:36:43Z</dcterms:modified>
</cp:coreProperties>
</file>