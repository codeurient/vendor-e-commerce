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8" r:id="rId6"/>
    <p:sldId id="417" r:id="rId7"/>
    <p:sldId id="419" r:id="rId8"/>
    <p:sldId id="420" r:id="rId9"/>
    <p:sldId id="421" r:id="rId10"/>
    <p:sldId id="422" r:id="rId11"/>
    <p:sldId id="423" r:id="rId12"/>
    <p:sldId id="424" r:id="rId13"/>
    <p:sldId id="40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5" y="255046"/>
            <a:ext cx="2712098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Fiile əlavə edə bilmək üçün yeni element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FAA14-A60B-597C-ED20-4B8FAE7D5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908" y="0"/>
            <a:ext cx="9103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Şəkilləri yadda saxlayacağımız </a:t>
            </a:r>
            <a:r>
              <a:rPr lang="az-Latn-AZ" altLang="en-US" sz="1300" b="1">
                <a:latin typeface="Arial" panose="020B0604020202020204" pitchFamily="34" charset="0"/>
              </a:rPr>
              <a:t>UPLOADS</a:t>
            </a:r>
            <a:r>
              <a:rPr lang="az-Latn-AZ" altLang="en-US" sz="1300">
                <a:latin typeface="Arial" panose="020B0604020202020204" pitchFamily="34" charset="0"/>
              </a:rPr>
              <a:t> qovluğunu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3940F-D07A-C99C-7D38-75D80BA34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9892" y="0"/>
            <a:ext cx="16021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5C63D-5CF4-2527-A772-F15925C34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89F902-960D-A774-43C1-67CBEEFFFDC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Şəkli əlavə edə bilmək üçün controllerə kodumuzu yazırıq.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94FE62-2E7E-9CBD-FA33-CD3D5E11B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123" y="0"/>
            <a:ext cx="5753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78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36DBF-DF08-82C4-A1A3-E05F6EF25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35A08A-7FE5-1097-7B3C-2D19CBA009A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Simvolik link yaratmaq üçün `</a:t>
            </a:r>
            <a:r>
              <a:rPr lang="az-Latn-AZ" altLang="en-US" sz="1300" b="1">
                <a:latin typeface="Arial" panose="020B0604020202020204" pitchFamily="34" charset="0"/>
              </a:rPr>
              <a:t>php artisan storage:link</a:t>
            </a:r>
            <a:r>
              <a:rPr lang="az-Latn-AZ" altLang="en-US" sz="1300">
                <a:latin typeface="Arial" panose="020B0604020202020204" pitchFamily="34" charset="0"/>
              </a:rPr>
              <a:t>` əmrini işə salırıq.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DAAD7A-CCF6-594B-2783-C187D8FD7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14735"/>
            <a:ext cx="10155067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11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FB882-2008-8C1F-7A89-2A355A2A7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8E4676-AC2F-132A-86DA-7326652EC4C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File seçib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9B5130-636B-68C6-E8EB-1AE15C2DA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8" y="751623"/>
            <a:ext cx="12012701" cy="61063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1275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E889D-6BBF-9B80-4934-576365DC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850327-CD46-9D52-8D5D-68F0B444C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5760"/>
            <a:ext cx="12192000" cy="33522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49F2EC-0EF0-2C88-9145-44D8FFEAABA9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Əlavə edilib edilmədiyini yoxlayırıq.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DB -ə əlavə edilibdir.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862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1DE3-6A1B-61D9-499C-1BDD83366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6840E8-AB7F-D98B-4A87-D31B585904E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UPLODAS</a:t>
            </a:r>
            <a:r>
              <a:rPr lang="az-Latn-AZ" altLang="en-US" sz="1300">
                <a:latin typeface="Arial" panose="020B0604020202020204" pitchFamily="34" charset="0"/>
              </a:rPr>
              <a:t> qovluğunada əlavə edilibdir.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7E40A6-30E3-5518-649A-F81A96E66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3138" y="0"/>
            <a:ext cx="2968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68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F72BC-36ED-A169-CBB9-61DF28A68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5C23CB-175F-666A-AA84-FABC27D414C4}"/>
              </a:ext>
            </a:extLst>
          </p:cNvPr>
          <p:cNvSpPr txBox="1"/>
          <p:nvPr/>
        </p:nvSpPr>
        <p:spPr>
          <a:xfrm>
            <a:off x="217715" y="255046"/>
            <a:ext cx="2861388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Əlavə edilən faylı,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-dən çağıraraq, ekranda əks etdiririk.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A8467C-0BC6-DC1D-ADE7-53EDC00B6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603" y="0"/>
            <a:ext cx="88983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568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1AECA-66A3-A6B0-0FF4-784C9FA57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F7AB9A-59AF-09C7-01E0-63AFD5964D5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 ekranda əks edili</a:t>
            </a:r>
            <a:r>
              <a:rPr lang="az-Latn-AZ" altLang="en-US" sz="1300">
                <a:latin typeface="Arial" panose="020B0604020202020204" pitchFamily="34" charset="0"/>
              </a:rPr>
              <a:t>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BFB6A7-E538-C04F-E5DA-03295638D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771" y="1689906"/>
            <a:ext cx="8981229" cy="51680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102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718A4-EFDD-B539-1E23-E1EF0E2D0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25BC9F-D919-0CDF-4E9A-F3CF6B9BF255}"/>
              </a:ext>
            </a:extLst>
          </p:cNvPr>
          <p:cNvSpPr txBox="1"/>
          <p:nvPr/>
        </p:nvSpPr>
        <p:spPr>
          <a:xfrm>
            <a:off x="217715" y="255046"/>
            <a:ext cx="6556310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altLang="en-US" sz="1300" b="1">
                <a:latin typeface="Arial" panose="020B0604020202020204" pitchFamily="34" charset="0"/>
              </a:rPr>
              <a:t>1) </a:t>
            </a:r>
            <a:r>
              <a:rPr lang="en-US" altLang="en-US" sz="1300" b="1">
                <a:latin typeface="Arial" panose="020B0604020202020204" pitchFamily="34" charset="0"/>
              </a:rPr>
              <a:t>if($request-&gt;hasFile('image’))</a:t>
            </a:r>
            <a:r>
              <a:rPr lang="az-Latn-AZ" altLang="en-US" sz="1300">
                <a:latin typeface="Arial" panose="020B0604020202020204" pitchFamily="34" charset="0"/>
              </a:rPr>
              <a:t>, onu yoxlayır ki, </a:t>
            </a:r>
            <a:r>
              <a:rPr lang="az-Latn-AZ" altLang="en-US" sz="1300" b="1">
                <a:latin typeface="Arial" panose="020B0604020202020204" pitchFamily="34" charset="0"/>
              </a:rPr>
              <a:t>İNPUT</a:t>
            </a:r>
            <a:r>
              <a:rPr lang="az-Latn-AZ" altLang="en-US" sz="1300">
                <a:latin typeface="Arial" panose="020B0604020202020204" pitchFamily="34" charset="0"/>
              </a:rPr>
              <a:t> elementindən daxil olan hər hansısa bir </a:t>
            </a:r>
            <a:r>
              <a:rPr lang="az-Latn-AZ" altLang="en-US" sz="1300" b="1">
                <a:latin typeface="Arial" panose="020B0604020202020204" pitchFamily="34" charset="0"/>
              </a:rPr>
              <a:t>fayl</a:t>
            </a:r>
            <a:r>
              <a:rPr lang="az-Latn-AZ" altLang="en-US" sz="1300">
                <a:latin typeface="Arial" panose="020B0604020202020204" pitchFamily="34" charset="0"/>
              </a:rPr>
              <a:t> varmı.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2) </a:t>
            </a:r>
            <a:r>
              <a:rPr lang="en-US" altLang="en-US" sz="1300" b="1">
                <a:latin typeface="Arial" panose="020B0604020202020204" pitchFamily="34" charset="0"/>
              </a:rPr>
              <a:t>FILE</a:t>
            </a:r>
            <a:r>
              <a:rPr lang="en-US" altLang="en-US" sz="1300">
                <a:latin typeface="Arial" panose="020B0604020202020204" pitchFamily="34" charset="0"/>
              </a:rPr>
              <a:t> klas</a:t>
            </a:r>
            <a:r>
              <a:rPr lang="az-Latn-AZ" altLang="en-US" sz="1300">
                <a:latin typeface="Arial" panose="020B0604020202020204" pitchFamily="34" charset="0"/>
              </a:rPr>
              <a:t>ını əlavə edərək, </a:t>
            </a:r>
            <a:r>
              <a:rPr lang="az-Latn-AZ" altLang="en-US" sz="1300" b="1">
                <a:latin typeface="Arial" panose="020B0604020202020204" pitchFamily="34" charset="0"/>
              </a:rPr>
              <a:t>exists() </a:t>
            </a:r>
            <a:r>
              <a:rPr lang="az-Latn-AZ" altLang="en-US" sz="1300">
                <a:latin typeface="Arial" panose="020B0604020202020204" pitchFamily="34" charset="0"/>
              </a:rPr>
              <a:t>metodunu çağırırıq ki, həmin metod ilə </a:t>
            </a:r>
            <a:r>
              <a:rPr lang="az-Latn-AZ" altLang="en-US" sz="1300" b="1">
                <a:latin typeface="Arial" panose="020B0604020202020204" pitchFamily="34" charset="0"/>
              </a:rPr>
              <a:t>USERS</a:t>
            </a:r>
            <a:r>
              <a:rPr lang="az-Latn-AZ" altLang="en-US" sz="1300">
                <a:latin typeface="Arial" panose="020B0604020202020204" pitchFamily="34" charset="0"/>
              </a:rPr>
              <a:t> modelində, </a:t>
            </a:r>
            <a:r>
              <a:rPr lang="az-Latn-AZ" altLang="en-US" sz="1300" b="1">
                <a:latin typeface="Arial" panose="020B0604020202020204" pitchFamily="34" charset="0"/>
              </a:rPr>
              <a:t>istifadəçinin</a:t>
            </a:r>
            <a:r>
              <a:rPr lang="az-Latn-AZ" altLang="en-US" sz="1300">
                <a:latin typeface="Arial" panose="020B0604020202020204" pitchFamily="34" charset="0"/>
              </a:rPr>
              <a:t> hər hansısa fayla sahib olub olmadığını yoxlayaq. Əgər başqa bir fayl varsa onda mövcud olanı </a:t>
            </a:r>
            <a:r>
              <a:rPr lang="az-Latn-AZ" altLang="en-US" sz="1300" b="1">
                <a:latin typeface="Arial" panose="020B0604020202020204" pitchFamily="34" charset="0"/>
              </a:rPr>
              <a:t>DELETE</a:t>
            </a:r>
            <a:r>
              <a:rPr lang="az-Latn-AZ" altLang="en-US" sz="1300">
                <a:latin typeface="Arial" panose="020B0604020202020204" pitchFamily="34" charset="0"/>
              </a:rPr>
              <a:t> edirik və sonrada yenisini əlavə edirik.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bu yoxlamanı etməsəydik, onda </a:t>
            </a:r>
            <a:r>
              <a:rPr lang="az-Latn-AZ" altLang="en-US" sz="1300" b="1">
                <a:latin typeface="Arial" panose="020B0604020202020204" pitchFamily="34" charset="0"/>
              </a:rPr>
              <a:t>uploads</a:t>
            </a:r>
            <a:r>
              <a:rPr lang="az-Latn-AZ" altLang="en-US" sz="1300">
                <a:latin typeface="Arial" panose="020B0604020202020204" pitchFamily="34" charset="0"/>
              </a:rPr>
              <a:t> qovluğunda birdən çox fayl olacaqdı.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6FF242-10C4-0C2E-345D-4ACC0E362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93" y="0"/>
            <a:ext cx="52699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65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1636A-1E5E-6575-FE48-4A4DFD97C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3155B7-B3C1-8B53-00D7-A0325D74FF0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5415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3BD32-2982-72AF-217A-67CA85CC4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DE834-CE27-890A-85AB-B3421464492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8578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4612</TotalTime>
  <Words>166</Words>
  <Application>Microsoft Office PowerPoint</Application>
  <PresentationFormat>Widescreen</PresentationFormat>
  <Paragraphs>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373</cp:revision>
  <dcterms:created xsi:type="dcterms:W3CDTF">2025-04-12T11:00:44Z</dcterms:created>
  <dcterms:modified xsi:type="dcterms:W3CDTF">2025-07-27T09:32:30Z</dcterms:modified>
</cp:coreProperties>
</file>