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Sistemdən çıxış etmək üçün `</a:t>
            </a:r>
            <a:r>
              <a:rPr lang="en-US" altLang="en-US" sz="1300" b="1">
                <a:latin typeface="Arial" panose="020B0604020202020204" pitchFamily="34" charset="0"/>
              </a:rPr>
              <a:t>resources\views\admin\layouts\navbar.blade.php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faylına aşağıdakı kimi yazırıq. Bu kodu, `</a:t>
            </a:r>
            <a:r>
              <a:rPr lang="en-US" altLang="en-US" sz="1300" b="1">
                <a:latin typeface="Arial" panose="020B0604020202020204" pitchFamily="34" charset="0"/>
              </a:rPr>
              <a:t>resources\views\layouts\navigation.blade.php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faylından götürmək mümkündür.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B7C26-A81B-7D50-0429-9F0990FCD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47" y="1783404"/>
            <a:ext cx="8123853" cy="507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4768</TotalTime>
  <Words>45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2025-07-25T12:51:52Z</dcterms:modified>
</cp:coreProperties>
</file>