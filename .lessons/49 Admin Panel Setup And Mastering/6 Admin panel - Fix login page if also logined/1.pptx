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6" r:id="rId4"/>
    <p:sldId id="415" r:id="rId5"/>
    <p:sldId id="418" r:id="rId6"/>
    <p:sldId id="419" r:id="rId7"/>
    <p:sldId id="420" r:id="rId8"/>
    <p:sldId id="422" r:id="rId9"/>
    <p:sldId id="423" r:id="rId10"/>
    <p:sldId id="424" r:id="rId11"/>
    <p:sldId id="425" r:id="rId12"/>
    <p:sldId id="421" r:id="rId13"/>
    <p:sldId id="40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 əvvəlki dərsdə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Admin Pane</a:t>
            </a:r>
            <a:r>
              <a:rPr lang="az-Latn-AZ" altLang="en-US" sz="1300" b="1">
                <a:latin typeface="Arial" panose="020B0604020202020204" pitchFamily="34" charset="0"/>
              </a:rPr>
              <a:t>l </a:t>
            </a:r>
            <a:r>
              <a:rPr lang="az-Latn-AZ" altLang="en-US" sz="1300">
                <a:latin typeface="Arial" panose="020B0604020202020204" pitchFamily="34" charset="0"/>
              </a:rPr>
              <a:t>üçün ayrıca </a:t>
            </a:r>
            <a:r>
              <a:rPr lang="az-Latn-AZ" altLang="en-US" sz="1300" b="1">
                <a:latin typeface="Arial" panose="020B0604020202020204" pitchFamily="34" charset="0"/>
              </a:rPr>
              <a:t>LOGİN</a:t>
            </a:r>
            <a:r>
              <a:rPr lang="az-Latn-AZ" altLang="en-US" sz="1300">
                <a:latin typeface="Arial" panose="020B0604020202020204" pitchFamily="34" charset="0"/>
              </a:rPr>
              <a:t> səhifəsi yaratdıq ancaq bir problem varki, həmin səhifədən giriş etdikdən sonra,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sahəsində `</a:t>
            </a:r>
            <a:r>
              <a:rPr lang="az-Latn-AZ" altLang="en-US" sz="1300" b="1" u="sng">
                <a:solidFill>
                  <a:srgbClr val="0070C0"/>
                </a:solidFill>
                <a:latin typeface="Arial" panose="020B0604020202020204" pitchFamily="34" charset="0"/>
              </a:rPr>
              <a:t>http://vendor-e-commerce.test/admin/login</a:t>
            </a:r>
            <a:r>
              <a:rPr lang="az-Latn-AZ" altLang="en-US" sz="1300">
                <a:latin typeface="Arial" panose="020B0604020202020204" pitchFamily="34" charset="0"/>
              </a:rPr>
              <a:t>` yazdıqda, təkrar Admin üçün istifadə edilən LOGİN səhifəsi açılır. Ancaq giriş etmişiksə artıq bu səhifə açılmamalıdır. 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</a:t>
            </a:r>
            <a:r>
              <a:rPr kumimoji="0" lang="en-US" altLang="en-US" sz="13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/dashboard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açıla bilər yaxud `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/dashboard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açıla bilər ancaq giriş etmişiksə onda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LOGİN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səhifəsi açılmamalıdır.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Bunun üçün kodumuzu modifikasiya edəcəyik.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İlk öncə, `</a:t>
            </a:r>
            <a:r>
              <a:rPr lang="az-Latn-AZ" altLang="en-US" sz="1300" b="1">
                <a:latin typeface="Arial" panose="020B0604020202020204" pitchFamily="34" charset="0"/>
              </a:rPr>
              <a:t>routes/web.php</a:t>
            </a:r>
            <a:r>
              <a:rPr lang="az-Latn-AZ" altLang="en-US" sz="1300">
                <a:latin typeface="Arial" panose="020B0604020202020204" pitchFamily="34" charset="0"/>
              </a:rPr>
              <a:t>` faylındakı, `</a:t>
            </a:r>
            <a:r>
              <a:rPr lang="az-Latn-AZ" altLang="en-US" sz="1300" b="1">
                <a:latin typeface="Arial" panose="020B0604020202020204" pitchFamily="34" charset="0"/>
              </a:rPr>
              <a:t>admin/login</a:t>
            </a:r>
            <a:r>
              <a:rPr lang="az-Latn-AZ" altLang="en-US" sz="1300">
                <a:latin typeface="Arial" panose="020B0604020202020204" pitchFamily="34" charset="0"/>
              </a:rPr>
              <a:t>` routur -unu kommentə alırıq.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web.php </a:t>
            </a:r>
            <a:r>
              <a:rPr lang="en-US" altLang="en-US" sz="1300">
                <a:latin typeface="Arial" panose="020B0604020202020204" pitchFamily="34" charset="0"/>
              </a:rPr>
              <a:t>daxilindəki </a:t>
            </a:r>
            <a:r>
              <a:rPr lang="en-US" altLang="en-US" sz="1300" b="1">
                <a:latin typeface="Arial" panose="020B0604020202020204" pitchFamily="34" charset="0"/>
              </a:rPr>
              <a:t>route</a:t>
            </a:r>
            <a:r>
              <a:rPr lang="en-US" altLang="en-US" sz="1300">
                <a:latin typeface="Arial" panose="020B0604020202020204" pitchFamily="34" charset="0"/>
              </a:rPr>
              <a:t> ümumi istifadəçilərə açıqdır.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Bu route</a:t>
            </a:r>
            <a:r>
              <a:rPr lang="az-Latn-AZ" altLang="en-US" sz="1300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auth</a:t>
            </a:r>
            <a:r>
              <a:rPr lang="en-US" altLang="en-US" sz="1300">
                <a:latin typeface="Arial" panose="020B0604020202020204" pitchFamily="34" charset="0"/>
              </a:rPr>
              <a:t> yoxlaması etmir, ona görə </a:t>
            </a:r>
            <a:r>
              <a:rPr lang="en-US" altLang="en-US" sz="1300" b="1">
                <a:latin typeface="Arial" panose="020B0604020202020204" pitchFamily="34" charset="0"/>
              </a:rPr>
              <a:t>admin olmayan istifadəçi </a:t>
            </a:r>
            <a:r>
              <a:rPr lang="en-US" altLang="en-US" sz="1300">
                <a:latin typeface="Arial" panose="020B0604020202020204" pitchFamily="34" charset="0"/>
              </a:rPr>
              <a:t>də bu səhifəyə gedə bilər.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Bu da </a:t>
            </a:r>
            <a:r>
              <a:rPr lang="az-Latn-AZ" altLang="en-US" sz="1300">
                <a:latin typeface="Arial" panose="020B0604020202020204" pitchFamily="34" charset="0"/>
              </a:rPr>
              <a:t>o </a:t>
            </a:r>
            <a:r>
              <a:rPr lang="en-US" altLang="en-US" sz="1300">
                <a:latin typeface="Arial" panose="020B0604020202020204" pitchFamily="34" charset="0"/>
              </a:rPr>
              <a:t>problemi yaradır</a:t>
            </a:r>
            <a:r>
              <a:rPr lang="az-Latn-AZ" altLang="en-US" sz="1300">
                <a:latin typeface="Arial" panose="020B0604020202020204" pitchFamily="34" charset="0"/>
              </a:rPr>
              <a:t> ki</a:t>
            </a:r>
            <a:r>
              <a:rPr lang="en-US" altLang="en-US" sz="1300">
                <a:latin typeface="Arial" panose="020B0604020202020204" pitchFamily="34" charset="0"/>
              </a:rPr>
              <a:t>: </a:t>
            </a:r>
            <a:r>
              <a:rPr lang="en-US" altLang="en-US" sz="1300" b="1">
                <a:latin typeface="Arial" panose="020B0604020202020204" pitchFamily="34" charset="0"/>
              </a:rPr>
              <a:t>admin/login</a:t>
            </a:r>
            <a:r>
              <a:rPr lang="en-US" altLang="en-US" sz="1300">
                <a:latin typeface="Arial" panose="020B0604020202020204" pitchFamily="34" charset="0"/>
              </a:rPr>
              <a:t>-ə daxil olub artıq giriş etmiş halda belə yenidən </a:t>
            </a:r>
            <a:r>
              <a:rPr lang="en-US" altLang="en-US" sz="1300" b="1">
                <a:latin typeface="Arial" panose="020B0604020202020204" pitchFamily="34" charset="0"/>
              </a:rPr>
              <a:t>login</a:t>
            </a:r>
            <a:r>
              <a:rPr lang="en-US" altLang="en-US" sz="1300">
                <a:latin typeface="Arial" panose="020B0604020202020204" pitchFamily="34" charset="0"/>
              </a:rPr>
              <a:t> səhifəsi göstərilir.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8E384-7E97-D349-7D98-71D7C4503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117" y="2183363"/>
            <a:ext cx="7074883" cy="46746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1F00E8-BFA8-9CE2-5898-59E71783354A}"/>
              </a:ext>
            </a:extLst>
          </p:cNvPr>
          <p:cNvSpPr txBox="1"/>
          <p:nvPr/>
        </p:nvSpPr>
        <p:spPr>
          <a:xfrm>
            <a:off x="217714" y="2334983"/>
            <a:ext cx="4727510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Bu davranış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Breeze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-in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RedirectIfAuthenticated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middleware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-i ilə həll olunur. Biz onu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üçün</a:t>
            </a:r>
            <a:r>
              <a:rPr lang="az-Latn-AZ" sz="140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öz versiyamızla</a:t>
            </a:r>
            <a:r>
              <a:rPr lang="az-Latn-AZ" sz="14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RedirectIfAuthenticatedAdmin</a:t>
            </a:r>
            <a:r>
              <a:rPr lang="az-Latn-AZ" sz="1400">
                <a:latin typeface="Arial" panose="020B0604020202020204" pitchFamily="34" charset="0"/>
                <a:cs typeface="Arial" panose="020B0604020202020204" pitchFamily="34" charset="0"/>
              </a:rPr>
              <a:t> faylını yaradaraq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həll edəcəyik.</a:t>
            </a: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0D3E7-9DF4-F10E-A878-F1E8C44F3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C20B2B-F806-14C0-CBE4-355C838540FA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 b="1">
                <a:latin typeface="Arial" panose="020B0604020202020204" pitchFamily="34" charset="0"/>
              </a:rPr>
              <a:t>routes/web.php</a:t>
            </a:r>
            <a:r>
              <a:rPr lang="az-Latn-AZ" altLang="en-US" sz="1300">
                <a:latin typeface="Arial" panose="020B0604020202020204" pitchFamily="34" charset="0"/>
              </a:rPr>
              <a:t>` faylında, əgər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kommentə alındısa, onda </a:t>
            </a:r>
            <a:r>
              <a:rPr lang="az-Latn-AZ" altLang="en-US" sz="1300" b="1">
                <a:latin typeface="Arial" panose="020B0604020202020204" pitchFamily="34" charset="0"/>
              </a:rPr>
              <a:t>controllerdəki metoduda </a:t>
            </a:r>
            <a:r>
              <a:rPr lang="az-Latn-AZ" altLang="en-US" sz="1300">
                <a:latin typeface="Arial" panose="020B0604020202020204" pitchFamily="34" charset="0"/>
              </a:rPr>
              <a:t>kommentə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almaq olar.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5025E-183D-E514-E313-1909D742E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258" y="0"/>
            <a:ext cx="3886742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5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338F1-99E5-2977-5006-1A59E548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D6F437-4C20-936C-8C35-566AF26A0B6C}"/>
              </a:ext>
            </a:extLst>
          </p:cNvPr>
          <p:cNvSpPr txBox="1"/>
          <p:nvPr/>
        </p:nvSpPr>
        <p:spPr>
          <a:xfrm>
            <a:off x="217715" y="255046"/>
            <a:ext cx="6826898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İki fərqli giriş sistemi istifadə ed</a:t>
            </a:r>
            <a:r>
              <a:rPr lang="az-Latn-AZ" altLang="en-US" sz="1300">
                <a:latin typeface="Arial" panose="020B0604020202020204" pitchFamily="34" charset="0"/>
              </a:rPr>
              <a:t>əcəyik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Laravel Breeze-in öz </a:t>
            </a:r>
            <a:r>
              <a:rPr lang="en-US" altLang="en-US" sz="1300" b="1">
                <a:latin typeface="Arial" panose="020B0604020202020204" pitchFamily="34" charset="0"/>
              </a:rPr>
              <a:t>login</a:t>
            </a:r>
            <a:r>
              <a:rPr lang="en-US" altLang="en-US" sz="1300">
                <a:latin typeface="Arial" panose="020B0604020202020204" pitchFamily="34" charset="0"/>
              </a:rPr>
              <a:t> sistemi – </a:t>
            </a:r>
            <a:r>
              <a:rPr lang="en-US" altLang="en-US" sz="1300" b="1">
                <a:latin typeface="Arial" panose="020B0604020202020204" pitchFamily="34" charset="0"/>
              </a:rPr>
              <a:t>/login </a:t>
            </a:r>
            <a:r>
              <a:rPr lang="en-US" altLang="en-US" sz="1300">
                <a:latin typeface="Arial" panose="020B0604020202020204" pitchFamily="34" charset="0"/>
              </a:rPr>
              <a:t>və 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X</a:t>
            </a:r>
            <a:r>
              <a:rPr lang="en-US" altLang="en-US" sz="1300">
                <a:latin typeface="Arial" panose="020B0604020202020204" pitchFamily="34" charset="0"/>
              </a:rPr>
              <a:t>üsusi </a:t>
            </a:r>
            <a:r>
              <a:rPr lang="en-US" altLang="en-US" sz="1300" b="1">
                <a:latin typeface="Arial" panose="020B0604020202020204" pitchFamily="34" charset="0"/>
              </a:rPr>
              <a:t>admin/login </a:t>
            </a:r>
            <a:r>
              <a:rPr lang="en-US" altLang="en-US" sz="1300">
                <a:latin typeface="Arial" panose="020B0604020202020204" pitchFamily="34" charset="0"/>
              </a:rPr>
              <a:t>səhifə</a:t>
            </a:r>
            <a:r>
              <a:rPr lang="az-Latn-AZ" altLang="en-US" sz="1300">
                <a:latin typeface="Arial" panose="020B0604020202020204" pitchFamily="34" charset="0"/>
              </a:rPr>
              <a:t>si</a:t>
            </a:r>
            <a:r>
              <a:rPr lang="en-US" altLang="en-US" sz="1300">
                <a:latin typeface="Arial" panose="020B0604020202020204" pitchFamily="34" charset="0"/>
              </a:rPr>
              <a:t> – sadəcə </a:t>
            </a:r>
            <a:r>
              <a:rPr lang="en-US" altLang="en-US" sz="1300" b="1">
                <a:latin typeface="Arial" panose="020B0604020202020204" pitchFamily="34" charset="0"/>
              </a:rPr>
              <a:t>adminlər</a:t>
            </a:r>
            <a:r>
              <a:rPr lang="en-US" altLang="en-US" sz="1300">
                <a:latin typeface="Arial" panose="020B0604020202020204" pitchFamily="34" charset="0"/>
              </a:rPr>
              <a:t> üçün.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sistemi tam sağlam və təhlükəsiz şəkildə qurmaq üçün aşağıdakıları etməli</a:t>
            </a:r>
            <a:r>
              <a:rPr lang="az-Latn-AZ" altLang="en-US" sz="1300">
                <a:latin typeface="Arial" panose="020B0604020202020204" pitchFamily="34" charset="0"/>
              </a:rPr>
              <a:t>yik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1. </a:t>
            </a:r>
            <a:r>
              <a:rPr lang="en-US" altLang="en-US" sz="1300" b="1">
                <a:latin typeface="Arial" panose="020B0604020202020204" pitchFamily="34" charset="0"/>
              </a:rPr>
              <a:t>Admin login </a:t>
            </a:r>
            <a:r>
              <a:rPr lang="en-US" altLang="en-US" sz="1300">
                <a:latin typeface="Arial" panose="020B0604020202020204" pitchFamily="34" charset="0"/>
              </a:rPr>
              <a:t>üçün ayrıca </a:t>
            </a:r>
            <a:r>
              <a:rPr lang="en-US" altLang="en-US" sz="1300" b="1">
                <a:latin typeface="Arial" panose="020B0604020202020204" pitchFamily="34" charset="0"/>
              </a:rPr>
              <a:t>controller</a:t>
            </a:r>
            <a:r>
              <a:rPr lang="en-US" altLang="en-US" sz="1300">
                <a:latin typeface="Arial" panose="020B0604020202020204" pitchFamily="34" charset="0"/>
              </a:rPr>
              <a:t> yara</a:t>
            </a:r>
            <a:r>
              <a:rPr lang="az-Latn-AZ" altLang="en-US" sz="1300">
                <a:latin typeface="Arial" panose="020B0604020202020204" pitchFamily="34" charset="0"/>
              </a:rPr>
              <a:t>dırıq: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app/Http/Controllers/Admin/Auth/AdminAuthenticatedSessionController.php</a:t>
            </a:r>
            <a:endParaRPr lang="az-Latn-AZ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</a:t>
            </a:r>
            <a:r>
              <a:rPr lang="az-Latn-AZ" altLang="en-US" sz="1300" b="1">
                <a:latin typeface="Arial" panose="020B0604020202020204" pitchFamily="34" charset="0"/>
              </a:rPr>
              <a:t>controller</a:t>
            </a:r>
            <a:r>
              <a:rPr lang="az-Latn-AZ" altLang="en-US" sz="1300">
                <a:latin typeface="Arial" panose="020B0604020202020204" pitchFamily="34" charset="0"/>
              </a:rPr>
              <a:t> -i, aşağıdakı işarələnən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işə salır.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0D84D2-AE47-B2CD-CA31-3C23F13A0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222" y="0"/>
            <a:ext cx="4924778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F1519A-BBEE-2D99-27E1-41A833E94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50906"/>
            <a:ext cx="5944305" cy="310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14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A0591-9112-272E-2441-DC21D556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EEB853-9F4B-140A-8CED-BDF6C5633771}"/>
              </a:ext>
            </a:extLst>
          </p:cNvPr>
          <p:cNvSpPr txBox="1"/>
          <p:nvPr/>
        </p:nvSpPr>
        <p:spPr>
          <a:xfrm>
            <a:off x="217714" y="255046"/>
            <a:ext cx="11756571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Admin üçün öz yeni middleware -imizi yaradırıq: </a:t>
            </a:r>
            <a:r>
              <a:rPr lang="az-Latn-AZ" altLang="en-US" sz="1300" b="1">
                <a:latin typeface="Arial" panose="020B0604020202020204" pitchFamily="34" charset="0"/>
              </a:rPr>
              <a:t>RedirectIfAuthenticatedAdmin.php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app/Http/Kernel.php </a:t>
            </a:r>
            <a:r>
              <a:rPr lang="az-Latn-AZ" altLang="en-US" sz="1300">
                <a:latin typeface="Arial" panose="020B0604020202020204" pitchFamily="34" charset="0"/>
              </a:rPr>
              <a:t>faylında qeydiyyata alırıq: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9E7217-C343-01ED-1B06-02DA34D60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9254"/>
            <a:ext cx="4505954" cy="5048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594634-FDA2-F7A0-C478-A9D4836D5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26469"/>
            <a:ext cx="6211167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11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3C06E-49D1-6F56-5C37-6C53CC443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46B69-D714-754B-F13F-DE3FB944D6BD}"/>
              </a:ext>
            </a:extLst>
          </p:cNvPr>
          <p:cNvSpPr txBox="1"/>
          <p:nvPr/>
        </p:nvSpPr>
        <p:spPr>
          <a:xfrm>
            <a:off x="217714" y="255046"/>
            <a:ext cx="777862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app/Http/Middleware/RedirectIfAuthenticatedAdmin.php    </a:t>
            </a:r>
            <a:r>
              <a:rPr lang="az-Latn-AZ" altLang="en-US" sz="1300">
                <a:latin typeface="Arial" panose="020B0604020202020204" pitchFamily="34" charset="0"/>
              </a:rPr>
              <a:t>-   </a:t>
            </a:r>
            <a:r>
              <a:rPr lang="en-US" altLang="en-US" sz="1300">
                <a:latin typeface="Arial" panose="020B0604020202020204" pitchFamily="34" charset="0"/>
              </a:rPr>
              <a:t>bu middleware </a:t>
            </a:r>
            <a:r>
              <a:rPr lang="az-Latn-AZ" altLang="en-US" sz="1300">
                <a:latin typeface="Arial" panose="020B0604020202020204" pitchFamily="34" charset="0"/>
              </a:rPr>
              <a:t>içində kodumuzu yazırıq.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if (Auth::check()) 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istifadəçi login olubsa </a:t>
            </a:r>
            <a:r>
              <a:rPr lang="az-Latn-AZ" altLang="en-US" sz="1300">
                <a:latin typeface="Arial" panose="020B0604020202020204" pitchFamily="34" charset="0"/>
              </a:rPr>
              <a:t>onu </a:t>
            </a: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return redirect('/dashboard');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səhifəsinə yönləndir.</a:t>
            </a: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300" b="1">
                <a:latin typeface="Arial" panose="020B0604020202020204" pitchFamily="34" charset="0"/>
              </a:rPr>
              <a:t>if (Auth::check())   &amp;     if (Auth::user()-&gt;role === 'admin’)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istifadəçi login olubsa</a:t>
            </a:r>
            <a:r>
              <a:rPr lang="az-Latn-AZ" altLang="en-US" sz="1300">
                <a:latin typeface="Arial" panose="020B0604020202020204" pitchFamily="34" charset="0"/>
              </a:rPr>
              <a:t> və admindirsə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onu </a:t>
            </a: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return redirect('/admin/dashboard');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səhifəsinə yönləndir.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Mərhələli </a:t>
            </a:r>
            <a:r>
              <a:rPr lang="az-Latn-AZ" altLang="en-US" sz="1300" b="1">
                <a:latin typeface="Arial" panose="020B0604020202020204" pitchFamily="34" charset="0"/>
              </a:rPr>
              <a:t>izah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İstifadəçi </a:t>
            </a:r>
            <a:r>
              <a:rPr lang="en-US" altLang="en-US" sz="1300" b="1">
                <a:latin typeface="Arial" panose="020B0604020202020204" pitchFamily="34" charset="0"/>
              </a:rPr>
              <a:t>/admin/login </a:t>
            </a:r>
            <a:r>
              <a:rPr lang="en-US" altLang="en-US" sz="1300">
                <a:latin typeface="Arial" panose="020B0604020202020204" pitchFamily="34" charset="0"/>
              </a:rPr>
              <a:t>URL-ini açır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Laravel </a:t>
            </a:r>
            <a:r>
              <a:rPr lang="en-US" altLang="en-US" sz="1300" b="1">
                <a:latin typeface="Arial" panose="020B0604020202020204" pitchFamily="34" charset="0"/>
              </a:rPr>
              <a:t>guest.admin </a:t>
            </a:r>
            <a:r>
              <a:rPr lang="en-US" altLang="en-US" sz="1300">
                <a:latin typeface="Arial" panose="020B0604020202020204" pitchFamily="34" charset="0"/>
              </a:rPr>
              <a:t>middleware-i tapır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Bu middleware yoxlayır</a:t>
            </a:r>
            <a:r>
              <a:rPr lang="az-Latn-AZ" altLang="en-US" sz="1300">
                <a:latin typeface="Arial" panose="020B0604020202020204" pitchFamily="34" charset="0"/>
              </a:rPr>
              <a:t> ki, amdin login olubdurmu?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Əgər login olunmayıbsa (yəni qonaqdır</a:t>
            </a:r>
            <a:r>
              <a:rPr lang="az-Latn-AZ" altLang="en-US" sz="1300">
                <a:latin typeface="Arial" panose="020B0604020202020204" pitchFamily="34" charset="0"/>
              </a:rPr>
              <a:t> yəni guest</a:t>
            </a:r>
            <a:r>
              <a:rPr lang="en-US" altLang="en-US" sz="1300">
                <a:latin typeface="Arial" panose="020B0604020202020204" pitchFamily="34" charset="0"/>
              </a:rPr>
              <a:t>) → route-a icazə verilir.</a:t>
            </a:r>
            <a:r>
              <a:rPr lang="az-Latn-AZ" altLang="en-US" sz="1300">
                <a:latin typeface="Arial" panose="020B0604020202020204" pitchFamily="34" charset="0"/>
              </a:rPr>
              <a:t> Və guest olduğu üçün səhifə açılır.</a:t>
            </a: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Əgər login olunubsa (yəni admin artıq login olubsa) → redirect → </a:t>
            </a:r>
            <a:r>
              <a:rPr lang="en-US" altLang="en-US" sz="1300" b="1">
                <a:latin typeface="Arial" panose="020B0604020202020204" pitchFamily="34" charset="0"/>
              </a:rPr>
              <a:t>/admin/dashboard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səhifəsi açılır.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8DD982-AD91-8466-9F08-391BCFA28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012" y="2519264"/>
            <a:ext cx="4004987" cy="433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597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89638-A79A-F324-1C68-92EB755E3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8E978F-E119-9FB2-361C-DBBF61AA6531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Admin üçün olan `</a:t>
            </a:r>
            <a:r>
              <a:rPr lang="en-US" altLang="en-US" sz="1300" b="1">
                <a:latin typeface="Arial" panose="020B0604020202020204" pitchFamily="34" charset="0"/>
              </a:rPr>
              <a:t>resources\views\admin\auth\login.blade.php</a:t>
            </a:r>
            <a:r>
              <a:rPr lang="en-US" altLang="en-US" sz="1300">
                <a:latin typeface="Arial" panose="020B0604020202020204" pitchFamily="34" charset="0"/>
              </a:rPr>
              <a:t>`  faylındakı </a:t>
            </a:r>
            <a:r>
              <a:rPr lang="en-US" altLang="en-US" sz="1300" b="1">
                <a:latin typeface="Arial" panose="020B0604020202020204" pitchFamily="34" charset="0"/>
              </a:rPr>
              <a:t>FORM</a:t>
            </a:r>
            <a:r>
              <a:rPr lang="en-US" altLang="en-US" sz="1300">
                <a:latin typeface="Arial" panose="020B0604020202020204" pitchFamily="34" charset="0"/>
              </a:rPr>
              <a:t> elementinin </a:t>
            </a:r>
            <a:r>
              <a:rPr lang="en-US" altLang="en-US" sz="1300" b="1">
                <a:latin typeface="Arial" panose="020B0604020202020204" pitchFamily="34" charset="0"/>
              </a:rPr>
              <a:t>ACTİON</a:t>
            </a:r>
            <a:r>
              <a:rPr lang="en-US" altLang="en-US" sz="1300">
                <a:latin typeface="Arial" panose="020B0604020202020204" pitchFamily="34" charset="0"/>
              </a:rPr>
              <a:t> atributunada,  </a:t>
            </a:r>
            <a:r>
              <a:rPr lang="en-US" altLang="en-US" sz="1300" b="1">
                <a:latin typeface="Arial" panose="020B0604020202020204" pitchFamily="34" charset="0"/>
              </a:rPr>
              <a:t>admin</a:t>
            </a:r>
            <a:r>
              <a:rPr lang="en-US" altLang="en-US" sz="1300">
                <a:latin typeface="Arial" panose="020B0604020202020204" pitchFamily="34" charset="0"/>
              </a:rPr>
              <a:t> üçün olan </a:t>
            </a:r>
            <a:r>
              <a:rPr lang="en-US" altLang="en-US" sz="1300" b="1">
                <a:latin typeface="Arial" panose="020B0604020202020204" pitchFamily="34" charset="0"/>
              </a:rPr>
              <a:t>login</a:t>
            </a:r>
            <a:r>
              <a:rPr lang="en-US" altLang="en-US" sz="1300">
                <a:latin typeface="Arial" panose="020B0604020202020204" pitchFamily="34" charset="0"/>
              </a:rPr>
              <a:t> -in</a:t>
            </a:r>
            <a:r>
              <a:rPr lang="az-Latn-AZ" altLang="en-US" sz="1300">
                <a:latin typeface="Arial" panose="020B0604020202020204" pitchFamily="34" charset="0"/>
              </a:rPr>
              <a:t>in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route</a:t>
            </a:r>
            <a:r>
              <a:rPr lang="en-US" altLang="en-US" sz="1300">
                <a:latin typeface="Arial" panose="020B0604020202020204" pitchFamily="34" charset="0"/>
              </a:rPr>
              <a:t>-u yazılmalıdır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EF0808-E882-5C5C-952D-96BDFE96A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1129"/>
            <a:ext cx="4877481" cy="3143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F2A7CB-7F8E-52AC-2F7E-7D3E1D750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825" y="1154597"/>
            <a:ext cx="5950864" cy="570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55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09957-869C-26AD-60B3-5EF33F9AE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FE6964-98CE-447C-36D0-81F8C0B5DD54}"/>
              </a:ext>
            </a:extLst>
          </p:cNvPr>
          <p:cNvSpPr txBox="1"/>
          <p:nvPr/>
        </p:nvSpPr>
        <p:spPr>
          <a:xfrm>
            <a:off x="217714" y="255046"/>
            <a:ext cx="11756571" cy="559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app\Providers\RouteServiceProvider.php</a:t>
            </a:r>
            <a:r>
              <a:rPr lang="az-Latn-AZ" altLang="en-US" sz="1200" b="1">
                <a:latin typeface="Arial" panose="020B0604020202020204" pitchFamily="34" charset="0"/>
              </a:rPr>
              <a:t>    </a:t>
            </a:r>
            <a:r>
              <a:rPr lang="en-US" altLang="en-US" sz="1200">
                <a:latin typeface="Arial" panose="020B0604020202020204" pitchFamily="34" charset="0"/>
              </a:rPr>
              <a:t>ilə </a:t>
            </a:r>
            <a:r>
              <a:rPr lang="az-Latn-AZ" altLang="en-US" sz="1200">
                <a:latin typeface="Arial" panose="020B0604020202020204" pitchFamily="34" charset="0"/>
              </a:rPr>
              <a:t>     </a:t>
            </a:r>
            <a:r>
              <a:rPr lang="en-US" altLang="en-US" sz="1200" b="1">
                <a:latin typeface="Arial" panose="020B0604020202020204" pitchFamily="34" charset="0"/>
              </a:rPr>
              <a:t>routes\admin.php </a:t>
            </a:r>
            <a:r>
              <a:rPr lang="az-Latn-AZ" altLang="en-US" sz="1200" b="1">
                <a:latin typeface="Arial" panose="020B0604020202020204" pitchFamily="34" charset="0"/>
              </a:rPr>
              <a:t>  </a:t>
            </a:r>
            <a:r>
              <a:rPr lang="en-US" altLang="en-US" sz="1200">
                <a:latin typeface="Arial" panose="020B0604020202020204" pitchFamily="34" charset="0"/>
              </a:rPr>
              <a:t>arasındakı </a:t>
            </a:r>
            <a:r>
              <a:rPr lang="az-Latn-AZ" altLang="en-US" sz="1200">
                <a:latin typeface="Arial" panose="020B0604020202020204" pitchFamily="34" charset="0"/>
              </a:rPr>
              <a:t>  </a:t>
            </a:r>
            <a:r>
              <a:rPr lang="en-US" altLang="en-US" sz="1200">
                <a:latin typeface="Arial" panose="020B0604020202020204" pitchFamily="34" charset="0"/>
              </a:rPr>
              <a:t>əlaqə. 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app\Providers\RouteServiceProvider.php </a:t>
            </a:r>
            <a:r>
              <a:rPr lang="en-US" altLang="en-US" sz="1200">
                <a:latin typeface="Arial" panose="020B0604020202020204" pitchFamily="34" charset="0"/>
              </a:rPr>
              <a:t>Laravel-də route-ların (marşrutların) qeydiyyatına cavabdeh olan əsas providerdir. Bu provider daxilində </a:t>
            </a:r>
            <a:r>
              <a:rPr lang="en-US" altLang="en-US" sz="1200" b="1">
                <a:latin typeface="Arial" panose="020B0604020202020204" pitchFamily="34" charset="0"/>
              </a:rPr>
              <a:t>routes() </a:t>
            </a:r>
            <a:r>
              <a:rPr lang="en-US" altLang="en-US" sz="1200">
                <a:latin typeface="Arial" panose="020B0604020202020204" pitchFamily="34" charset="0"/>
              </a:rPr>
              <a:t>metodu vasitəsilə müxtəlif route faylları (məsələn, </a:t>
            </a:r>
            <a:r>
              <a:rPr lang="en-US" altLang="en-US" sz="1200" b="1">
                <a:latin typeface="Arial" panose="020B0604020202020204" pitchFamily="34" charset="0"/>
              </a:rPr>
              <a:t>web.php</a:t>
            </a:r>
            <a:r>
              <a:rPr lang="en-US" altLang="en-US" sz="1200">
                <a:latin typeface="Arial" panose="020B0604020202020204" pitchFamily="34" charset="0"/>
              </a:rPr>
              <a:t>, </a:t>
            </a:r>
            <a:r>
              <a:rPr lang="en-US" altLang="en-US" sz="1200" b="1">
                <a:latin typeface="Arial" panose="020B0604020202020204" pitchFamily="34" charset="0"/>
              </a:rPr>
              <a:t>api.php</a:t>
            </a:r>
            <a:r>
              <a:rPr lang="en-US" altLang="en-US" sz="1200">
                <a:latin typeface="Arial" panose="020B0604020202020204" pitchFamily="34" charset="0"/>
              </a:rPr>
              <a:t>, </a:t>
            </a:r>
            <a:r>
              <a:rPr lang="en-US" altLang="en-US" sz="1200" b="1">
                <a:latin typeface="Arial" panose="020B0604020202020204" pitchFamily="34" charset="0"/>
              </a:rPr>
              <a:t>admin.php</a:t>
            </a:r>
            <a:r>
              <a:rPr lang="en-US" altLang="en-US" sz="1200">
                <a:latin typeface="Arial" panose="020B0604020202020204" pitchFamily="34" charset="0"/>
              </a:rPr>
              <a:t>) müəyyən </a:t>
            </a:r>
            <a:r>
              <a:rPr lang="en-US" altLang="en-US" sz="1200" b="1">
                <a:latin typeface="Arial" panose="020B0604020202020204" pitchFamily="34" charset="0"/>
              </a:rPr>
              <a:t>middleware</a:t>
            </a:r>
            <a:r>
              <a:rPr lang="en-US" altLang="en-US" sz="1200">
                <a:latin typeface="Arial" panose="020B0604020202020204" pitchFamily="34" charset="0"/>
              </a:rPr>
              <a:t>-lərlə, </a:t>
            </a:r>
            <a:r>
              <a:rPr lang="en-US" altLang="en-US" sz="1200" b="1">
                <a:latin typeface="Arial" panose="020B0604020202020204" pitchFamily="34" charset="0"/>
              </a:rPr>
              <a:t>URL prefix</a:t>
            </a:r>
            <a:r>
              <a:rPr lang="en-US" altLang="en-US" sz="1200">
                <a:latin typeface="Arial" panose="020B0604020202020204" pitchFamily="34" charset="0"/>
              </a:rPr>
              <a:t>-lərlə və ad (</a:t>
            </a:r>
            <a:r>
              <a:rPr lang="en-US" altLang="en-US" sz="1200" b="1">
                <a:latin typeface="Arial" panose="020B0604020202020204" pitchFamily="34" charset="0"/>
              </a:rPr>
              <a:t>as</a:t>
            </a:r>
            <a:r>
              <a:rPr lang="en-US" altLang="en-US" sz="1200">
                <a:latin typeface="Arial" panose="020B0604020202020204" pitchFamily="34" charset="0"/>
              </a:rPr>
              <a:t>) prefix-lər</a:t>
            </a:r>
            <a:r>
              <a:rPr lang="az-Latn-AZ" altLang="en-US" sz="1200">
                <a:latin typeface="Arial" panose="020B0604020202020204" pitchFamily="34" charset="0"/>
              </a:rPr>
              <a:t>i i</a:t>
            </a:r>
            <a:r>
              <a:rPr lang="en-US" altLang="en-US" sz="1200">
                <a:latin typeface="Arial" panose="020B0604020202020204" pitchFamily="34" charset="0"/>
              </a:rPr>
              <a:t>lə Laravel tətbiqinə qeydiyyatdan keçirilir.</a:t>
            </a: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routes/admin.php </a:t>
            </a:r>
            <a:r>
              <a:rPr lang="en-US" altLang="en-US" sz="1200">
                <a:latin typeface="Arial" panose="020B0604020202020204" pitchFamily="34" charset="0"/>
              </a:rPr>
              <a:t>isə yalnız </a:t>
            </a:r>
            <a:r>
              <a:rPr lang="en-US" altLang="en-US" sz="1200" b="1">
                <a:latin typeface="Arial" panose="020B0604020202020204" pitchFamily="34" charset="0"/>
              </a:rPr>
              <a:t>admin</a:t>
            </a:r>
            <a:r>
              <a:rPr lang="en-US" altLang="en-US" sz="1200">
                <a:latin typeface="Arial" panose="020B0604020202020204" pitchFamily="34" charset="0"/>
              </a:rPr>
              <a:t> ilə əlaqəli marşrutların saxlandığı fayldır. Bu faylda </a:t>
            </a:r>
            <a:r>
              <a:rPr lang="en-US" altLang="en-US" sz="1200" b="1">
                <a:latin typeface="Arial" panose="020B0604020202020204" pitchFamily="34" charset="0"/>
              </a:rPr>
              <a:t>RouteServiceProvider</a:t>
            </a:r>
            <a:r>
              <a:rPr lang="en-US" altLang="en-US" sz="1200">
                <a:latin typeface="Arial" panose="020B0604020202020204" pitchFamily="34" charset="0"/>
              </a:rPr>
              <a:t> tərəfindən müəyyən edilmiş şərtlər, (məsələn, </a:t>
            </a:r>
            <a:r>
              <a:rPr lang="en-US" altLang="en-US" sz="1200" b="1">
                <a:latin typeface="Arial" panose="020B0604020202020204" pitchFamily="34" charset="0"/>
              </a:rPr>
              <a:t>prefix('admin')</a:t>
            </a:r>
            <a:r>
              <a:rPr lang="en-US" altLang="en-US" sz="1200">
                <a:latin typeface="Arial" panose="020B0604020202020204" pitchFamily="34" charset="0"/>
              </a:rPr>
              <a:t>, </a:t>
            </a:r>
            <a:r>
              <a:rPr lang="en-US" altLang="en-US" sz="1200" b="1">
                <a:latin typeface="Arial" panose="020B0604020202020204" pitchFamily="34" charset="0"/>
              </a:rPr>
              <a:t>middleware(['auth', 'role:admin'])) </a:t>
            </a:r>
            <a:r>
              <a:rPr lang="en-US" altLang="en-US" sz="1200">
                <a:latin typeface="Arial" panose="020B0604020202020204" pitchFamily="34" charset="0"/>
              </a:rPr>
              <a:t>ilə tətbiqə yüklənir.</a:t>
            </a: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Yəni </a:t>
            </a:r>
            <a:r>
              <a:rPr lang="en-US" altLang="en-US" sz="1200" b="1">
                <a:latin typeface="Arial" panose="020B0604020202020204" pitchFamily="34" charset="0"/>
              </a:rPr>
              <a:t>RouteServiceProvider</a:t>
            </a:r>
            <a:r>
              <a:rPr lang="en-US" altLang="en-US" sz="1200">
                <a:latin typeface="Arial" panose="020B0604020202020204" pitchFamily="34" charset="0"/>
              </a:rPr>
              <a:t>, </a:t>
            </a:r>
            <a:r>
              <a:rPr lang="en-US" altLang="en-US" sz="1200" b="1">
                <a:latin typeface="Arial" panose="020B0604020202020204" pitchFamily="34" charset="0"/>
              </a:rPr>
              <a:t>routes/admin.php </a:t>
            </a:r>
            <a:r>
              <a:rPr lang="en-US" altLang="en-US" sz="1200">
                <a:latin typeface="Arial" panose="020B0604020202020204" pitchFamily="34" charset="0"/>
              </a:rPr>
              <a:t>faylını avtomatik olaraq sistemə qoşur və bu fayldakı </a:t>
            </a:r>
            <a:r>
              <a:rPr lang="en-US" altLang="en-US" sz="1200" b="1">
                <a:latin typeface="Arial" panose="020B0604020202020204" pitchFamily="34" charset="0"/>
              </a:rPr>
              <a:t>route</a:t>
            </a:r>
            <a:r>
              <a:rPr lang="en-US" altLang="en-US" sz="1200">
                <a:latin typeface="Arial" panose="020B0604020202020204" pitchFamily="34" charset="0"/>
              </a:rPr>
              <a:t>-ların necə davranacağını (məsələn, yalnız adminlər üçün əlçatan olması və ya /</a:t>
            </a:r>
            <a:r>
              <a:rPr lang="en-US" altLang="en-US" sz="1200" b="1">
                <a:latin typeface="Arial" panose="020B0604020202020204" pitchFamily="34" charset="0"/>
              </a:rPr>
              <a:t>admin/dashboard </a:t>
            </a:r>
            <a:r>
              <a:rPr lang="en-US" altLang="en-US" sz="1200">
                <a:latin typeface="Arial" panose="020B0604020202020204" pitchFamily="34" charset="0"/>
              </a:rPr>
              <a:t>kimi URL</a:t>
            </a:r>
            <a:r>
              <a:rPr lang="az-Latn-AZ" altLang="en-US" sz="1200">
                <a:latin typeface="Arial" panose="020B0604020202020204" pitchFamily="34" charset="0"/>
              </a:rPr>
              <a:t> ilə</a:t>
            </a:r>
            <a:r>
              <a:rPr lang="en-US" altLang="en-US" sz="1200">
                <a:latin typeface="Arial" panose="020B0604020202020204" pitchFamily="34" charset="0"/>
              </a:rPr>
              <a:t> işləməsi</a:t>
            </a:r>
            <a:r>
              <a:rPr lang="az-Latn-AZ" altLang="en-US" sz="1200">
                <a:latin typeface="Arial" panose="020B0604020202020204" pitchFamily="34" charset="0"/>
              </a:rPr>
              <a:t>ni</a:t>
            </a:r>
            <a:r>
              <a:rPr lang="en-US" altLang="en-US" sz="1200">
                <a:latin typeface="Arial" panose="020B0604020202020204" pitchFamily="34" charset="0"/>
              </a:rPr>
              <a:t>) müəyyənləşdirir. </a:t>
            </a:r>
            <a:r>
              <a:rPr lang="az-Latn-AZ" altLang="en-US" sz="1200">
                <a:latin typeface="Arial" panose="020B0604020202020204" pitchFamily="34" charset="0"/>
              </a:rPr>
              <a:t>Əgər bu </a:t>
            </a:r>
            <a:r>
              <a:rPr lang="en-US" altLang="en-US" sz="1200" b="1">
                <a:latin typeface="Arial" panose="020B0604020202020204" pitchFamily="34" charset="0"/>
              </a:rPr>
              <a:t>RouteServiceProvider </a:t>
            </a:r>
            <a:r>
              <a:rPr lang="az-Latn-AZ" altLang="en-US" sz="1200">
                <a:latin typeface="Arial" panose="020B0604020202020204" pitchFamily="34" charset="0"/>
              </a:rPr>
              <a:t>olmasaydı onda, </a:t>
            </a:r>
            <a:r>
              <a:rPr lang="en-US" altLang="en-US" sz="1200" b="1">
                <a:latin typeface="Arial" panose="020B0604020202020204" pitchFamily="34" charset="0"/>
              </a:rPr>
              <a:t>routes/admin.php </a:t>
            </a:r>
            <a:r>
              <a:rPr lang="az-Latn-AZ" altLang="en-US" sz="1200">
                <a:latin typeface="Arial" panose="020B0604020202020204" pitchFamily="34" charset="0"/>
              </a:rPr>
              <a:t>faylında aşağıdakı kimi uzun-uzadı yazmaq məcburiyyətində qalardıq.</a:t>
            </a:r>
            <a:r>
              <a:rPr lang="en-US" altLang="en-US" sz="1200">
                <a:latin typeface="Arial" panose="020B0604020202020204" pitchFamily="34" charset="0"/>
              </a:rPr>
              <a:t> Ancaq </a:t>
            </a:r>
            <a:r>
              <a:rPr lang="en-US" altLang="en-US" sz="1200" b="1">
                <a:latin typeface="Arial" panose="020B0604020202020204" pitchFamily="34" charset="0"/>
              </a:rPr>
              <a:t>RouteServiceProvider </a:t>
            </a:r>
            <a:r>
              <a:rPr lang="en-US" altLang="en-US" sz="1200">
                <a:latin typeface="Arial" panose="020B0604020202020204" pitchFamily="34" charset="0"/>
              </a:rPr>
              <a:t>-da </a:t>
            </a:r>
            <a:r>
              <a:rPr lang="az-Latn-AZ" altLang="en-US" sz="1200">
                <a:latin typeface="Arial" panose="020B0604020202020204" pitchFamily="34" charset="0"/>
              </a:rPr>
              <a:t>yazılan </a:t>
            </a:r>
            <a:r>
              <a:rPr lang="az-Latn-AZ" altLang="en-US" sz="1200" b="1">
                <a:latin typeface="Arial" panose="020B0604020202020204" pitchFamily="34" charset="0"/>
              </a:rPr>
              <a:t>prefix()</a:t>
            </a:r>
            <a:r>
              <a:rPr lang="az-Latn-AZ" altLang="en-US" sz="1200">
                <a:latin typeface="Arial" panose="020B0604020202020204" pitchFamily="34" charset="0"/>
              </a:rPr>
              <a:t>, </a:t>
            </a:r>
            <a:r>
              <a:rPr lang="az-Latn-AZ" altLang="en-US" sz="1200" b="1">
                <a:latin typeface="Arial" panose="020B0604020202020204" pitchFamily="34" charset="0"/>
              </a:rPr>
              <a:t>as() </a:t>
            </a:r>
            <a:r>
              <a:rPr lang="az-Latn-AZ" altLang="en-US" sz="1200">
                <a:latin typeface="Arial" panose="020B0604020202020204" pitchFamily="34" charset="0"/>
              </a:rPr>
              <a:t>metodları ilə bu uzatmaları qısalda bilirik. Ardı növbəti slaydda...</a:t>
            </a:r>
            <a:endParaRPr kumimoji="0" lang="en-US" altLang="en-US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2B12DA-DD70-C3EE-5143-8E613D0F6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878" y="1"/>
            <a:ext cx="4914121" cy="28430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6CF4C1-B976-5299-D3A9-13AB7F894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53182"/>
            <a:ext cx="7218784" cy="101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410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7D40C-362D-F5C2-3F8F-E27044C8F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0BFF6A-E8DD-9AA3-4193-5F021D6BD344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Artıq route -da `</a:t>
            </a:r>
            <a:r>
              <a:rPr lang="az-Latn-AZ" altLang="en-US" sz="1300" b="1">
                <a:latin typeface="Arial" panose="020B0604020202020204" pitchFamily="34" charset="0"/>
              </a:rPr>
              <a:t>admin.dashboard</a:t>
            </a:r>
            <a:r>
              <a:rPr lang="az-Latn-AZ" altLang="en-US" sz="1300">
                <a:latin typeface="Arial" panose="020B0604020202020204" pitchFamily="34" charset="0"/>
              </a:rPr>
              <a:t>` yox, sadəcə `</a:t>
            </a:r>
            <a:r>
              <a:rPr lang="az-Latn-AZ" altLang="en-US" sz="1300" b="1">
                <a:latin typeface="Arial" panose="020B0604020202020204" pitchFamily="34" charset="0"/>
              </a:rPr>
              <a:t>dashboard</a:t>
            </a:r>
            <a:r>
              <a:rPr lang="az-Latn-AZ" altLang="en-US" sz="1300">
                <a:latin typeface="Arial" panose="020B0604020202020204" pitchFamily="34" charset="0"/>
              </a:rPr>
              <a:t>` görəsiyik. Ancaq biz görməsəkdə, orada bu `admin` sözü var. Həmin `</a:t>
            </a:r>
            <a:r>
              <a:rPr lang="az-Latn-AZ" altLang="en-US" sz="1300" b="1">
                <a:latin typeface="Arial" panose="020B0604020202020204" pitchFamily="34" charset="0"/>
              </a:rPr>
              <a:t>admin</a:t>
            </a:r>
            <a:r>
              <a:rPr lang="az-Latn-AZ" altLang="en-US" sz="1300">
                <a:latin typeface="Arial" panose="020B0604020202020204" pitchFamily="34" charset="0"/>
              </a:rPr>
              <a:t>` sözünün olub olmadığını yoxlamaq üçün, ümumi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strukturuna baxa bilərik: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8C59F0-005B-6178-0324-91C1E18BE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2870"/>
            <a:ext cx="12192000" cy="441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47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D8591-70FD-A22F-1CAC-BB236329E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26D707-75DB-DA63-32BE-110BDDEDFDA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0413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91F9D-63F1-48E2-19F5-5AAD4F92C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771D6F-26DE-1CDB-DA62-3B455274EB9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7095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AFECF-1468-4ACE-0746-61F3CB19A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77647D-052D-D11E-A942-9386C52D4E9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4176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5915</TotalTime>
  <Words>718</Words>
  <Application>Microsoft Office PowerPoint</Application>
  <PresentationFormat>Widescreen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370</cp:revision>
  <dcterms:created xsi:type="dcterms:W3CDTF">2025-04-12T11:00:44Z</dcterms:created>
  <dcterms:modified xsi:type="dcterms:W3CDTF">2025-07-26T17:47:25Z</dcterms:modified>
</cp:coreProperties>
</file>