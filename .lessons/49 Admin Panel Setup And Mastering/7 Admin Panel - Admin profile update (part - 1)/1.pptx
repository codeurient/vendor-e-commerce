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4" r:id="rId7"/>
    <p:sldId id="400" r:id="rId8"/>
    <p:sldId id="423" r:id="rId9"/>
    <p:sldId id="419" r:id="rId10"/>
    <p:sldId id="422" r:id="rId11"/>
    <p:sldId id="420" r:id="rId12"/>
    <p:sldId id="42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152399" y="105756"/>
            <a:ext cx="11756571" cy="1930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Admin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üçün Profile səhifəsi yaradacağıq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US" sz="1300" b="1">
                <a:latin typeface="Arial" panose="020B0604020202020204" pitchFamily="34" charset="0"/>
              </a:rPr>
              <a:t>resources\views\admin\profile\index.blade.php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adında fayl yaradırıq.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</a:t>
            </a:r>
            <a:r>
              <a:rPr lang="az-Latn-AZ" altLang="en-US" sz="1300">
                <a:latin typeface="Arial" panose="020B0604020202020204" pitchFamily="34" charset="0"/>
              </a:rPr>
              <a:t>-dəki, </a:t>
            </a:r>
            <a:r>
              <a:rPr lang="az-Latn-AZ" altLang="en-US" sz="1300" b="1">
                <a:latin typeface="Arial" panose="020B0604020202020204" pitchFamily="34" charset="0"/>
              </a:rPr>
              <a:t>features-profile.html </a:t>
            </a:r>
            <a:r>
              <a:rPr lang="az-Latn-AZ" altLang="en-US" sz="1300">
                <a:latin typeface="Arial" panose="020B0604020202020204" pitchFamily="34" charset="0"/>
              </a:rPr>
              <a:t>faylından </a:t>
            </a:r>
            <a:r>
              <a:rPr lang="az-Latn-AZ" altLang="en-US" sz="1300" b="1">
                <a:latin typeface="Arial" panose="020B0604020202020204" pitchFamily="34" charset="0"/>
              </a:rPr>
              <a:t>section</a:t>
            </a:r>
            <a:r>
              <a:rPr lang="az-Latn-AZ" altLang="en-US" sz="1300">
                <a:latin typeface="Arial" panose="020B0604020202020204" pitchFamily="34" charset="0"/>
              </a:rPr>
              <a:t> bölməsini, </a:t>
            </a:r>
            <a:r>
              <a:rPr lang="en-US" altLang="en-US" sz="1300" b="1">
                <a:latin typeface="Arial" panose="020B0604020202020204" pitchFamily="34" charset="0"/>
              </a:rPr>
              <a:t>admin\profile\index.blade.php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faylına köçürürük.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en-US" sz="1300" b="1">
                <a:latin typeface="Arial" panose="020B0604020202020204" pitchFamily="34" charset="0"/>
              </a:rPr>
              <a:t>admin\profile\index.blade.php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 üçün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  <a:r>
              <a:rPr lang="az-Latn-AZ" altLang="en-US" sz="1300">
                <a:latin typeface="Arial" panose="020B0604020202020204" pitchFamily="34" charset="0"/>
              </a:rPr>
              <a:t>əmin route, </a:t>
            </a:r>
            <a:r>
              <a:rPr lang="en-US" altLang="en-US" sz="1300" b="1">
                <a:latin typeface="Arial" panose="020B0604020202020204" pitchFamily="34" charset="0"/>
              </a:rPr>
              <a:t>app\Http\Controllers\Backend\ProfileController.php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adlı kontrollerdəki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az-Latn-AZ" altLang="en-US" sz="1300">
                <a:latin typeface="Arial" panose="020B0604020202020204" pitchFamily="34" charset="0"/>
              </a:rPr>
              <a:t>metodunu çağıracaq. Həmin </a:t>
            </a:r>
            <a:r>
              <a:rPr lang="az-Latn-AZ" altLang="en-US" sz="1300" b="1">
                <a:latin typeface="Arial" panose="020B0604020202020204" pitchFamily="34" charset="0"/>
              </a:rPr>
              <a:t>controlleridə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5E61D-61BB-780E-2EB1-FBD9EAAC4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96" y="2463282"/>
            <a:ext cx="8569403" cy="438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F7EF-C7F7-217B-E49C-EE4D8707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C96C3F-051F-E0CC-7AC2-F3A1ADB12D8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resources\views\admin\layouts\navbar.blade.php 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faylında, </a:t>
            </a:r>
            <a:r>
              <a:rPr lang="en-US" altLang="en-US" sz="1300" b="1">
                <a:latin typeface="Arial" panose="020B0604020202020204" pitchFamily="34" charset="0"/>
              </a:rPr>
              <a:t>&lt;a&gt;Profile&lt;/a&gt; </a:t>
            </a:r>
            <a:r>
              <a:rPr lang="az-Latn-AZ" altLang="en-US" sz="1300">
                <a:latin typeface="Arial" panose="020B0604020202020204" pitchFamily="34" charset="0"/>
              </a:rPr>
              <a:t>elementinə </a:t>
            </a:r>
            <a:r>
              <a:rPr lang="az-Latn-AZ" altLang="en-US" sz="1300" b="1">
                <a:latin typeface="Arial" panose="020B0604020202020204" pitchFamily="34" charset="0"/>
              </a:rPr>
              <a:t>profile route </a:t>
            </a:r>
            <a:r>
              <a:rPr lang="az-Latn-AZ" altLang="en-US" sz="1300">
                <a:latin typeface="Arial" panose="020B0604020202020204" pitchFamily="34" charset="0"/>
              </a:rPr>
              <a:t>-nu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192FB-8653-9F64-4F68-6181B26C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028" y="1334278"/>
            <a:ext cx="10303972" cy="552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2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128F-5A74-4EA0-9CF3-8941F037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9757A-F8B1-01D0-B954-A9F5E1939D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CA048-2897-C5D7-68AA-86EF5B62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71600"/>
            <a:ext cx="12192000" cy="23189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262994-1543-02ED-F1F7-C63BF2B2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442"/>
          <a:stretch>
            <a:fillRect/>
          </a:stretch>
        </p:blipFill>
        <p:spPr>
          <a:xfrm>
            <a:off x="0" y="5177516"/>
            <a:ext cx="12192000" cy="1680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9CB029AC-2EC1-75F8-21C6-2606F815F3EB}"/>
              </a:ext>
            </a:extLst>
          </p:cNvPr>
          <p:cNvSpPr/>
          <p:nvPr/>
        </p:nvSpPr>
        <p:spPr>
          <a:xfrm>
            <a:off x="5727439" y="4109462"/>
            <a:ext cx="737119" cy="74644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397F-90DD-EF54-21F4-7B0C19C7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0D43B2-10DB-D9F3-5EB3-8F5A63F2D325}"/>
              </a:ext>
            </a:extLst>
          </p:cNvPr>
          <p:cNvSpPr txBox="1"/>
          <p:nvPr/>
        </p:nvSpPr>
        <p:spPr>
          <a:xfrm>
            <a:off x="217715" y="255046"/>
            <a:ext cx="648166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resources\views\admin\profile\index.blade.php</a:t>
            </a:r>
            <a:r>
              <a:rPr lang="az-Latn-AZ" altLang="en-US" sz="1300">
                <a:latin typeface="Arial" panose="020B0604020202020204" pitchFamily="34" charset="0"/>
              </a:rPr>
              <a:t> faylından işarətlənən hissəni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BDAFB-C2A5-5B23-2758-DA68D3FB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225" y="0"/>
            <a:ext cx="4905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3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4384-F94D-7D28-74A1-33957264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4838F-7126-2DD6-CBBD-6DFBDEE19287}"/>
              </a:ext>
            </a:extLst>
          </p:cNvPr>
          <p:cNvSpPr txBox="1"/>
          <p:nvPr/>
        </p:nvSpPr>
        <p:spPr>
          <a:xfrm>
            <a:off x="217714" y="255046"/>
            <a:ext cx="413035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hissənidə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4320A-9207-ABE3-E504-DF6C1540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948" y="0"/>
            <a:ext cx="7520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4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Və bu hissələrdə dəyişikliklər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D5264-5253-E4FA-C1F5-ABD245C2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836" y="0"/>
            <a:ext cx="6809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 ən sadə nəticə bu cürdür.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BF2E6-F9AC-329B-9482-571238BD7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20" y="0"/>
            <a:ext cx="55017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C62AFE-4737-F91B-CB42-9649D0A6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8229"/>
            <a:ext cx="6127510" cy="2659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DE4A5-37C0-C807-0C8F-126DD81B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BAD192-E2B0-57E1-60DE-1CF38900C01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VALUE</a:t>
            </a:r>
            <a:r>
              <a:rPr lang="en-US" altLang="en-US" sz="1300">
                <a:latin typeface="Arial" panose="020B0604020202020204" pitchFamily="34" charset="0"/>
              </a:rPr>
              <a:t> atributuna </a:t>
            </a:r>
            <a:r>
              <a:rPr lang="en-US" altLang="en-US" sz="1300" b="1">
                <a:latin typeface="Arial" panose="020B0604020202020204" pitchFamily="34" charset="0"/>
              </a:rPr>
              <a:t>datalar</a:t>
            </a:r>
            <a:r>
              <a:rPr lang="az-Latn-AZ" altLang="en-US" sz="1300" b="1">
                <a:latin typeface="Arial" panose="020B0604020202020204" pitchFamily="34" charset="0"/>
              </a:rPr>
              <a:t>ı</a:t>
            </a:r>
            <a:r>
              <a:rPr lang="az-Latn-AZ" altLang="en-US" sz="1300">
                <a:latin typeface="Arial" panose="020B0604020202020204" pitchFamily="34" charset="0"/>
              </a:rPr>
              <a:t> çağırırıq.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CF774-6A6D-B6CB-59B3-D08C082A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71" y="0"/>
            <a:ext cx="7716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6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2A64-862C-898F-02FF-09276B2B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7CD79-6D5D-034C-D3E3-F7AC3AB8972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Datalar</a:t>
            </a:r>
            <a:r>
              <a:rPr lang="az-Latn-AZ" altLang="en-US" sz="1300">
                <a:latin typeface="Arial" panose="020B0604020202020204" pitchFamily="34" charset="0"/>
              </a:rPr>
              <a:t>ı yeniləyəcək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-in,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-runu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62273-6528-CC7F-4825-C880EF4D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87" y="2037677"/>
            <a:ext cx="8869013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9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C7E0-24A6-DD61-96FB-0956F832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FED6D-DAB2-CC2C-886B-82D86CC0EEE6}"/>
              </a:ext>
            </a:extLst>
          </p:cNvPr>
          <p:cNvSpPr txBox="1"/>
          <p:nvPr/>
        </p:nvSpPr>
        <p:spPr>
          <a:xfrm>
            <a:off x="217715" y="255046"/>
            <a:ext cx="454089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45E11-3467-883F-90C7-2C35E53FB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6" y="0"/>
            <a:ext cx="7234054" cy="467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74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846B-4B3A-8E66-474B-4CCD0B83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6ACF9-748A-3F34-D6EB-120BE5FD67E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23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82013-8546-D95F-F2DA-3D6DE62F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13BDA-8D08-DB18-6BC4-8448CE57BA5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094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4665</TotalTime>
  <Words>172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365</cp:revision>
  <dcterms:created xsi:type="dcterms:W3CDTF">2025-04-12T11:00:44Z</dcterms:created>
  <dcterms:modified xsi:type="dcterms:W3CDTF">2025-07-26T21:06:58Z</dcterms:modified>
</cp:coreProperties>
</file>