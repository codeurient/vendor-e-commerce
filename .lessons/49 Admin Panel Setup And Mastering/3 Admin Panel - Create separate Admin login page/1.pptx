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9" r:id="rId6"/>
    <p:sldId id="42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</a:t>
            </a:r>
            <a:r>
              <a:rPr lang="az-Latn-AZ" altLang="en-US" sz="1300">
                <a:latin typeface="Arial" panose="020B0604020202020204" pitchFamily="34" charset="0"/>
              </a:rPr>
              <a:t>dərs </a:t>
            </a:r>
            <a:r>
              <a:rPr lang="az-Latn-AZ" altLang="en-US" sz="1300" b="1">
                <a:latin typeface="Arial" panose="020B0604020202020204" pitchFamily="34" charset="0"/>
              </a:rPr>
              <a:t>ADMİN</a:t>
            </a:r>
            <a:r>
              <a:rPr lang="az-Latn-AZ" altLang="en-US" sz="1300">
                <a:latin typeface="Arial" panose="020B0604020202020204" pitchFamily="34" charset="0"/>
              </a:rPr>
              <a:t> üçün ayrıca </a:t>
            </a:r>
            <a:r>
              <a:rPr lang="az-Latn-AZ" altLang="en-US" sz="1300" b="1">
                <a:latin typeface="Arial" panose="020B0604020202020204" pitchFamily="34" charset="0"/>
              </a:rPr>
              <a:t>LOGİN</a:t>
            </a:r>
            <a:r>
              <a:rPr lang="az-Latn-AZ" altLang="en-US" sz="1300">
                <a:latin typeface="Arial" panose="020B0604020202020204" pitchFamily="34" charset="0"/>
              </a:rPr>
              <a:t> səhifəsi yaradacağıq. Onsuzda bir </a:t>
            </a:r>
            <a:r>
              <a:rPr lang="az-Latn-AZ" altLang="en-US" sz="1300" b="1">
                <a:latin typeface="Arial" panose="020B0604020202020204" pitchFamily="34" charset="0"/>
              </a:rPr>
              <a:t>LOGİN</a:t>
            </a:r>
            <a:r>
              <a:rPr lang="az-Latn-AZ" altLang="en-US" sz="1300">
                <a:latin typeface="Arial" panose="020B0604020202020204" pitchFamily="34" charset="0"/>
              </a:rPr>
              <a:t> səhifəmiz mövcuddur. Həmin </a:t>
            </a:r>
            <a:r>
              <a:rPr lang="az-Latn-AZ" altLang="en-US" sz="1300" b="1">
                <a:latin typeface="Arial" panose="020B0604020202020204" pitchFamily="34" charset="0"/>
              </a:rPr>
              <a:t>Login</a:t>
            </a:r>
            <a:r>
              <a:rPr lang="az-Latn-AZ" altLang="en-US" sz="1300">
                <a:latin typeface="Arial" panose="020B0604020202020204" pitchFamily="34" charset="0"/>
              </a:rPr>
              <a:t> səhifəsinin faylını `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resources\views\auth\login.blade.php</a:t>
            </a:r>
            <a:r>
              <a:rPr lang="az-Latn-AZ" altLang="en-US" sz="1300">
                <a:latin typeface="Arial" panose="020B0604020202020204" pitchFamily="34" charset="0"/>
              </a:rPr>
              <a:t>` kopyalayaraq, `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resources\views\admin\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auth</a:t>
            </a:r>
            <a:r>
              <a:rPr lang="az-Latn-AZ" altLang="en-US" sz="1300">
                <a:latin typeface="Arial" panose="020B0604020202020204" pitchFamily="34" charset="0"/>
              </a:rPr>
              <a:t>` adında qovluq yaratdıqdan sonra, bu qovluğa kopyalayırıq.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B7C3E2-615D-2F6C-FDA2-0E59DB6BE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90368"/>
            <a:ext cx="11103430" cy="576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yeni yaratdığımız şablonu aça bilmək üçün isə, bir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əlavə edirik.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48366-3FBF-5006-BF7C-AB0F941BC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74873"/>
            <a:ext cx="12192000" cy="508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URL </a:t>
            </a:r>
            <a:r>
              <a:rPr lang="az-Latn-AZ" altLang="en-US" sz="1300">
                <a:latin typeface="Arial" panose="020B0604020202020204" pitchFamily="34" charset="0"/>
              </a:rPr>
              <a:t>sahəsində `</a:t>
            </a:r>
            <a:r>
              <a:rPr lang="az-Latn-AZ" altLang="en-US" sz="1300" b="1">
                <a:latin typeface="Arial" panose="020B0604020202020204" pitchFamily="34" charset="0"/>
              </a:rPr>
              <a:t>http://vendor-e-commerce.test/admin/login</a:t>
            </a:r>
            <a:r>
              <a:rPr lang="az-Latn-AZ" altLang="en-US" sz="1300">
                <a:latin typeface="Arial" panose="020B0604020202020204" pitchFamily="34" charset="0"/>
              </a:rPr>
              <a:t>` yazaraq yoxlayın görün daxil olmaq mümkündürmü bu yeni </a:t>
            </a:r>
            <a:r>
              <a:rPr lang="az-Latn-AZ" altLang="en-US" sz="1300" b="1">
                <a:latin typeface="Arial" panose="020B0604020202020204" pitchFamily="34" charset="0"/>
              </a:rPr>
              <a:t>LOGİN</a:t>
            </a:r>
            <a:r>
              <a:rPr lang="az-Latn-AZ" altLang="en-US" sz="1300">
                <a:latin typeface="Arial" panose="020B0604020202020204" pitchFamily="34" charset="0"/>
              </a:rPr>
              <a:t> şablonuna.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1EC65-A824-38EE-0C9F-E22FB86AB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906" y="1675638"/>
            <a:ext cx="8530862" cy="51823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BCD5-5054-2D4F-520B-9405EA3AB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FEA728-3ED6-6646-C4EB-879BC1969EDB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SUAL</a:t>
            </a:r>
            <a:r>
              <a:rPr lang="az-Latn-AZ" altLang="en-US" sz="1300">
                <a:latin typeface="Arial" panose="020B0604020202020204" pitchFamily="34" charset="0"/>
              </a:rPr>
              <a:t>: nə üçün admin üçün yaratdığımız </a:t>
            </a:r>
            <a:r>
              <a:rPr lang="az-Latn-AZ" altLang="en-US" sz="1300" b="1">
                <a:latin typeface="Arial" panose="020B0604020202020204" pitchFamily="34" charset="0"/>
              </a:rPr>
              <a:t>LOGİN</a:t>
            </a:r>
            <a:r>
              <a:rPr lang="az-Latn-AZ" altLang="en-US" sz="1300">
                <a:latin typeface="Arial" panose="020B0604020202020204" pitchFamily="34" charset="0"/>
              </a:rPr>
              <a:t> şablonunun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-nu, `</a:t>
            </a:r>
            <a:r>
              <a:rPr lang="az-Latn-AZ" altLang="en-US" sz="1300" b="1">
                <a:latin typeface="Arial" panose="020B0604020202020204" pitchFamily="34" charset="0"/>
              </a:rPr>
              <a:t>routes\admin.php</a:t>
            </a:r>
            <a:r>
              <a:rPr lang="az-Latn-AZ" altLang="en-US" sz="1300">
                <a:latin typeface="Arial" panose="020B0604020202020204" pitchFamily="34" charset="0"/>
              </a:rPr>
              <a:t>` içində deyildə, `</a:t>
            </a:r>
            <a:r>
              <a:rPr lang="az-Latn-AZ" altLang="en-US" sz="1300" b="1">
                <a:latin typeface="Arial" panose="020B0604020202020204" pitchFamily="34" charset="0"/>
              </a:rPr>
              <a:t>routes\web.php</a:t>
            </a:r>
            <a:r>
              <a:rPr lang="az-Latn-AZ" altLang="en-US" sz="1300">
                <a:latin typeface="Arial" panose="020B0604020202020204" pitchFamily="34" charset="0"/>
              </a:rPr>
              <a:t>` içində yazdıq ? 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CAVAB</a:t>
            </a:r>
            <a:r>
              <a:rPr lang="az-Latn-AZ" altLang="en-US" sz="1300">
                <a:latin typeface="Arial" panose="020B0604020202020204" pitchFamily="34" charset="0"/>
              </a:rPr>
              <a:t>: çünki `</a:t>
            </a:r>
            <a:r>
              <a:rPr lang="az-Latn-AZ" altLang="en-US" sz="1300" b="1">
                <a:latin typeface="Arial" panose="020B0604020202020204" pitchFamily="34" charset="0"/>
              </a:rPr>
              <a:t> routes\admin.php </a:t>
            </a:r>
            <a:r>
              <a:rPr lang="az-Latn-AZ" altLang="en-US" sz="1300">
                <a:latin typeface="Arial" panose="020B0604020202020204" pitchFamily="34" charset="0"/>
              </a:rPr>
              <a:t>` içində yazılan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-lar ancaq saytda daxil olan istifadəçilər üçündür və bu qaydanı biz özümüz `</a:t>
            </a:r>
            <a:r>
              <a:rPr lang="az-Latn-AZ" altLang="en-US" sz="1300" b="1">
                <a:latin typeface="Arial" panose="020B0604020202020204" pitchFamily="34" charset="0"/>
              </a:rPr>
              <a:t>app\Providers\RouteServiceProvider.php</a:t>
            </a:r>
            <a:r>
              <a:rPr lang="az-Latn-AZ" altLang="en-US" sz="1300">
                <a:latin typeface="Arial" panose="020B0604020202020204" pitchFamily="34" charset="0"/>
              </a:rPr>
              <a:t>` faylında təyin etmişik. Deməli, əgər admin üçün yaratdığımız yeni </a:t>
            </a:r>
            <a:r>
              <a:rPr lang="az-Latn-AZ" altLang="en-US" sz="1300" b="1">
                <a:latin typeface="Arial" panose="020B0604020202020204" pitchFamily="34" charset="0"/>
              </a:rPr>
              <a:t>login</a:t>
            </a:r>
            <a:r>
              <a:rPr lang="az-Latn-AZ" altLang="en-US" sz="1300">
                <a:latin typeface="Arial" panose="020B0604020202020204" pitchFamily="34" charset="0"/>
              </a:rPr>
              <a:t> route -ini, `</a:t>
            </a:r>
            <a:r>
              <a:rPr lang="az-Latn-AZ" altLang="en-US" sz="1300" b="1">
                <a:latin typeface="Arial" panose="020B0604020202020204" pitchFamily="34" charset="0"/>
              </a:rPr>
              <a:t> routes\admin.php </a:t>
            </a:r>
            <a:r>
              <a:rPr lang="az-Latn-AZ" altLang="en-US" sz="1300">
                <a:latin typeface="Arial" panose="020B0604020202020204" pitchFamily="34" charset="0"/>
              </a:rPr>
              <a:t>` içində yazsaydıq, onda həmin şablon açılmayacaqdı.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228465-ECC5-C294-0D8F-5B526E11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559" y="2303118"/>
            <a:ext cx="7524441" cy="455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9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0EA9-3978-B62C-A2C5-92807A4AC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39EA2E-D67A-0D26-58C3-22428E43D91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1363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0C3E8-E309-5615-9A54-33F078BF1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A37535-D13E-6BEF-ED85-CCC63E16034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818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4552</TotalTime>
  <Words>191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359</cp:revision>
  <dcterms:created xsi:type="dcterms:W3CDTF">2025-04-12T11:00:44Z</dcterms:created>
  <dcterms:modified xsi:type="dcterms:W3CDTF">2025-07-24T15:35:31Z</dcterms:modified>
</cp:coreProperties>
</file>