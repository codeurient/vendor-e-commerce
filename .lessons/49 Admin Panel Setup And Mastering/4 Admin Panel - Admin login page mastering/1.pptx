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3" r:id="rId2"/>
    <p:sldId id="414" r:id="rId3"/>
    <p:sldId id="415" r:id="rId4"/>
    <p:sldId id="416" r:id="rId5"/>
    <p:sldId id="417" r:id="rId6"/>
    <p:sldId id="418" r:id="rId7"/>
    <p:sldId id="400" r:id="rId8"/>
    <p:sldId id="419" r:id="rId9"/>
    <p:sldId id="420" r:id="rId10"/>
    <p:sldId id="42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58" autoAdjust="0"/>
    <p:restoredTop sz="94660"/>
  </p:normalViewPr>
  <p:slideViewPr>
    <p:cSldViewPr snapToGrid="0">
      <p:cViewPr varScale="1">
        <p:scale>
          <a:sx n="103" d="100"/>
          <a:sy n="103" d="100"/>
        </p:scale>
        <p:origin x="8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749C7-6AF1-F06A-A691-2D0904BC13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02C4716-5D11-E496-5DF5-AB93EA15A6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9E0E94-60F8-08A9-8583-85A6278EDCD1}"/>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5" name="Footer Placeholder 4">
            <a:extLst>
              <a:ext uri="{FF2B5EF4-FFF2-40B4-BE49-F238E27FC236}">
                <a16:creationId xmlns:a16="http://schemas.microsoft.com/office/drawing/2014/main" id="{1D25D2C0-6A6A-1795-39EA-D2B99B15C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BA17-B8CF-C956-3BAE-ECF2A41AEFA7}"/>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390018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4FAB-ECDB-6D53-0A07-84E133763D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D70C78-0369-C0BE-6BB2-D67C83ABE7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45DE9-8F3A-CEAA-D1C2-306A5613FB98}"/>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5" name="Footer Placeholder 4">
            <a:extLst>
              <a:ext uri="{FF2B5EF4-FFF2-40B4-BE49-F238E27FC236}">
                <a16:creationId xmlns:a16="http://schemas.microsoft.com/office/drawing/2014/main" id="{E7587178-B98A-D066-38E8-24CFB058B2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8799-3851-FC31-4E82-08089736B382}"/>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1887047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6F875-BFB8-8FD8-5E3C-9416CDA7F1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7153BA-D9CE-5922-6C11-CD376A01D2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0B4814-23D3-15D6-6FC3-433D73328157}"/>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5" name="Footer Placeholder 4">
            <a:extLst>
              <a:ext uri="{FF2B5EF4-FFF2-40B4-BE49-F238E27FC236}">
                <a16:creationId xmlns:a16="http://schemas.microsoft.com/office/drawing/2014/main" id="{0DE22266-9332-467E-4D53-2BF8ADEAB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D8434-DD44-C9A5-27D2-7EAC962FFA9A}"/>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447081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52CAE-DE06-341E-4399-D3247E99F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86EC78-459D-1859-3A8C-23C9704340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3B2326-0B17-AA7E-37C9-A0D57E0C65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513603-CDC7-61E2-FB0D-6BFB6A6BEB17}"/>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6" name="Footer Placeholder 5">
            <a:extLst>
              <a:ext uri="{FF2B5EF4-FFF2-40B4-BE49-F238E27FC236}">
                <a16:creationId xmlns:a16="http://schemas.microsoft.com/office/drawing/2014/main" id="{072E2347-24BA-CF10-BC28-F28F7AE142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F73D2A-6545-8CE3-BDFF-97D03FCBC9E3}"/>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745642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EFA89-75CF-B6F5-A695-BFFAAFD112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A1A08A-C068-1A71-3E79-E547D624D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07B05D-38DE-BE94-FB07-AF9D6A161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A06C2E-89D4-EB35-B9D0-D351F3309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F05CDE-AC67-E8D7-9D6D-BBF7628348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7A69AD-C843-7C5D-7182-A36BD90FB258}"/>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8" name="Footer Placeholder 7">
            <a:extLst>
              <a:ext uri="{FF2B5EF4-FFF2-40B4-BE49-F238E27FC236}">
                <a16:creationId xmlns:a16="http://schemas.microsoft.com/office/drawing/2014/main" id="{CAD254B3-794E-4494-3B5E-DE1DCA6284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F1B43F-C92B-F0FA-656F-E92189BB631E}"/>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3077748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7411-FE25-2681-09D5-DB935A99D5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E1B3A5-4F90-10A7-0566-08E4450E4C7D}"/>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4" name="Footer Placeholder 3">
            <a:extLst>
              <a:ext uri="{FF2B5EF4-FFF2-40B4-BE49-F238E27FC236}">
                <a16:creationId xmlns:a16="http://schemas.microsoft.com/office/drawing/2014/main" id="{D10FF90D-049A-DFA9-BF23-68E4966B2D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7E56F7-4F2A-4C51-9C5C-8835FCB77352}"/>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191369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51AC7A-E461-EE51-26F7-CC09117CBE4E}"/>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3" name="Footer Placeholder 2">
            <a:extLst>
              <a:ext uri="{FF2B5EF4-FFF2-40B4-BE49-F238E27FC236}">
                <a16:creationId xmlns:a16="http://schemas.microsoft.com/office/drawing/2014/main" id="{47B81DB4-6D20-0BDA-3385-6BAF06508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46EFEC-DC5C-F46F-8EAA-04375E470A99}"/>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2905095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0668-6121-1429-0432-B6BF09E5A7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0563FA-56A9-8E9A-BBD8-686661F6B1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7CC895-906C-F45F-5CF8-150E2C9C7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5A91AD-B0E4-CDF7-6232-9A3A1A15072A}"/>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6" name="Footer Placeholder 5">
            <a:extLst>
              <a:ext uri="{FF2B5EF4-FFF2-40B4-BE49-F238E27FC236}">
                <a16:creationId xmlns:a16="http://schemas.microsoft.com/office/drawing/2014/main" id="{F17564E2-A2A5-D9F9-8BFF-1300F609D4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E45CD0-4772-47CB-4E04-C6E1952F218C}"/>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2055101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1F8D-8D32-EE70-E8EA-1B8866D776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A5BE0A-1E41-E609-EAB4-29C2E47F28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00F1B-75F9-957E-DE9A-C579A7559B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6E0FB2-7BBC-670C-2E5E-848B6389578A}"/>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6" name="Footer Placeholder 5">
            <a:extLst>
              <a:ext uri="{FF2B5EF4-FFF2-40B4-BE49-F238E27FC236}">
                <a16:creationId xmlns:a16="http://schemas.microsoft.com/office/drawing/2014/main" id="{8857B450-FBA6-ECFA-FC03-FD289B7CB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DBAF75-0F56-6503-A5C3-92BF3181910A}"/>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415507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2E606-DAB7-60A0-54A7-30C3B8D686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1B87FE-1B87-46EA-24B0-72582C4553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D04BF-24D2-C545-C9B2-9D42CE13E4B7}"/>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5" name="Footer Placeholder 4">
            <a:extLst>
              <a:ext uri="{FF2B5EF4-FFF2-40B4-BE49-F238E27FC236}">
                <a16:creationId xmlns:a16="http://schemas.microsoft.com/office/drawing/2014/main" id="{CAC46315-527C-6299-AC4E-6D94F83BF4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08BB5-AB62-C6DE-F7E6-DBC2A7398562}"/>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1808504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4A6F75-369E-75A6-2EAF-D30696F1A1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A90A5E-6EAE-2D15-39D7-94A9D9813F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F4FAA-D770-59F8-C832-3F0381432E91}"/>
              </a:ext>
            </a:extLst>
          </p:cNvPr>
          <p:cNvSpPr>
            <a:spLocks noGrp="1"/>
          </p:cNvSpPr>
          <p:nvPr>
            <p:ph type="dt" sz="half" idx="10"/>
          </p:nvPr>
        </p:nvSpPr>
        <p:spPr/>
        <p:txBody>
          <a:bodyPr/>
          <a:lstStyle/>
          <a:p>
            <a:fld id="{3E102D2E-813C-461C-9963-687A650C48C0}" type="datetimeFigureOut">
              <a:rPr lang="en-US" smtClean="0"/>
              <a:t>7/24/2025</a:t>
            </a:fld>
            <a:endParaRPr lang="en-US"/>
          </a:p>
        </p:txBody>
      </p:sp>
      <p:sp>
        <p:nvSpPr>
          <p:cNvPr id="5" name="Footer Placeholder 4">
            <a:extLst>
              <a:ext uri="{FF2B5EF4-FFF2-40B4-BE49-F238E27FC236}">
                <a16:creationId xmlns:a16="http://schemas.microsoft.com/office/drawing/2014/main" id="{F8C525A2-B955-B961-6D9D-FF5E6ADFB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D88462-29D7-245D-2CD3-BDC0A85CB575}"/>
              </a:ext>
            </a:extLst>
          </p:cNvPr>
          <p:cNvSpPr>
            <a:spLocks noGrp="1"/>
          </p:cNvSpPr>
          <p:nvPr>
            <p:ph type="sldNum" sz="quarter" idx="12"/>
          </p:nvPr>
        </p:nvSpPr>
        <p:spPr/>
        <p:txBody>
          <a:bodyPr/>
          <a:lstStyle/>
          <a:p>
            <a:fld id="{253492E2-EBB2-495F-9EA7-B52B4F712DB9}" type="slidenum">
              <a:rPr lang="en-US" smtClean="0"/>
              <a:t>‹#›</a:t>
            </a:fld>
            <a:endParaRPr lang="en-US"/>
          </a:p>
        </p:txBody>
      </p:sp>
    </p:spTree>
    <p:extLst>
      <p:ext uri="{BB962C8B-B14F-4D97-AF65-F5344CB8AC3E}">
        <p14:creationId xmlns:p14="http://schemas.microsoft.com/office/powerpoint/2010/main" val="2201201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A55957-9CB8-8100-91C5-8B38A9747F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A7E82F-E202-0B0E-3ADE-494F7BD719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383FE4-32CA-3C26-A3E2-C7EF744D7A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02D2E-813C-461C-9963-687A650C48C0}" type="datetimeFigureOut">
              <a:rPr lang="en-US" smtClean="0"/>
              <a:t>7/24/2025</a:t>
            </a:fld>
            <a:endParaRPr lang="en-US"/>
          </a:p>
        </p:txBody>
      </p:sp>
      <p:sp>
        <p:nvSpPr>
          <p:cNvPr id="5" name="Footer Placeholder 4">
            <a:extLst>
              <a:ext uri="{FF2B5EF4-FFF2-40B4-BE49-F238E27FC236}">
                <a16:creationId xmlns:a16="http://schemas.microsoft.com/office/drawing/2014/main" id="{B5086C83-EFC7-D225-20F1-0A98A0F57A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307030-86F5-318F-153D-C5B50107E1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492E2-EBB2-495F-9EA7-B52B4F712DB9}" type="slidenum">
              <a:rPr lang="en-US" smtClean="0"/>
              <a:t>‹#›</a:t>
            </a:fld>
            <a:endParaRPr lang="en-US"/>
          </a:p>
        </p:txBody>
      </p:sp>
    </p:spTree>
    <p:extLst>
      <p:ext uri="{BB962C8B-B14F-4D97-AF65-F5344CB8AC3E}">
        <p14:creationId xmlns:p14="http://schemas.microsoft.com/office/powerpoint/2010/main" val="1607217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35CBA-29A4-BFD2-CEA7-3290D85ED9F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727ABBC-76D0-B81B-760F-26FC272AF479}"/>
              </a:ext>
            </a:extLst>
          </p:cNvPr>
          <p:cNvSpPr txBox="1"/>
          <p:nvPr/>
        </p:nvSpPr>
        <p:spPr>
          <a:xfrm>
            <a:off x="217714" y="0"/>
            <a:ext cx="11756571" cy="568810"/>
          </a:xfrm>
          <a:prstGeom prst="rect">
            <a:avLst/>
          </a:prstGeom>
          <a:noFill/>
        </p:spPr>
        <p:txBody>
          <a:bodyPr wrap="square">
            <a:spAutoFit/>
          </a:bodyPr>
          <a:lstStyle/>
          <a:p>
            <a:pPr>
              <a:lnSpc>
                <a:spcPct val="150000"/>
              </a:lnSpc>
              <a:buNone/>
            </a:pPr>
            <a:r>
              <a:rPr lang="az-Latn-AZ" altLang="en-US" sz="1100" b="1">
                <a:latin typeface="Arial" panose="020B0604020202020204" pitchFamily="34" charset="0"/>
              </a:rPr>
              <a:t>Template</a:t>
            </a:r>
            <a:r>
              <a:rPr lang="az-Latn-AZ" altLang="en-US" sz="1100">
                <a:latin typeface="Arial" panose="020B0604020202020204" pitchFamily="34" charset="0"/>
              </a:rPr>
              <a:t> -dən, Admin üçün istifadə edəcəyimiz xüsusi </a:t>
            </a:r>
            <a:r>
              <a:rPr lang="az-Latn-AZ" altLang="en-US" sz="1100" b="1">
                <a:latin typeface="Arial" panose="020B0604020202020204" pitchFamily="34" charset="0"/>
              </a:rPr>
              <a:t>LOGİN</a:t>
            </a:r>
            <a:r>
              <a:rPr lang="az-Latn-AZ" altLang="en-US" sz="1100">
                <a:latin typeface="Arial" panose="020B0604020202020204" pitchFamily="34" charset="0"/>
              </a:rPr>
              <a:t> şablonunu götürərək, `</a:t>
            </a:r>
            <a:r>
              <a:rPr lang="az-Latn-AZ" altLang="en-US" sz="1100" b="1">
                <a:latin typeface="Arial" panose="020B0604020202020204" pitchFamily="34" charset="0"/>
              </a:rPr>
              <a:t>login.blade.php</a:t>
            </a:r>
            <a:r>
              <a:rPr lang="az-Latn-AZ" altLang="en-US" sz="1100">
                <a:latin typeface="Arial" panose="020B0604020202020204" pitchFamily="34" charset="0"/>
              </a:rPr>
              <a:t>` faylına köçürürük. Nümunə üçün istifadə edilən digər login elementlərini isə silə yaxud commentə ala bilərik.</a:t>
            </a:r>
            <a:endParaRPr kumimoji="0" lang="en-US" altLang="en-US" sz="11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D085875-3C8E-ED92-84B1-F9726F334F37}"/>
              </a:ext>
            </a:extLst>
          </p:cNvPr>
          <p:cNvPicPr>
            <a:picLocks noChangeAspect="1"/>
          </p:cNvPicPr>
          <p:nvPr/>
        </p:nvPicPr>
        <p:blipFill>
          <a:blip r:embed="rId2"/>
          <a:stretch>
            <a:fillRect/>
          </a:stretch>
        </p:blipFill>
        <p:spPr>
          <a:xfrm>
            <a:off x="0" y="538145"/>
            <a:ext cx="12192000" cy="6319855"/>
          </a:xfrm>
          <a:prstGeom prst="rect">
            <a:avLst/>
          </a:prstGeom>
        </p:spPr>
      </p:pic>
    </p:spTree>
    <p:extLst>
      <p:ext uri="{BB962C8B-B14F-4D97-AF65-F5344CB8AC3E}">
        <p14:creationId xmlns:p14="http://schemas.microsoft.com/office/powerpoint/2010/main" val="3863838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23C97-7391-808C-8F93-F1A247B54F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BA728D-9AF8-6C25-DF35-1494919186BC}"/>
              </a:ext>
            </a:extLst>
          </p:cNvPr>
          <p:cNvSpPr txBox="1"/>
          <p:nvPr/>
        </p:nvSpPr>
        <p:spPr>
          <a:xfrm>
            <a:off x="217714" y="255046"/>
            <a:ext cx="11756571" cy="1555682"/>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Yeni əlavə etdiyimiz form elementlərinin iş prinsipi, əvvəl əlavə etdiyimiz form elementlərinin iş prinsipi ilə eyni olmalıdır. Bunu etmək çox sadədir. Əvvəl əlavə etdiyimiz elementlərə baxaraq eyinisini yeni elementlərə tətbiq edə bilərik.</a:t>
            </a:r>
            <a:endParaRPr lang="en-US" altLang="en-US" sz="1300">
              <a:latin typeface="Arial" panose="020B0604020202020204" pitchFamily="34" charset="0"/>
            </a:endParaRPr>
          </a:p>
          <a:p>
            <a:pPr>
              <a:lnSpc>
                <a:spcPct val="150000"/>
              </a:lnSpc>
              <a:buNone/>
            </a:pPr>
            <a:endParaRPr kumimoji="0" lang="en-US" altLang="en-US" sz="1300" b="0" i="0" u="none" strike="noStrike" cap="none" normalizeH="0" baseline="0">
              <a:ln>
                <a:noFill/>
              </a:ln>
              <a:solidFill>
                <a:schemeClr val="tx1"/>
              </a:solidFill>
              <a:effectLst/>
              <a:latin typeface="Arial" panose="020B0604020202020204" pitchFamily="34" charset="0"/>
            </a:endParaRPr>
          </a:p>
          <a:p>
            <a:pPr>
              <a:lnSpc>
                <a:spcPct val="150000"/>
              </a:lnSpc>
              <a:buNone/>
            </a:pPr>
            <a:r>
              <a:rPr lang="az-Latn-AZ" altLang="en-US" sz="1300">
                <a:latin typeface="Arial" panose="020B0604020202020204" pitchFamily="34" charset="0"/>
              </a:rPr>
              <a:t>Şəkildəki kimi. Şəkildə sadəcə balca bir</a:t>
            </a:r>
          </a:p>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hissənin əlavə edilməsi göstərilmişdir.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742DF3F-F573-FCF5-335A-C50A656FCAF8}"/>
              </a:ext>
            </a:extLst>
          </p:cNvPr>
          <p:cNvPicPr>
            <a:picLocks noChangeAspect="1"/>
          </p:cNvPicPr>
          <p:nvPr/>
        </p:nvPicPr>
        <p:blipFill>
          <a:blip r:embed="rId2"/>
          <a:stretch>
            <a:fillRect/>
          </a:stretch>
        </p:blipFill>
        <p:spPr>
          <a:xfrm>
            <a:off x="4049316" y="1203650"/>
            <a:ext cx="8258708" cy="5654350"/>
          </a:xfrm>
          <a:prstGeom prst="rect">
            <a:avLst/>
          </a:prstGeom>
        </p:spPr>
      </p:pic>
    </p:spTree>
    <p:extLst>
      <p:ext uri="{BB962C8B-B14F-4D97-AF65-F5344CB8AC3E}">
        <p14:creationId xmlns:p14="http://schemas.microsoft.com/office/powerpoint/2010/main" val="4233252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D01FF-E6CF-A64F-AAD5-F298395DE68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10186AB-1D83-2F5A-84DA-BFCFE29AFCEC}"/>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Password </a:t>
            </a:r>
            <a:r>
              <a:rPr kumimoji="0" lang="az-Latn-AZ" altLang="en-US" sz="1300" b="0" i="0" u="none" strike="noStrike" cap="none" normalizeH="0" baseline="0">
                <a:ln>
                  <a:noFill/>
                </a:ln>
                <a:solidFill>
                  <a:schemeClr val="tx1"/>
                </a:solidFill>
                <a:effectLst/>
                <a:latin typeface="Arial" panose="020B0604020202020204" pitchFamily="34" charset="0"/>
              </a:rPr>
              <a:t>hissəsi.</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BC78336-CDB5-069C-9860-4CAB7E99516F}"/>
              </a:ext>
            </a:extLst>
          </p:cNvPr>
          <p:cNvPicPr>
            <a:picLocks noChangeAspect="1"/>
          </p:cNvPicPr>
          <p:nvPr/>
        </p:nvPicPr>
        <p:blipFill>
          <a:blip r:embed="rId2"/>
          <a:stretch>
            <a:fillRect/>
          </a:stretch>
        </p:blipFill>
        <p:spPr>
          <a:xfrm>
            <a:off x="3547698" y="0"/>
            <a:ext cx="8644302" cy="6858000"/>
          </a:xfrm>
          <a:prstGeom prst="rect">
            <a:avLst/>
          </a:prstGeom>
        </p:spPr>
      </p:pic>
    </p:spTree>
    <p:extLst>
      <p:ext uri="{BB962C8B-B14F-4D97-AF65-F5344CB8AC3E}">
        <p14:creationId xmlns:p14="http://schemas.microsoft.com/office/powerpoint/2010/main" val="8332251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6AC74-7AC5-54E8-613B-82D7413088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BB4D55-CB9E-B8A9-C66D-ED454E400805}"/>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Remember</a:t>
            </a:r>
            <a:r>
              <a:rPr lang="az-Latn-AZ" altLang="en-US" sz="1300">
                <a:latin typeface="Arial" panose="020B0604020202020204" pitchFamily="34" charset="0"/>
              </a:rPr>
              <a:t> hissə olduğu kimi qalır.</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DECE6BB3-7E9D-CAD0-E427-8982EDA36DFB}"/>
              </a:ext>
            </a:extLst>
          </p:cNvPr>
          <p:cNvPicPr>
            <a:picLocks noChangeAspect="1"/>
          </p:cNvPicPr>
          <p:nvPr/>
        </p:nvPicPr>
        <p:blipFill>
          <a:blip r:embed="rId2"/>
          <a:stretch>
            <a:fillRect/>
          </a:stretch>
        </p:blipFill>
        <p:spPr>
          <a:xfrm>
            <a:off x="3579138" y="0"/>
            <a:ext cx="8612862" cy="6858000"/>
          </a:xfrm>
          <a:prstGeom prst="rect">
            <a:avLst/>
          </a:prstGeom>
        </p:spPr>
      </p:pic>
    </p:spTree>
    <p:extLst>
      <p:ext uri="{BB962C8B-B14F-4D97-AF65-F5344CB8AC3E}">
        <p14:creationId xmlns:p14="http://schemas.microsoft.com/office/powerpoint/2010/main" val="271103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B6D4-4138-2941-5EC9-4DE8BDF76D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A0B832-7BFF-629E-0C9A-BF6163C7EC60}"/>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Bu hissəni silirik.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1250B7D4-06C5-99A8-3AF0-CE445DF98DB4}"/>
              </a:ext>
            </a:extLst>
          </p:cNvPr>
          <p:cNvPicPr>
            <a:picLocks noChangeAspect="1"/>
          </p:cNvPicPr>
          <p:nvPr/>
        </p:nvPicPr>
        <p:blipFill>
          <a:blip r:embed="rId2"/>
          <a:stretch>
            <a:fillRect/>
          </a:stretch>
        </p:blipFill>
        <p:spPr>
          <a:xfrm>
            <a:off x="4603520" y="0"/>
            <a:ext cx="7588480" cy="6858000"/>
          </a:xfrm>
          <a:prstGeom prst="rect">
            <a:avLst/>
          </a:prstGeom>
        </p:spPr>
      </p:pic>
    </p:spTree>
    <p:extLst>
      <p:ext uri="{BB962C8B-B14F-4D97-AF65-F5344CB8AC3E}">
        <p14:creationId xmlns:p14="http://schemas.microsoft.com/office/powerpoint/2010/main" val="3048635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9D962-ACE5-3859-ECA1-D5186FA2E6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9CB89E-014F-E388-8830-92B96578EC8D}"/>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en-US" altLang="en-US" sz="1300">
                <a:latin typeface="Arial" panose="020B0604020202020204" pitchFamily="34" charset="0"/>
              </a:rPr>
              <a:t>Logo </a:t>
            </a:r>
            <a:r>
              <a:rPr lang="az-Latn-AZ" altLang="en-US" sz="1300">
                <a:latin typeface="Arial" panose="020B0604020202020204" pitchFamily="34" charset="0"/>
              </a:rPr>
              <a:t>şəklini bərpa edirik.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C23F2C3-ED6F-DBC3-E846-58A0A477B629}"/>
              </a:ext>
            </a:extLst>
          </p:cNvPr>
          <p:cNvPicPr>
            <a:picLocks noChangeAspect="1"/>
          </p:cNvPicPr>
          <p:nvPr/>
        </p:nvPicPr>
        <p:blipFill>
          <a:blip r:embed="rId2"/>
          <a:stretch>
            <a:fillRect/>
          </a:stretch>
        </p:blipFill>
        <p:spPr>
          <a:xfrm>
            <a:off x="3576687" y="0"/>
            <a:ext cx="8696226" cy="6858000"/>
          </a:xfrm>
          <a:prstGeom prst="rect">
            <a:avLst/>
          </a:prstGeom>
        </p:spPr>
      </p:pic>
    </p:spTree>
    <p:extLst>
      <p:ext uri="{BB962C8B-B14F-4D97-AF65-F5344CB8AC3E}">
        <p14:creationId xmlns:p14="http://schemas.microsoft.com/office/powerpoint/2010/main" val="3519509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25D7D-A080-F22B-7E8D-36EC827289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3F16A3-A6E8-401E-847B-09570DC6E4CB}"/>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Ümumi nəticə və giriş edirik.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98B5719-3215-71DC-D8F6-9AEE2567C5B8}"/>
              </a:ext>
            </a:extLst>
          </p:cNvPr>
          <p:cNvPicPr>
            <a:picLocks noChangeAspect="1"/>
          </p:cNvPicPr>
          <p:nvPr/>
        </p:nvPicPr>
        <p:blipFill>
          <a:blip r:embed="rId2"/>
          <a:stretch>
            <a:fillRect/>
          </a:stretch>
        </p:blipFill>
        <p:spPr>
          <a:xfrm>
            <a:off x="0" y="2410683"/>
            <a:ext cx="12192000" cy="44473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95838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4E53B-1015-8973-75BE-BA19E261A8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4CE1E36-908D-FEA9-EEF4-834DC85AFF02}"/>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lang="az-Latn-AZ" altLang="en-US" sz="1300">
                <a:latin typeface="Arial" panose="020B0604020202020204" pitchFamily="34" charset="0"/>
              </a:rPr>
              <a:t>Giriş etdikdən sonra.</a:t>
            </a:r>
            <a:endParaRPr kumimoji="0" lang="en-US" altLang="en-US" sz="13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3B8FC9B-2F73-925A-3C7D-54E8C9CED0DB}"/>
              </a:ext>
            </a:extLst>
          </p:cNvPr>
          <p:cNvPicPr>
            <a:picLocks noChangeAspect="1"/>
          </p:cNvPicPr>
          <p:nvPr/>
        </p:nvPicPr>
        <p:blipFill>
          <a:blip r:embed="rId2"/>
          <a:stretch>
            <a:fillRect/>
          </a:stretch>
        </p:blipFill>
        <p:spPr>
          <a:xfrm>
            <a:off x="0" y="4189009"/>
            <a:ext cx="12192000" cy="26689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00098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C3FB-F78A-7FD6-F1CA-6A74806A95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3E613F-1B07-7282-46A1-4631216BD20E}"/>
              </a:ext>
            </a:extLst>
          </p:cNvPr>
          <p:cNvSpPr txBox="1"/>
          <p:nvPr/>
        </p:nvSpPr>
        <p:spPr>
          <a:xfrm>
            <a:off x="217714" y="255046"/>
            <a:ext cx="11756571" cy="655436"/>
          </a:xfrm>
          <a:prstGeom prst="rect">
            <a:avLst/>
          </a:prstGeom>
          <a:noFill/>
        </p:spPr>
        <p:txBody>
          <a:bodyPr wrap="square">
            <a:spAutoFit/>
          </a:bodyPr>
          <a:lstStyle/>
          <a:p>
            <a:pPr>
              <a:lnSpc>
                <a:spcPct val="150000"/>
              </a:lnSpc>
              <a:buNone/>
            </a:pPr>
            <a:r>
              <a:rPr kumimoji="0" lang="az-Latn-AZ" altLang="en-US" sz="1300" b="0" i="0" u="none" strike="noStrike" cap="none" normalizeH="0" baseline="0">
                <a:ln>
                  <a:noFill/>
                </a:ln>
                <a:solidFill>
                  <a:schemeClr val="tx1"/>
                </a:solidFill>
                <a:effectLst/>
                <a:latin typeface="Arial" panose="020B0604020202020204" pitchFamily="34" charset="0"/>
              </a:rPr>
              <a:t>Hələki VENDOR da bu admin üçün olan LOGİN səhifəsindən istifadə edərək öz hesabına daxil ola bilir. Yaxud ADMİN digər LOGİN səhifəsindən istifadə edərək öz admin panel səhifəsinə daxil ola bilir. Bunları konfiqurasiya etməmişik.</a:t>
            </a:r>
            <a:endParaRPr kumimoji="0" lang="en-US" altLang="en-US" sz="13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83533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692DA-DC60-76FA-E2FB-5BD9F4BE78F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E3C212-009C-AFCB-05EB-7BA117CD48C9}"/>
              </a:ext>
            </a:extLst>
          </p:cNvPr>
          <p:cNvSpPr txBox="1"/>
          <p:nvPr/>
        </p:nvSpPr>
        <p:spPr>
          <a:xfrm>
            <a:off x="217714" y="255046"/>
            <a:ext cx="11756571" cy="355354"/>
          </a:xfrm>
          <a:prstGeom prst="rect">
            <a:avLst/>
          </a:prstGeom>
          <a:noFill/>
        </p:spPr>
        <p:txBody>
          <a:bodyPr wrap="square">
            <a:spAutoFit/>
          </a:bodyPr>
          <a:lstStyle/>
          <a:p>
            <a:pPr>
              <a:lnSpc>
                <a:spcPct val="150000"/>
              </a:lnSpc>
              <a:buNone/>
            </a:pPr>
            <a:r>
              <a:rPr kumimoji="0" lang="en-US" altLang="en-US" sz="13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38246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4619</TotalTime>
  <Words>150</Words>
  <Application>Microsoft Office PowerPoint</Application>
  <PresentationFormat>Widescreen</PresentationFormat>
  <Paragraphs>13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370</cp:revision>
  <dcterms:created xsi:type="dcterms:W3CDTF">2025-04-12T11:00:44Z</dcterms:created>
  <dcterms:modified xsi:type="dcterms:W3CDTF">2025-07-24T19:57:47Z</dcterms:modified>
</cp:coreProperties>
</file>