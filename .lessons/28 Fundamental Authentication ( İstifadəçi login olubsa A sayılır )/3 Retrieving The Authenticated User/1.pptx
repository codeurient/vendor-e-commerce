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Retrieving The Authenticated User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Doğrulanmış İstifadəçinin Alınması )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Retrieving The Authenticated User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Laravel-də autentifikasiya olunmuş (login olmuş) istifadəçidən məlumat almaq üçün istifadə olunur.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Auth::user()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auth()-&gt;user()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edir?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Hər ikisi eynidir və Laravel-in Auth facade-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vasitəsilə 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hal-hazırda giriş etmiş istifadəçi obyektini 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App\Models\User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geri qaytarır.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98F7A-1646-72E6-0399-C0405EFD2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455" y="1977526"/>
            <a:ext cx="7250545" cy="4880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77B782-4BA0-88B9-6149-85F9BBF08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991698"/>
            <a:ext cx="4572638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Mühüm Qeyd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route-u qorumaq lazımdır, əks halda login olmayan istifadəçi üçün səhv alarsan.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Buna görə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hər ehtimala qarşılıq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əlavə etmək mütləqdir: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auth middleware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edir?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yoxlayır ki, istifadəçi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olub, ya yox. Əgər yoxdursa, onu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/login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səhifəsinə yönləndirir.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Xülasə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A6E95-99C2-3823-0119-1BF356B12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612"/>
            <a:ext cx="3715268" cy="97168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3DBE1E-DAF0-09B1-52DC-FC6EFF352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721087"/>
              </p:ext>
            </p:extLst>
          </p:nvPr>
        </p:nvGraphicFramePr>
        <p:xfrm>
          <a:off x="217713" y="4302593"/>
          <a:ext cx="10524178" cy="2421480"/>
        </p:xfrm>
        <a:graphic>
          <a:graphicData uri="http://schemas.openxmlformats.org/drawingml/2006/table">
            <a:tbl>
              <a:tblPr/>
              <a:tblGrid>
                <a:gridCol w="2730912">
                  <a:extLst>
                    <a:ext uri="{9D8B030D-6E8A-4147-A177-3AD203B41FA5}">
                      <a16:colId xmlns:a16="http://schemas.microsoft.com/office/drawing/2014/main" val="2231372380"/>
                    </a:ext>
                  </a:extLst>
                </a:gridCol>
                <a:gridCol w="7793266">
                  <a:extLst>
                    <a:ext uri="{9D8B030D-6E8A-4147-A177-3AD203B41FA5}">
                      <a16:colId xmlns:a16="http://schemas.microsoft.com/office/drawing/2014/main" val="4117873350"/>
                    </a:ext>
                  </a:extLst>
                </a:gridCol>
              </a:tblGrid>
              <a:tr h="403580">
                <a:tc>
                  <a:txBody>
                    <a:bodyPr/>
                    <a:lstStyle/>
                    <a:p>
                      <a:r>
                        <a:rPr lang="en-US" b="1"/>
                        <a:t>İfadə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Nə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530500"/>
                  </a:ext>
                </a:extLst>
              </a:tr>
              <a:tr h="40358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Auth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::</a:t>
                      </a:r>
                      <a:r>
                        <a:rPr lang="en-US" b="1">
                          <a:solidFill>
                            <a:srgbClr val="FF0000"/>
                          </a:solidFill>
                        </a:rPr>
                        <a:t>user()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Hal-hazırda login olmuş istifadəçini qaytarır (User obyekti)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346270"/>
                  </a:ext>
                </a:extLst>
              </a:tr>
              <a:tr h="40358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auth()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-&gt;</a:t>
                      </a:r>
                      <a:r>
                        <a:rPr lang="en-US" b="1">
                          <a:solidFill>
                            <a:srgbClr val="FF0000"/>
                          </a:solidFill>
                        </a:rPr>
                        <a:t>user()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Eyni işi görür (helper forması)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462663"/>
                  </a:ext>
                </a:extLst>
              </a:tr>
              <a:tr h="40358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auth()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-&gt;</a:t>
                      </a:r>
                      <a:r>
                        <a:rPr lang="en-US" b="1">
                          <a:solidFill>
                            <a:srgbClr val="FF0000"/>
                          </a:solidFill>
                        </a:rPr>
                        <a:t>user()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-&gt;</a:t>
                      </a:r>
                      <a:r>
                        <a:rPr lang="en-US" b="1">
                          <a:solidFill>
                            <a:srgbClr val="FF0000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İstifadəçinin adını verir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232440"/>
                  </a:ext>
                </a:extLst>
              </a:tr>
              <a:tr h="40358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auth()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-&gt;</a:t>
                      </a:r>
                      <a:r>
                        <a:rPr lang="en-US" b="1">
                          <a:solidFill>
                            <a:srgbClr val="FF0000"/>
                          </a:solidFill>
                        </a:rPr>
                        <a:t>user()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-&gt;</a:t>
                      </a:r>
                      <a:r>
                        <a:rPr lang="en-US" b="1">
                          <a:solidFill>
                            <a:srgbClr val="FF0000"/>
                          </a:solidFill>
                        </a:rPr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İstifadəçinin emailini verir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767517"/>
                  </a:ext>
                </a:extLst>
              </a:tr>
              <a:tr h="40358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auth()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-&gt;</a:t>
                      </a:r>
                      <a:r>
                        <a:rPr lang="en-US" b="1">
                          <a:solidFill>
                            <a:srgbClr val="FF0000"/>
                          </a:solidFill>
                        </a:rPr>
                        <a:t>check()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İstifadəçi login olubmu (true/false)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955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2414</TotalTime>
  <Words>176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334</cp:revision>
  <dcterms:created xsi:type="dcterms:W3CDTF">2025-04-12T11:00:44Z</dcterms:created>
  <dcterms:modified xsi:type="dcterms:W3CDTF">2025-06-01T05:58:31Z</dcterms:modified>
</cp:coreProperties>
</file>