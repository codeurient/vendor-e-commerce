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02" r:id="rId2"/>
    <p:sldId id="403" r:id="rId3"/>
    <p:sldId id="400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4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1AB92-A397-BC65-20DF-C145E2744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21A0AE-1D66-0150-514C-CE1A6B8F7766}"/>
              </a:ext>
            </a:extLst>
          </p:cNvPr>
          <p:cNvSpPr txBox="1"/>
          <p:nvPr/>
        </p:nvSpPr>
        <p:spPr>
          <a:xfrm>
            <a:off x="217714" y="255046"/>
            <a:ext cx="11756571" cy="655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POST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səhifəsi ( </a:t>
            </a:r>
            <a:r>
              <a:rPr kumimoji="0" lang="az-Latn-AZ" altLang="en-US" sz="1300" i="0" u="sng" strike="noStrike" cap="none" normalizeH="0" baseline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http://vendor-e-commerce.test/posts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)</a:t>
            </a:r>
            <a:r>
              <a:rPr lang="en-US" altLang="en-US" sz="1300">
                <a:latin typeface="Arial" panose="020B0604020202020204" pitchFamily="34" charset="0"/>
              </a:rPr>
              <a:t>,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biz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login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olduqda da g</a:t>
            </a:r>
            <a:r>
              <a:rPr lang="az-Latn-AZ" altLang="en-US" sz="1300">
                <a:latin typeface="Arial" panose="020B0604020202020204" pitchFamily="34" charset="0"/>
              </a:rPr>
              <a:t>örünür </a:t>
            </a:r>
            <a:r>
              <a:rPr lang="az-Latn-AZ" altLang="en-US" sz="1300" b="1">
                <a:latin typeface="Arial" panose="020B0604020202020204" pitchFamily="34" charset="0"/>
              </a:rPr>
              <a:t>login</a:t>
            </a:r>
            <a:r>
              <a:rPr lang="az-Latn-AZ" altLang="en-US" sz="1300">
                <a:latin typeface="Arial" panose="020B0604020202020204" pitchFamily="34" charset="0"/>
              </a:rPr>
              <a:t> olmadıqda da. Ancaq elə etmək lazımdır ki, əgər </a:t>
            </a:r>
            <a:r>
              <a:rPr lang="az-Latn-AZ" altLang="en-US" sz="1300" b="1">
                <a:latin typeface="Arial" panose="020B0604020202020204" pitchFamily="34" charset="0"/>
              </a:rPr>
              <a:t>login</a:t>
            </a:r>
            <a:r>
              <a:rPr lang="az-Latn-AZ" altLang="en-US" sz="1300">
                <a:latin typeface="Arial" panose="020B0604020202020204" pitchFamily="34" charset="0"/>
              </a:rPr>
              <a:t> olmamışıqsa onda bu səhifələr əl çatan olmasın. Bunun üçün </a:t>
            </a:r>
            <a:r>
              <a:rPr lang="az-Latn-AZ" altLang="en-US" sz="1300" b="1">
                <a:latin typeface="Arial" panose="020B0604020202020204" pitchFamily="34" charset="0"/>
              </a:rPr>
              <a:t>AUTH</a:t>
            </a:r>
            <a:r>
              <a:rPr lang="az-Latn-AZ" altLang="en-US" sz="1300">
                <a:latin typeface="Arial" panose="020B0604020202020204" pitchFamily="34" charset="0"/>
              </a:rPr>
              <a:t> </a:t>
            </a:r>
            <a:r>
              <a:rPr lang="en-US" altLang="en-US" sz="1300" b="1">
                <a:latin typeface="Arial" panose="020B0604020202020204" pitchFamily="34" charset="0"/>
              </a:rPr>
              <a:t>middleware</a:t>
            </a:r>
            <a:r>
              <a:rPr lang="en-US" altLang="en-US" sz="1300">
                <a:latin typeface="Arial" panose="020B0604020202020204" pitchFamily="34" charset="0"/>
              </a:rPr>
              <a:t> -</a:t>
            </a:r>
            <a:r>
              <a:rPr lang="az-Latn-AZ" altLang="en-US" sz="1300">
                <a:latin typeface="Arial" panose="020B0604020202020204" pitchFamily="34" charset="0"/>
              </a:rPr>
              <a:t>indən istifadə edəcəyik.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4938C4-DCA5-95E4-E1A1-88E1FF5C82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275152"/>
            <a:ext cx="6096000" cy="5582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611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13FCC-E5C4-2350-20C6-89DF22D1F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782941-0DB4-B0DA-A36A-31CA5EC69992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67607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2729</TotalTime>
  <Words>48</Words>
  <Application>Microsoft Office PowerPoint</Application>
  <PresentationFormat>Widescreen</PresentationFormat>
  <Paragraphs>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335</cp:revision>
  <dcterms:created xsi:type="dcterms:W3CDTF">2025-04-12T11:00:44Z</dcterms:created>
  <dcterms:modified xsi:type="dcterms:W3CDTF">2025-06-01T15:29:50Z</dcterms:modified>
</cp:coreProperties>
</file>