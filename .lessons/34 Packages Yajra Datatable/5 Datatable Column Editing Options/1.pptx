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7899919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Şablona yeni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əlavə etmək istədikdə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Column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klasından istifadə edirik. Həmin klasda yazılan ad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-in cədvəlində yazılan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 ilə eyni olmalıdır. Əks halda xəta alarıq.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5B296-D8D7-828E-46AF-7A6B7362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841" y="0"/>
            <a:ext cx="389215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54C234-18B4-E899-8FF0-6D6D29405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4318"/>
            <a:ext cx="6989304" cy="215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Sütun adını doğru yazdıqda nəticə aşağı şəkildəki kimi olacaq.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 gördükdən sonra `</a:t>
            </a:r>
            <a:r>
              <a:rPr lang="az-Latn-AZ" altLang="en-US" sz="1300" b="1">
                <a:latin typeface="Arial" panose="020B0604020202020204" pitchFamily="34" charset="0"/>
              </a:rPr>
              <a:t>email_verified_at</a:t>
            </a:r>
            <a:r>
              <a:rPr lang="az-Latn-AZ" altLang="en-US" sz="1300">
                <a:latin typeface="Arial" panose="020B0604020202020204" pitchFamily="34" charset="0"/>
              </a:rPr>
              <a:t>` sütununu commentə alın...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DB0C91-67E0-3754-7711-A234C61C6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2824"/>
            <a:ext cx="7667145" cy="2735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6F3F31-9A4B-72BF-A6B0-0A685990A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31" y="0"/>
            <a:ext cx="3783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9072-3188-9CAC-16D5-7EE91C3C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DB176-6D67-4C28-0A8E-EDFD4BFD510B}"/>
              </a:ext>
            </a:extLst>
          </p:cNvPr>
          <p:cNvSpPr txBox="1"/>
          <p:nvPr/>
        </p:nvSpPr>
        <p:spPr>
          <a:xfrm>
            <a:off x="158620" y="255046"/>
            <a:ext cx="7445829" cy="449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DB</a:t>
            </a:r>
            <a:r>
              <a:rPr lang="az-Latn-AZ" altLang="en-US" sz="1200">
                <a:latin typeface="Arial" panose="020B0604020202020204" pitchFamily="34" charset="0"/>
              </a:rPr>
              <a:t> -in </a:t>
            </a:r>
            <a:r>
              <a:rPr lang="az-Latn-AZ" altLang="en-US" sz="1200" b="1">
                <a:latin typeface="Arial" panose="020B0604020202020204" pitchFamily="34" charset="0"/>
              </a:rPr>
              <a:t>cədvəlində</a:t>
            </a:r>
            <a:r>
              <a:rPr lang="az-Latn-AZ" altLang="en-US" sz="1200">
                <a:latin typeface="Arial" panose="020B0604020202020204" pitchFamily="34" charset="0"/>
              </a:rPr>
              <a:t> olmayan </a:t>
            </a:r>
            <a:r>
              <a:rPr lang="az-Latn-AZ" altLang="en-US" sz="1200" b="1">
                <a:latin typeface="Arial" panose="020B0604020202020204" pitchFamily="34" charset="0"/>
              </a:rPr>
              <a:t>sütunu</a:t>
            </a:r>
            <a:r>
              <a:rPr lang="az-Latn-AZ" altLang="en-US" sz="1200">
                <a:latin typeface="Arial" panose="020B0604020202020204" pitchFamily="34" charset="0"/>
              </a:rPr>
              <a:t> əlavə etdiyimiz zaman xəta alırıq dedik.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Xəta almamaq üçün</a:t>
            </a:r>
            <a:r>
              <a:rPr lang="az-Latn-AZ" altLang="en-US" sz="12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 b="1">
                <a:latin typeface="Arial" panose="020B0604020202020204" pitchFamily="34" charset="0"/>
              </a:rPr>
              <a:t>Column() </a:t>
            </a:r>
            <a:r>
              <a:rPr lang="az-Latn-AZ" altLang="en-US" sz="1200">
                <a:latin typeface="Arial" panose="020B0604020202020204" pitchFamily="34" charset="0"/>
              </a:rPr>
              <a:t>klası ilə şablonda hansı sütunun görünməsi gərəkdiyini bildiririk.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dataTable()</a:t>
            </a:r>
            <a:r>
              <a:rPr lang="az-Latn-AZ" altLang="en-US" sz="120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funksiyası içindəki,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addColumn() </a:t>
            </a:r>
            <a:r>
              <a:rPr lang="az-Latn-AZ" altLang="en-US" sz="1200">
                <a:latin typeface="Arial" panose="020B0604020202020204" pitchFamily="34" charset="0"/>
              </a:rPr>
              <a:t>metodu ilə isə bu </a:t>
            </a:r>
            <a:r>
              <a:rPr lang="az-Latn-AZ" altLang="en-US" sz="1200" b="1">
                <a:latin typeface="Arial" panose="020B0604020202020204" pitchFamily="34" charset="0"/>
              </a:rPr>
              <a:t>sütunu</a:t>
            </a:r>
            <a:r>
              <a:rPr lang="az-Latn-AZ" altLang="en-US" sz="1200">
                <a:latin typeface="Arial" panose="020B0604020202020204" pitchFamily="34" charset="0"/>
              </a:rPr>
              <a:t> və </a:t>
            </a:r>
            <a:r>
              <a:rPr lang="az-Latn-AZ" altLang="en-US" sz="1200" b="1">
                <a:latin typeface="Arial" panose="020B0604020202020204" pitchFamily="34" charset="0"/>
              </a:rPr>
              <a:t>dəyərini</a:t>
            </a:r>
            <a:r>
              <a:rPr lang="az-Latn-AZ" altLang="en-US" sz="1200">
                <a:latin typeface="Arial" panose="020B0604020202020204" pitchFamily="34" charset="0"/>
              </a:rPr>
              <a:t> yaradırıq.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h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əmin sütuna </a:t>
            </a:r>
            <a:r>
              <a:rPr lang="en-US" altLang="en-US" sz="1200" b="1">
                <a:latin typeface="Arial" panose="020B0604020202020204" pitchFamily="34" charset="0"/>
              </a:rPr>
              <a:t>&lt;a&gt;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tag -i ilə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EDİT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düymədə əlavə edə bilərik. Bunun üçün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addColumn() </a:t>
            </a:r>
            <a:r>
              <a:rPr lang="az-Latn-AZ" altLang="en-US" sz="1200">
                <a:latin typeface="Arial" panose="020B0604020202020204" pitchFamily="34" charset="0"/>
              </a:rPr>
              <a:t>metodunun 2ci parametrində </a:t>
            </a:r>
            <a:r>
              <a:rPr lang="az-Latn-AZ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callback</a:t>
            </a:r>
            <a:r>
              <a:rPr lang="az-Latn-AZ" altLang="en-US" sz="1200">
                <a:latin typeface="Arial" panose="020B0604020202020204" pitchFamily="34" charset="0"/>
              </a:rPr>
              <a:t> yazmaq lazımdır.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Ardı növbəti slaydda....</a:t>
            </a:r>
            <a:endParaRPr lang="en-US" altLang="en-US" sz="12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4E04C-7F19-42B9-8CEC-4A9AD3827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013" y="0"/>
            <a:ext cx="447198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0C3CB7-6410-457D-FF4F-0246E5E30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0" y="2252196"/>
            <a:ext cx="5937380" cy="11528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086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2E50-6451-2967-9460-D72F8CFDE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DDF32-87A0-BF68-D1AB-3D8B91CA7E9F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Callback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en-US" altLang="en-US" sz="1300" b="1">
                <a:latin typeface="Arial" panose="020B0604020202020204" pitchFamily="34" charset="0"/>
              </a:rPr>
              <a:t>&lt;a&gt;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-taginin </a:t>
            </a:r>
            <a:r>
              <a:rPr lang="az-Latn-AZ" altLang="en-US" sz="1300" b="1">
                <a:latin typeface="Arial" panose="020B0604020202020204" pitchFamily="34" charset="0"/>
              </a:rPr>
              <a:t>href</a:t>
            </a:r>
            <a:r>
              <a:rPr lang="az-Latn-AZ" altLang="en-US" sz="1300">
                <a:latin typeface="Arial" panose="020B0604020202020204" pitchFamily="34" charset="0"/>
              </a:rPr>
              <a:t> atributuna, </a:t>
            </a:r>
            <a:r>
              <a:rPr lang="az-Latn-AZ" altLang="en-US" sz="1300" b="1">
                <a:latin typeface="Arial" panose="020B0604020202020204" pitchFamily="34" charset="0"/>
              </a:rPr>
              <a:t>route('user.edit', $query-&gt;id) </a:t>
            </a:r>
            <a:r>
              <a:rPr lang="az-Latn-AZ" altLang="en-US" sz="1300">
                <a:latin typeface="Arial" panose="020B0604020202020204" pitchFamily="34" charset="0"/>
              </a:rPr>
              <a:t>əlavə edirik. 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‘user.edit’ </a:t>
            </a:r>
            <a:r>
              <a:rPr lang="az-Latn-AZ" altLang="en-US" sz="1300">
                <a:latin typeface="Arial" panose="020B0604020202020204" pitchFamily="34" charset="0"/>
              </a:rPr>
              <a:t>parametri </a:t>
            </a: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az-Latn-AZ" altLang="en-US" sz="1300">
                <a:latin typeface="Arial" panose="020B0604020202020204" pitchFamily="34" charset="0"/>
              </a:rPr>
              <a:t>faylında yazılan </a:t>
            </a:r>
            <a:r>
              <a:rPr lang="az-Latn-AZ" altLang="en-US" sz="1300" b="1">
                <a:latin typeface="Arial" panose="020B0604020202020204" pitchFamily="34" charset="0"/>
              </a:rPr>
              <a:t>'user/{id}/edit’ </a:t>
            </a:r>
            <a:r>
              <a:rPr lang="az-Latn-AZ" altLang="en-US" sz="1300">
                <a:latin typeface="Arial" panose="020B0604020202020204" pitchFamily="34" charset="0"/>
              </a:rPr>
              <a:t>routunu ifadə edir.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$query-&gt;id </a:t>
            </a:r>
            <a:r>
              <a:rPr lang="az-Latn-AZ" altLang="en-US" sz="1300">
                <a:latin typeface="Arial" panose="020B0604020202020204" pitchFamily="34" charset="0"/>
              </a:rPr>
              <a:t>parametri isə həmin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-a </a:t>
            </a:r>
            <a:r>
              <a:rPr lang="az-Latn-AZ" altLang="en-US" sz="1300" b="1">
                <a:latin typeface="Arial" panose="020B0604020202020204" pitchFamily="34" charset="0"/>
              </a:rPr>
              <a:t>identifikator</a:t>
            </a:r>
            <a:r>
              <a:rPr lang="az-Latn-AZ" altLang="en-US" sz="1300">
                <a:latin typeface="Arial" panose="020B0604020202020204" pitchFamily="34" charset="0"/>
              </a:rPr>
              <a:t> (</a:t>
            </a:r>
            <a:r>
              <a:rPr lang="az-Latn-AZ" altLang="en-US" sz="1300" b="1">
                <a:latin typeface="Arial" panose="020B0604020202020204" pitchFamily="34" charset="0"/>
              </a:rPr>
              <a:t>id</a:t>
            </a:r>
            <a:r>
              <a:rPr lang="az-Latn-AZ" altLang="en-US" sz="1300">
                <a:latin typeface="Arial" panose="020B0604020202020204" pitchFamily="34" charset="0"/>
              </a:rPr>
              <a:t>) göndərir.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Beləlikdə hər istifadəçi (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) üzərində </a:t>
            </a: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yaxud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kimi əməliyyatlar icra edə bilərik. İndilik sadəcə həmin istifadəçinin </a:t>
            </a:r>
            <a:r>
              <a:rPr lang="az-Latn-AZ" altLang="en-US" sz="1300" b="1">
                <a:latin typeface="Arial" panose="020B0604020202020204" pitchFamily="34" charset="0"/>
              </a:rPr>
              <a:t>İD</a:t>
            </a:r>
            <a:r>
              <a:rPr lang="az-Latn-AZ" altLang="en-US" sz="1300">
                <a:latin typeface="Arial" panose="020B0604020202020204" pitchFamily="34" charset="0"/>
              </a:rPr>
              <a:t> -sini </a:t>
            </a:r>
            <a:r>
              <a:rPr lang="az-Latn-AZ" altLang="en-US" sz="1300" b="1">
                <a:latin typeface="Arial" panose="020B0604020202020204" pitchFamily="34" charset="0"/>
              </a:rPr>
              <a:t>RETURN</a:t>
            </a:r>
            <a:r>
              <a:rPr lang="az-Latn-AZ" altLang="en-US" sz="1300">
                <a:latin typeface="Arial" panose="020B0604020202020204" pitchFamily="34" charset="0"/>
              </a:rPr>
              <a:t> edək və kodun işləyib işləmədiyini görək.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07B00-E017-DA2E-7B42-EB997846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590365"/>
            <a:ext cx="6096000" cy="4267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9CE9D1-2EEA-5245-CA8D-1C665A8F0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80" y="0"/>
            <a:ext cx="5035420" cy="1234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47E39-D061-E088-55DF-DAB4241F7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3398409"/>
            <a:ext cx="4801270" cy="1124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54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1D06-7CBD-C2C6-2BED-E10FB261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A88DD-6B6D-97D5-467D-D9A317EE0AC9}"/>
              </a:ext>
            </a:extLst>
          </p:cNvPr>
          <p:cNvSpPr txBox="1"/>
          <p:nvPr/>
        </p:nvSpPr>
        <p:spPr>
          <a:xfrm>
            <a:off x="217715" y="255046"/>
            <a:ext cx="5641910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</a:t>
            </a:r>
            <a:r>
              <a:rPr lang="az-Latn-AZ" altLang="en-US" sz="1300" b="1">
                <a:latin typeface="Arial" panose="020B0604020202020204" pitchFamily="34" charset="0"/>
              </a:rPr>
              <a:t>CALLBACK</a:t>
            </a:r>
            <a:r>
              <a:rPr lang="az-Latn-AZ" altLang="en-US" sz="1300">
                <a:latin typeface="Arial" panose="020B0604020202020204" pitchFamily="34" charset="0"/>
              </a:rPr>
              <a:t> ilə sadə formada əlavə etdiyimiz kimi sadə mətndə əlavə edə bilirik.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 forma belə idi.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0A557-C47B-4CFF-89DA-47BD9B63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786" y="0"/>
            <a:ext cx="612321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C552A4-0F1F-77A4-DCAA-564EDE8E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1510646"/>
            <a:ext cx="2219635" cy="362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8EDDAE-9285-AF28-2370-F7A6BF008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5" y="2752964"/>
            <a:ext cx="4641090" cy="977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32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5773-8E18-8207-FB8C-7C049287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57F4B-14BE-2377-927A-5892EC9BD13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15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32D7-F5C1-5524-3C16-0FFEC6BD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260704-F0AB-3C1B-9B3B-8C3EB477671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796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D562-AE86-8464-91E6-93CF5EDD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0EAEAF-B64A-4DA3-C076-9472A9F9F85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30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253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350</cp:revision>
  <dcterms:created xsi:type="dcterms:W3CDTF">2025-04-12T11:00:44Z</dcterms:created>
  <dcterms:modified xsi:type="dcterms:W3CDTF">2025-06-17T15:23:59Z</dcterms:modified>
</cp:coreProperties>
</file>