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2" r:id="rId2"/>
    <p:sldId id="400" r:id="rId3"/>
    <p:sldId id="403" r:id="rId4"/>
    <p:sldId id="404" r:id="rId5"/>
    <p:sldId id="405" r:id="rId6"/>
    <p:sldId id="406" r:id="rId7"/>
    <p:sldId id="407" r:id="rId8"/>
    <p:sldId id="408" r:id="rId9"/>
    <p:sldId id="409" r:id="rId10"/>
    <p:sldId id="410" r:id="rId11"/>
    <p:sldId id="411" r:id="rId12"/>
    <p:sldId id="412" r:id="rId13"/>
    <p:sldId id="413" r:id="rId14"/>
    <p:sldId id="414" r:id="rId15"/>
    <p:sldId id="415" r:id="rId16"/>
    <p:sldId id="416" r:id="rId17"/>
    <p:sldId id="417" r:id="rId18"/>
    <p:sldId id="41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5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Laravel 10 cu versiyada Yajra Paketini quraşdırmaq üçün aşağıdakı əmri istifadə edirik.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3AC8D5-3484-A670-FDDB-3EB1EA94C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8976"/>
            <a:ext cx="12192000" cy="5849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Quraşdırma tamamlandı....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9A7FE-683D-0D9B-3BC9-EC07B3E94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5922" y="0"/>
            <a:ext cx="74260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4" y="255046"/>
            <a:ext cx="11756571" cy="2155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 isə klikləyirik `</a:t>
            </a:r>
            <a:r>
              <a:rPr lang="az-Latn-AZ" altLang="en-US" sz="1300" b="1">
                <a:latin typeface="Arial" panose="020B0604020202020204" pitchFamily="34" charset="0"/>
              </a:rPr>
              <a:t>Quick Starter</a:t>
            </a:r>
            <a:r>
              <a:rPr lang="az-Latn-AZ" altLang="en-US" sz="1300">
                <a:latin typeface="Arial" panose="020B0604020202020204" pitchFamily="34" charset="0"/>
              </a:rPr>
              <a:t>` yazısına və ` </a:t>
            </a:r>
            <a:r>
              <a:rPr lang="az-Latn-AZ" altLang="en-US" sz="1300" b="1">
                <a:latin typeface="Arial" panose="020B0604020202020204" pitchFamily="34" charset="0"/>
              </a:rPr>
              <a:t>Laravel DataTables Vite </a:t>
            </a:r>
            <a:r>
              <a:rPr lang="az-Latn-AZ" altLang="en-US" sz="1300">
                <a:latin typeface="Arial" panose="020B0604020202020204" pitchFamily="34" charset="0"/>
              </a:rPr>
              <a:t>` adlı frontent paketlərini endiririk.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Bunun üçün </a:t>
            </a:r>
            <a:r>
              <a:rPr lang="az-Latn-AZ" altLang="en-US" sz="1300" b="1">
                <a:latin typeface="Arial" panose="020B0604020202020204" pitchFamily="34" charset="0"/>
              </a:rPr>
              <a:t>VİTE</a:t>
            </a:r>
            <a:r>
              <a:rPr lang="az-Latn-AZ" altLang="en-US" sz="1300">
                <a:latin typeface="Arial" panose="020B0604020202020204" pitchFamily="34" charset="0"/>
              </a:rPr>
              <a:t> texnologiyasından istifadə edəcəyik. Bütün addımlar saytda </a:t>
            </a: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qeyd edilibdir....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F0AD69-A19D-7B74-CCE3-3BB227B0EC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414" y="723044"/>
            <a:ext cx="4915586" cy="61349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C6A81D-FDD8-E6F4-192B-28CCEEA42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957804"/>
            <a:ext cx="6341228" cy="3900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ED261-CDDB-4485-3F5A-429E07B8D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0F07E3-DF20-297B-D727-320532B31D66}"/>
              </a:ext>
            </a:extLst>
          </p:cNvPr>
          <p:cNvSpPr txBox="1"/>
          <p:nvPr/>
        </p:nvSpPr>
        <p:spPr>
          <a:xfrm>
            <a:off x="217715" y="255046"/>
            <a:ext cx="3813110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Saytda </a:t>
            </a:r>
            <a:r>
              <a:rPr lang="en-US" altLang="en-US" sz="1300">
                <a:latin typeface="Arial" panose="020B0604020202020204" pitchFamily="34" charset="0"/>
              </a:rPr>
              <a:t>`</a:t>
            </a:r>
            <a:r>
              <a:rPr lang="en-US" altLang="en-US" sz="1300" b="1">
                <a:latin typeface="Arial" panose="020B0604020202020204" pitchFamily="34" charset="0"/>
              </a:rPr>
              <a:t>resources/sass/app.scss</a:t>
            </a:r>
            <a:r>
              <a:rPr lang="en-US" altLang="en-US" sz="1300">
                <a:latin typeface="Arial" panose="020B0604020202020204" pitchFamily="34" charset="0"/>
              </a:rPr>
              <a:t>` yaz</a:t>
            </a:r>
            <a:r>
              <a:rPr lang="az-Latn-AZ" altLang="en-US" sz="1300">
                <a:latin typeface="Arial" panose="020B0604020202020204" pitchFamily="34" charset="0"/>
              </a:rPr>
              <a:t>sada bizdə həmin qovluq `</a:t>
            </a:r>
            <a:r>
              <a:rPr lang="az-Latn-AZ" altLang="en-US" sz="1300" b="1">
                <a:latin typeface="Arial" panose="020B0604020202020204" pitchFamily="34" charset="0"/>
              </a:rPr>
              <a:t>resources\css\app.css</a:t>
            </a:r>
            <a:r>
              <a:rPr lang="az-Latn-AZ" altLang="en-US" sz="1300">
                <a:latin typeface="Arial" panose="020B0604020202020204" pitchFamily="34" charset="0"/>
              </a:rPr>
              <a:t>` belə adlanır.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50EBB4-7212-8F3A-FF5A-F9A3757A4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015" y="0"/>
            <a:ext cx="74509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728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CE18B-5A06-1839-C56F-960B5BB7A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AA9512-EB6A-5718-3E89-D428F3C9EF77}"/>
              </a:ext>
            </a:extLst>
          </p:cNvPr>
          <p:cNvSpPr txBox="1"/>
          <p:nvPr/>
        </p:nvSpPr>
        <p:spPr>
          <a:xfrm>
            <a:off x="217715" y="255046"/>
            <a:ext cx="1340498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Bütün addımlar bir arada.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9C60FF-A493-C13D-4C3F-90EB93104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61" y="0"/>
            <a:ext cx="103847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43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1C7C0-3BD2-E775-F7A7-DDC608083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F1AEB7-29C2-9FD3-6F0E-B2A2DF286D79}"/>
              </a:ext>
            </a:extLst>
          </p:cNvPr>
          <p:cNvSpPr txBox="1"/>
          <p:nvPr/>
        </p:nvSpPr>
        <p:spPr>
          <a:xfrm>
            <a:off x="217715" y="255046"/>
            <a:ext cx="6668278" cy="455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kodlar və əmr, Laravel-də </a:t>
            </a:r>
            <a:r>
              <a:rPr lang="en-US" altLang="en-US" sz="1300" b="1">
                <a:latin typeface="Arial" panose="020B0604020202020204" pitchFamily="34" charset="0"/>
              </a:rPr>
              <a:t>Yajra DataTables </a:t>
            </a:r>
            <a:r>
              <a:rPr lang="en-US" altLang="en-US" sz="1300">
                <a:latin typeface="Arial" panose="020B0604020202020204" pitchFamily="34" charset="0"/>
              </a:rPr>
              <a:t>paketindən istifadə edərək </a:t>
            </a:r>
            <a:r>
              <a:rPr lang="en-US" altLang="en-US" sz="1300" b="1">
                <a:latin typeface="Arial" panose="020B0604020202020204" pitchFamily="34" charset="0"/>
              </a:rPr>
              <a:t>server-side DataTable</a:t>
            </a:r>
            <a:r>
              <a:rPr lang="en-US" altLang="en-US" sz="1300">
                <a:latin typeface="Arial" panose="020B0604020202020204" pitchFamily="34" charset="0"/>
              </a:rPr>
              <a:t> yaratmaq və idarə etmək üçün istifadə olunur; 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</a:t>
            </a:r>
            <a:r>
              <a:rPr lang="en-US" altLang="en-US" sz="1300" b="1">
                <a:latin typeface="Arial" panose="020B0604020202020204" pitchFamily="34" charset="0"/>
              </a:rPr>
              <a:t>urada</a:t>
            </a:r>
            <a:r>
              <a:rPr lang="az-Latn-AZ" altLang="en-US" sz="1300">
                <a:latin typeface="Arial" panose="020B0604020202020204" pitchFamily="34" charset="0"/>
              </a:rPr>
              <a:t>: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endParaRPr lang="az-Latn-AZ" altLang="en-US" sz="1300"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php artisan datatables:make Users </a:t>
            </a:r>
            <a:r>
              <a:rPr lang="en-US" altLang="en-US" sz="1300">
                <a:latin typeface="Arial" panose="020B0604020202020204" pitchFamily="34" charset="0"/>
              </a:rPr>
              <a:t>əmri avtomatik olaraq </a:t>
            </a:r>
            <a:r>
              <a:rPr lang="en-US" altLang="en-US" sz="1300" b="1">
                <a:latin typeface="Arial" panose="020B0604020202020204" pitchFamily="34" charset="0"/>
              </a:rPr>
              <a:t>UsersDataTable</a:t>
            </a:r>
            <a:r>
              <a:rPr lang="en-US" altLang="en-US" sz="1300">
                <a:latin typeface="Arial" panose="020B0604020202020204" pitchFamily="34" charset="0"/>
              </a:rPr>
              <a:t> klassını yaradır</a:t>
            </a:r>
            <a:r>
              <a:rPr lang="az-Latn-AZ" altLang="en-US" sz="130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</a:pPr>
            <a:endParaRPr lang="az-Latn-AZ" altLang="en-US" sz="1300"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300">
                <a:latin typeface="Arial" panose="020B0604020202020204" pitchFamily="34" charset="0"/>
              </a:rPr>
              <a:t>H</a:t>
            </a:r>
            <a:r>
              <a:rPr lang="en-US" altLang="en-US" sz="1300">
                <a:latin typeface="Arial" panose="020B0604020202020204" pitchFamily="34" charset="0"/>
              </a:rPr>
              <a:t>əmin klass</a:t>
            </a:r>
            <a:r>
              <a:rPr lang="az-Latn-AZ" altLang="en-US" sz="1300">
                <a:latin typeface="Arial" panose="020B0604020202020204" pitchFamily="34" charset="0"/>
              </a:rPr>
              <a:t> isə,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i="1">
                <a:latin typeface="Arial" panose="020B0604020202020204" pitchFamily="34" charset="0"/>
              </a:rPr>
              <a:t>datanı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AJAX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serverdən: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altLang="en-US" sz="1300">
                <a:latin typeface="Arial" panose="020B0604020202020204" pitchFamily="34" charset="0"/>
              </a:rPr>
              <a:t>çəkmək,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altLang="en-US" sz="1300">
                <a:latin typeface="Arial" panose="020B0604020202020204" pitchFamily="34" charset="0"/>
              </a:rPr>
              <a:t>cədvəl sütunlarını təyin etmək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altLang="en-US" sz="1300">
                <a:latin typeface="Arial" panose="020B0604020202020204" pitchFamily="34" charset="0"/>
              </a:rPr>
              <a:t> sort/axtarış/pagination funksiyalarını qurmaq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altLang="en-US" sz="1300">
                <a:latin typeface="Arial" panose="020B0604020202020204" pitchFamily="34" charset="0"/>
              </a:rPr>
              <a:t>ixrac (Excel, CSV, PDF) düymələrini qurmaq üçün istifadə olunur.</a:t>
            </a:r>
          </a:p>
          <a:p>
            <a:pPr>
              <a:lnSpc>
                <a:spcPct val="150000"/>
              </a:lnSpc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B5D573-09BC-9CEB-A37C-A86AEF94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141" y="0"/>
            <a:ext cx="50628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763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021A6-6386-A1DD-EDAE-ED89722B2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9D2381-80AE-8E49-37C6-8CF4A28EB229}"/>
              </a:ext>
            </a:extLst>
          </p:cNvPr>
          <p:cNvSpPr txBox="1"/>
          <p:nvPr/>
        </p:nvSpPr>
        <p:spPr>
          <a:xfrm>
            <a:off x="217715" y="255046"/>
            <a:ext cx="7153470" cy="4028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html() 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metodundakı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class -larını kommentə alırıq.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getColumns() 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metouna isə 2 dənə yeni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Column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class -ı əlavə edirik. Bu classlar, cədvəldəki sütunları ifadə edir və məsələn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modelindəki hansı sütunu görmək istəyiriksə onun adını bu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Column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classına əlavə edə bilərik.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Növbəti slaydda isə, </a:t>
            </a:r>
            <a:r>
              <a:rPr lang="en-US" sz="1600" b="1"/>
              <a:t>UsersDataTable</a:t>
            </a:r>
            <a:r>
              <a:rPr lang="az-Latn-AZ" sz="1600" b="1"/>
              <a:t>()</a:t>
            </a:r>
            <a:r>
              <a:rPr lang="az-Latn-AZ" sz="16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class -ı ilə yaradılan cədvəlin, şablona necə </a:t>
            </a:r>
            <a:r>
              <a:rPr lang="az-Latn-AZ" sz="12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render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 edildiyini görəcəyik. </a:t>
            </a:r>
            <a:r>
              <a:rPr lang="az-Latn-AZ" sz="1200" b="1">
                <a:latin typeface="Arial" panose="020B0604020202020204" pitchFamily="34" charset="0"/>
                <a:cs typeface="Arial" panose="020B0604020202020204" pitchFamily="34" charset="0"/>
              </a:rPr>
              <a:t>Yajra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 -nın saytında buna aid nümunə var. Həmin nümunədə göstərilir ki, </a:t>
            </a:r>
            <a:r>
              <a:rPr lang="az-Latn-AZ" sz="1200" b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UsersController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 adında bir controller yaradın və həmin controllerin </a:t>
            </a:r>
            <a:r>
              <a:rPr lang="az-Latn-AZ" sz="1200" b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index(UsersDataTable $dataTable)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 metoduna, </a:t>
            </a:r>
            <a:r>
              <a:rPr lang="az-Latn-AZ" sz="1200" b="1">
                <a:latin typeface="Arial" panose="020B0604020202020204" pitchFamily="34" charset="0"/>
                <a:cs typeface="Arial" panose="020B0604020202020204" pitchFamily="34" charset="0"/>
              </a:rPr>
              <a:t>UsersDataTable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 klasını parametr kimi təyin edin. Ancaq bu vacib deyil. Çünki istənilən şablon yükləyən controller metodunda, yaxud bir başa </a:t>
            </a:r>
            <a:r>
              <a:rPr lang="en-US" sz="120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web.php 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faylındakı hər hansısa bir şablon yüklüyən metoda </a:t>
            </a:r>
            <a:r>
              <a:rPr lang="az-Latn-AZ" sz="1200" b="1">
                <a:latin typeface="Arial" panose="020B0604020202020204" pitchFamily="34" charset="0"/>
                <a:cs typeface="Arial" panose="020B0604020202020204" pitchFamily="34" charset="0"/>
              </a:rPr>
              <a:t>UsersDataTable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 klasını parametr kimi təyin edə bilərsiz. Növbəti slaydda məndə belə edəcəm......</a:t>
            </a: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F3550A-6004-765A-A9B8-414E19347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46" y="418201"/>
            <a:ext cx="4324954" cy="64397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6164CB-0E33-B78B-3232-1A8AFFBD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5" y="4357643"/>
            <a:ext cx="4557678" cy="250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691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3E176-538A-3046-6B66-84AC083ED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0E8CDA-7CFE-3D6B-9747-CE796E818323}"/>
              </a:ext>
            </a:extLst>
          </p:cNvPr>
          <p:cNvSpPr txBox="1"/>
          <p:nvPr/>
        </p:nvSpPr>
        <p:spPr>
          <a:xfrm>
            <a:off x="217714" y="255046"/>
            <a:ext cx="11756571" cy="1855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UsersDataTable</a:t>
            </a:r>
            <a:r>
              <a:rPr lang="en-US" altLang="en-US" sz="1300">
                <a:latin typeface="Arial" panose="020B0604020202020204" pitchFamily="34" charset="0"/>
              </a:rPr>
              <a:t> klasını </a:t>
            </a:r>
            <a:r>
              <a:rPr lang="en-US" altLang="en-US" sz="1300" b="1">
                <a:latin typeface="Arial" panose="020B0604020202020204" pitchFamily="34" charset="0"/>
              </a:rPr>
              <a:t>parametr</a:t>
            </a:r>
            <a:r>
              <a:rPr lang="en-US" altLang="en-US" sz="1300">
                <a:latin typeface="Arial" panose="020B0604020202020204" pitchFamily="34" charset="0"/>
              </a:rPr>
              <a:t> kimi təyin etdikdən sonra </a:t>
            </a:r>
            <a:r>
              <a:rPr lang="en-US" altLang="en-US" sz="1300" b="1">
                <a:latin typeface="Arial" panose="020B0604020202020204" pitchFamily="34" charset="0"/>
              </a:rPr>
              <a:t>render() </a:t>
            </a:r>
            <a:r>
              <a:rPr lang="en-US" altLang="en-US" sz="1300">
                <a:latin typeface="Arial" panose="020B0604020202020204" pitchFamily="34" charset="0"/>
              </a:rPr>
              <a:t>metodu ilə cədvəli `</a:t>
            </a:r>
            <a:r>
              <a:rPr lang="en-US" altLang="en-US" sz="1300" b="1">
                <a:latin typeface="Arial" panose="020B0604020202020204" pitchFamily="34" charset="0"/>
              </a:rPr>
              <a:t>resources\views\dashboard.blade.php</a:t>
            </a:r>
            <a:r>
              <a:rPr lang="en-US" altLang="en-US" sz="1300">
                <a:latin typeface="Arial" panose="020B0604020202020204" pitchFamily="34" charset="0"/>
              </a:rPr>
              <a:t>` faylına göndəririk və </a:t>
            </a:r>
            <a:r>
              <a:rPr lang="en-US" altLang="en-US" sz="1300" b="1">
                <a:latin typeface="Arial" panose="020B0604020202020204" pitchFamily="34" charset="0"/>
              </a:rPr>
              <a:t>table() </a:t>
            </a:r>
            <a:r>
              <a:rPr lang="en-US" altLang="en-US" sz="1300">
                <a:latin typeface="Arial" panose="020B0604020202020204" pitchFamily="34" charset="0"/>
              </a:rPr>
              <a:t>metodu ilə cədvəli </a:t>
            </a:r>
            <a:r>
              <a:rPr lang="en-US" altLang="en-US" sz="1300" b="1">
                <a:latin typeface="Arial" panose="020B0604020202020204" pitchFamily="34" charset="0"/>
              </a:rPr>
              <a:t>şablonda</a:t>
            </a:r>
            <a:r>
              <a:rPr lang="en-US" altLang="en-US" sz="1300">
                <a:latin typeface="Arial" panose="020B0604020202020204" pitchFamily="34" charset="0"/>
              </a:rPr>
              <a:t> əks etdiririk. 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Ən son olaraq isə terminalda `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npm run dev</a:t>
            </a:r>
            <a:r>
              <a:rPr lang="az-Latn-AZ" altLang="en-US" sz="1300">
                <a:latin typeface="Arial" panose="020B0604020202020204" pitchFamily="34" charset="0"/>
              </a:rPr>
              <a:t>` əmrini işə salırıq.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Brauzerə keçərək nəticənin nə olduğuna baxa bilərik. Məndə sol şəkildəki kimi bir xəta baş verdi.... Ola bilərki sizdə düz işləsin...Növbəti slayd....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D81C8C-D67C-21ED-AC98-26143C375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868" y="2282476"/>
            <a:ext cx="7172131" cy="45755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444C28-C941-DC51-1C5D-A674FBC1D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82476"/>
            <a:ext cx="3806890" cy="1478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451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003B5-BB78-331B-8976-02D92F985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A8A1B2-07F4-F87E-4AF4-40282D4E975F}"/>
              </a:ext>
            </a:extLst>
          </p:cNvPr>
          <p:cNvSpPr txBox="1"/>
          <p:nvPr/>
        </p:nvSpPr>
        <p:spPr>
          <a:xfrm>
            <a:off x="217714" y="255046"/>
            <a:ext cx="11756571" cy="1555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 xətanı araşdırdıqda, 4 dənə həll yolu tapdım ancaq daha çox ola bilər. Mənə həmin 4 həlldən sadəcə biri kömək etdi: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300" b="1">
                <a:latin typeface="Arial" panose="020B0604020202020204" pitchFamily="34" charset="0"/>
              </a:rPr>
              <a:t>vite.config.js </a:t>
            </a:r>
            <a:r>
              <a:rPr lang="az-Latn-AZ" altLang="en-US" sz="1300">
                <a:latin typeface="Arial" panose="020B0604020202020204" pitchFamily="34" charset="0"/>
              </a:rPr>
              <a:t>daxilində </a:t>
            </a:r>
            <a:r>
              <a:rPr lang="az-Latn-AZ" altLang="en-US" sz="1300" b="1">
                <a:latin typeface="Arial" panose="020B0604020202020204" pitchFamily="34" charset="0"/>
              </a:rPr>
              <a:t>server.host </a:t>
            </a:r>
            <a:r>
              <a:rPr lang="az-Latn-AZ" altLang="en-US" sz="1300">
                <a:latin typeface="Arial" panose="020B0604020202020204" pitchFamily="34" charset="0"/>
              </a:rPr>
              <a:t>və </a:t>
            </a:r>
            <a:r>
              <a:rPr lang="az-Latn-AZ" altLang="en-US" sz="1300" b="1">
                <a:latin typeface="Arial" panose="020B0604020202020204" pitchFamily="34" charset="0"/>
              </a:rPr>
              <a:t>origin</a:t>
            </a:r>
            <a:r>
              <a:rPr lang="az-Latn-AZ" altLang="en-US" sz="1300">
                <a:latin typeface="Arial" panose="020B0604020202020204" pitchFamily="34" charset="0"/>
              </a:rPr>
              <a:t> təyin etmək.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5AD148-E5A8-4840-CCA7-DAB52F42B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1347497"/>
            <a:ext cx="4486901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025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465E2-AE35-2F8C-1F1D-AB7B5037B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9D5139-69C5-43AF-9035-108CB53DBE04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Nəticədə mənim kodum işlədi və nəticə aşağıdakı kimidir.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2D8060-1B93-06F5-4BFA-30EA5F33E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4" y="1408878"/>
            <a:ext cx="9664662" cy="5463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9378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BD6A5-4BCB-92F1-80B5-6E08415D7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C9AA63-AE4A-C2F8-E069-DD420E63A6ED}"/>
              </a:ext>
            </a:extLst>
          </p:cNvPr>
          <p:cNvSpPr txBox="1"/>
          <p:nvPr/>
        </p:nvSpPr>
        <p:spPr>
          <a:xfrm>
            <a:off x="217714" y="83052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Gəlib gedən sorğuları İnspect pəncərəsinə daxil olaraq </a:t>
            </a:r>
            <a:r>
              <a:rPr lang="en-US" altLang="en-US" sz="1300">
                <a:latin typeface="Arial" panose="020B0604020202020204" pitchFamily="34" charset="0"/>
              </a:rPr>
              <a:t>Network </a:t>
            </a:r>
            <a:r>
              <a:rPr lang="az-Latn-AZ" altLang="en-US" sz="1300">
                <a:latin typeface="Arial" panose="020B0604020202020204" pitchFamily="34" charset="0"/>
              </a:rPr>
              <a:t>bölməsindən görə bilərsiniz....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D17769-4F50-DA91-F22F-A6EAEE47D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3054"/>
            <a:ext cx="12192000" cy="6344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120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C417F-6C37-6EB1-B83F-4C65EF0D2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29831-5129-8862-B984-11EB9F72F408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5526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91411-0E4F-2DFC-355E-EEA71C93F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CF920A0-C402-68CF-F14E-52D9C4C9772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61940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03C19-4894-D7D9-D1D1-BF85565E6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817328-1F4A-04B7-4267-E77EF3323AD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43141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C81D4-AF2A-FA8A-B9B9-03269DB0C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6CFC23-B7D7-E580-0DB9-0141CA9C8D2D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4756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B9D55-6DDD-8F53-2DAF-C9B570187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8BDCE8-0C26-9A39-AAA5-337801306E83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6053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4C2B8-6ABD-298A-A51C-0A09C2AC8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E0DC95-9EDC-608A-D71C-0906D5D52A6E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65464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06587-490C-7C61-1F61-C2106CCEB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8412FD-760B-2AE4-4872-A59438CF723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630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2682</TotalTime>
  <Words>438</Words>
  <Application>Microsoft Office PowerPoint</Application>
  <PresentationFormat>Widescreen</PresentationFormat>
  <Paragraphs>46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347</cp:revision>
  <dcterms:created xsi:type="dcterms:W3CDTF">2025-04-12T11:00:44Z</dcterms:created>
  <dcterms:modified xsi:type="dcterms:W3CDTF">2025-06-16T12:29:18Z</dcterms:modified>
</cp:coreProperties>
</file>