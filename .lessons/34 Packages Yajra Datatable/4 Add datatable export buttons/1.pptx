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4" r:id="rId3"/>
    <p:sldId id="405" r:id="rId4"/>
    <p:sldId id="406" r:id="rId5"/>
    <p:sldId id="407" r:id="rId6"/>
    <p:sldId id="408" r:id="rId7"/>
    <p:sldId id="409" r:id="rId8"/>
    <p:sldId id="410" r:id="rId9"/>
    <p:sldId id="411" r:id="rId10"/>
    <p:sldId id="403" r:id="rId11"/>
    <p:sldId id="4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DC1C9-92E2-2BCD-481A-1A34F1739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9AFB9-B21A-D299-6C2F-5AADC695C85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62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C154E-24B5-FC68-1831-CA7A879B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0C097E-5E0A-C8E7-8738-6D065ABD967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8570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74AE5-27D7-2A0C-55F6-EF6B21BB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969875-DD56-3F7E-BCCB-B863697E25C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87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841F7-89F1-27BC-A531-F69204F6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A63CB6-1A9A-F391-02B4-7C5CAB501FD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803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19E50-7DEE-91BE-62BE-D790D333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C39FF7-FF27-4A20-BC6C-B5B3F7E5160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7335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6F6C3-A761-C0C5-C852-0B605F8C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009F11-43FA-B6C8-3FBF-8697CCA9401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7284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10D56-004C-1E23-AEEA-DE0D80B03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983488-3715-1103-0BC8-F22CCA34ECB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1599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4939-38A5-736A-C13E-1C9D6E26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E43890-BFE2-04AD-6ACF-BFBFF903D68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92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11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331</cp:revision>
  <dcterms:created xsi:type="dcterms:W3CDTF">2025-04-12T11:00:44Z</dcterms:created>
  <dcterms:modified xsi:type="dcterms:W3CDTF">2025-06-16T14:05:17Z</dcterms:modified>
</cp:coreProperties>
</file>