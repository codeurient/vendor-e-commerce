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2" r:id="rId7"/>
    <p:sldId id="423" r:id="rId8"/>
    <p:sldId id="421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27EC1-2315-A7AA-EA75-1B45DB6F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47" y="0"/>
            <a:ext cx="11950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58A51-626E-1AD1-9434-1636DF04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539"/>
          <a:stretch>
            <a:fillRect/>
          </a:stretch>
        </p:blipFill>
        <p:spPr>
          <a:xfrm>
            <a:off x="1175651" y="924573"/>
            <a:ext cx="9840698" cy="8580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A6660E-D5BF-CC2E-CC26-7BAEFAA3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612"/>
          <a:stretch>
            <a:fillRect/>
          </a:stretch>
        </p:blipFill>
        <p:spPr>
          <a:xfrm>
            <a:off x="1175651" y="5075382"/>
            <a:ext cx="9840698" cy="1324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E6CEF-87D7-9292-3D4D-C155C0EB5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6" y="2585920"/>
            <a:ext cx="9554908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0751B-33E6-02DB-9464-A221A1F8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618"/>
            <a:ext cx="12192000" cy="384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A107E-65C4-1FB6-C63C-FB4B54C99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27" y="0"/>
            <a:ext cx="8065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440B7-CB12-F647-5A0C-0D81D063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C4B3AD-C66D-2CDF-05F0-8B5FECC0C9F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0D605-4771-C8E9-8C8C-9FC3540CA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15" y="0"/>
            <a:ext cx="6485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5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F309E-378D-59E6-3EE5-C6368054F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3571C-D875-D484-AFCD-D3858F324E3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874D4-F4A9-1257-9F18-A2768722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12" y="0"/>
            <a:ext cx="964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8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CE5A-32BC-3039-168B-44870325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E5940-5B02-3AF7-B10E-BDE243466F7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0D281-EA16-485E-51A3-9D771350D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300" y="0"/>
            <a:ext cx="6069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8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8B80-D57B-C7BD-30D3-FDA735CB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5C764-1116-E324-B5F5-FBA44099567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D52F6-8558-6496-4C72-EA7A83A3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6469"/>
            <a:ext cx="12192000" cy="36850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3061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5598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395</cp:revision>
  <dcterms:created xsi:type="dcterms:W3CDTF">2025-04-12T11:00:44Z</dcterms:created>
  <dcterms:modified xsi:type="dcterms:W3CDTF">2025-12-30T13:05:59Z</dcterms:modified>
</cp:coreProperties>
</file>