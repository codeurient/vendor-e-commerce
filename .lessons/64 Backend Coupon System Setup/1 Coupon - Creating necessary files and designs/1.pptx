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5" r:id="rId2"/>
    <p:sldId id="416" r:id="rId3"/>
    <p:sldId id="417" r:id="rId4"/>
    <p:sldId id="418" r:id="rId5"/>
    <p:sldId id="420" r:id="rId6"/>
    <p:sldId id="422" r:id="rId7"/>
    <p:sldId id="423" r:id="rId8"/>
    <p:sldId id="421" r:id="rId9"/>
    <p:sldId id="41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F27EC1-2315-A7AA-EA75-1B45DB6F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47" y="0"/>
            <a:ext cx="119505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2F10-9265-F04A-C9FB-46DD1043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B2C65A-F981-FD3E-2E62-CA943357A05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158A51-626E-1AD1-9434-1636DF04A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651" y="1866682"/>
            <a:ext cx="9840698" cy="312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772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7394-F255-C7DA-F333-43FC302D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E9B06-8F0F-17C6-6925-A2FDDE1785E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0751B-33E6-02DB-9464-A221A1F8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4618"/>
            <a:ext cx="12192000" cy="384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33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75F-562C-A9D4-8460-8992899D7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BDD00B-7046-B6FD-9AA4-2D558362BD5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DA107E-65C4-1FB6-C63C-FB4B54C99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327" y="0"/>
            <a:ext cx="8065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32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440B7-CB12-F647-5A0C-0D81D063D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C4B3AD-C66D-2CDF-05F0-8B5FECC0C9F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60D605-4771-C8E9-8C8C-9FC3540CA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015" y="0"/>
            <a:ext cx="64859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651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F309E-378D-59E6-3EE5-C6368054F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A3571C-D875-D484-AFCD-D3858F324E3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874D4-F4A9-1257-9F18-A2768722B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212" y="0"/>
            <a:ext cx="9647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ACE5A-32BC-3039-168B-44870325E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7E5940-5B02-3AF7-B10E-BDE243466F72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00D281-EA16-485E-51A3-9D771350D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300" y="0"/>
            <a:ext cx="6069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888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A8B80-D57B-C7BD-30D3-FDA735CB9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95C764-1116-E324-B5F5-FBA44099567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0D52F6-8558-6496-4C72-EA7A83A3E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6469"/>
            <a:ext cx="12192000" cy="36850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330612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C578-E916-157D-9E34-98C92603E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E910EB-F8CF-72DB-1654-E9E111A3D87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6314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5587</TotalTime>
  <Words>9</Words>
  <Application>Microsoft Office PowerPoint</Application>
  <PresentationFormat>Widescreen</PresentationFormat>
  <Paragraphs>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394</cp:revision>
  <dcterms:created xsi:type="dcterms:W3CDTF">2025-04-12T11:00:44Z</dcterms:created>
  <dcterms:modified xsi:type="dcterms:W3CDTF">2025-12-30T12:14:10Z</dcterms:modified>
</cp:coreProperties>
</file>