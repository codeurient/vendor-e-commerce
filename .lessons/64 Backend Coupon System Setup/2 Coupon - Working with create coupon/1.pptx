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17" r:id="rId4"/>
    <p:sldId id="418" r:id="rId5"/>
    <p:sldId id="420" r:id="rId6"/>
    <p:sldId id="421" r:id="rId7"/>
    <p:sldId id="422" r:id="rId8"/>
    <p:sldId id="425" r:id="rId9"/>
    <p:sldId id="427" r:id="rId10"/>
    <p:sldId id="419" r:id="rId11"/>
    <p:sldId id="423" r:id="rId12"/>
    <p:sldId id="424" r:id="rId13"/>
    <p:sldId id="426" r:id="rId14"/>
    <p:sldId id="428" r:id="rId15"/>
    <p:sldId id="429" r:id="rId16"/>
    <p:sldId id="431" r:id="rId17"/>
    <p:sldId id="435" r:id="rId18"/>
    <p:sldId id="432" r:id="rId19"/>
    <p:sldId id="433" r:id="rId20"/>
    <p:sldId id="434" r:id="rId21"/>
    <p:sldId id="430" r:id="rId22"/>
    <p:sldId id="436" r:id="rId23"/>
    <p:sldId id="438" r:id="rId24"/>
    <p:sldId id="439" r:id="rId25"/>
    <p:sldId id="437" r:id="rId26"/>
    <p:sldId id="440" r:id="rId27"/>
    <p:sldId id="44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8CF4E7-2EBC-1D0E-817C-3FF9A4071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370" y="0"/>
            <a:ext cx="72452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BB328D-0485-4599-6A15-B47262A25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127" y="0"/>
            <a:ext cx="88717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09D4E7-DCC9-9EF1-F632-78846B48E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527" y="0"/>
            <a:ext cx="87469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234E00-B8BB-45FD-F253-F93A26B09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181" y="0"/>
            <a:ext cx="6369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D0B87-24FA-F363-3A12-3163E2B2B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A950A3-95C3-BA9E-0434-D07743069FF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F4F7CA-F7CE-D280-5E16-F144FA610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8569"/>
            <a:ext cx="12192000" cy="37808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63697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F932D-5510-E4A4-FA2E-EC700D1A0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9F71AD-DE75-E71E-91EE-B2E21F66410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9B877A-0779-BCF7-F19C-58B83A110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4116"/>
            <a:ext cx="12192000" cy="62297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02730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DB73D-AB22-3CA4-AA5E-62F26968A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0216CE-73D3-16FE-556E-2C293029C05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2C9C18-041B-4AFF-409E-983CECBEC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455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995D2-24F2-A3A8-4F73-BE4D9E2D1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BAEEDD-6E80-A289-8BEF-4951825462D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6516E7-F478-BA46-41FD-13CF132E1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272" y="0"/>
            <a:ext cx="8511455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01465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B5264-99BD-A8CE-2105-761881544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D3A6C0-E340-19AF-D9BA-A17F050476F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706273-3B75-B4FC-3B15-AE61AA0A4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8924"/>
            <a:ext cx="12192000" cy="36601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33608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2FBB35-C784-70DD-01B2-1810F71D1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0227"/>
            <a:ext cx="12192000" cy="47175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3ACA8-F157-1B3B-C3DB-1F8F5334B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09F6ED-AD04-F8AA-BC6E-BD2475085FE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30B20A-BE7B-EF33-3F9F-C5A238E81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21" y="0"/>
            <a:ext cx="108391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01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04320-7925-DB81-0E96-F8B5FF844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6DABA6-44E6-4065-B10F-513EA08D2E4A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912961-0869-A31C-BFA6-93CA7491A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906" y="0"/>
            <a:ext cx="63801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377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53FD7-B27C-F641-C3B8-5BBD2F8C5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1CAF95-954C-2517-3FE9-4D338DF3725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7F606D-9484-45FB-01B3-27A9D8560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32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F1B1B-A892-6E2E-EED7-A33F9FD42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B7FDBA-C1B4-2F99-AD34-903F16E97DD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B3C911-DDF8-C304-2155-F9CF641D6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590" y="0"/>
            <a:ext cx="75128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637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0F01E-6191-4B4D-67BE-4692D095E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12C886-8768-7B68-BAC2-0228A9815B8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72AD36-57D0-1899-C12E-C264756D7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16" y="0"/>
            <a:ext cx="113339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01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EAFC0-5563-E644-7D0F-EB017F9B5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053266-EEBD-248E-A48D-3562DB3100D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F9B50D-7664-FA17-88D3-0850A82BF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4843"/>
            <a:ext cx="12192000" cy="38283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45054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2851C-C080-1BD5-2E11-E90134219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4AC7B3-FF11-FF73-E68E-B6EED51C01B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3A9241-08CD-2A4C-7359-895F45FB1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553" y="0"/>
            <a:ext cx="67108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539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DF69A-5F46-F452-B389-8FF8C673B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2E3CE2-281E-2C91-70B8-9B37911A23E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96B65C-A05F-F432-3B17-F62CC6781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009" y="0"/>
            <a:ext cx="77579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04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B28B-A22A-31C4-6913-0AAA7E01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3F1B3A-F62C-99D2-A537-83520677AE8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3C3DF2-888E-A00E-4646-AB3BE8CEA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190" y="0"/>
            <a:ext cx="100696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478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40098-BB8A-A4E6-6456-1DF4CF2D9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1FCE9D-CBD5-52FD-ACF3-A3A03530D33A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EB6D2F-B829-B30F-1247-BE17C14A9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03" y="0"/>
            <a:ext cx="113455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483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ABA91-A538-673B-2DB1-A2CFA874B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0C1900-D07F-A65F-180A-90C964B635C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0E2192-6191-DBC4-0131-A6C440884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339" y="0"/>
            <a:ext cx="64153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469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A69EB-4848-6732-B4E5-9BFD5145A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2FDC49-6456-6536-3C9E-D3C0CF18ADB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C6B780-6CFB-FA22-CDC8-056225F90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9056"/>
            <a:ext cx="12192000" cy="35798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16695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5B563-1316-F06B-C316-61BAEEFB1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8AC679-6FE3-0BEF-CAE3-C5812638A37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868568-F569-555E-21E4-B88761B7E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7822"/>
            <a:ext cx="12192000" cy="624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134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446E6-71A6-C5EE-BA3A-9785C3019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97453F-CEC0-A1AF-1B21-1A516A457E3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8E57A-E541-D69B-CC13-EB8BE2554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8608"/>
            <a:ext cx="12192000" cy="366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4311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82180-7051-11CD-09A2-362F42FCF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A8C486-F097-AB7D-FADB-3D39B1EBB8D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612FB8-14D7-5029-B051-BF834BDE2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155" y="0"/>
            <a:ext cx="78036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391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69AAD-06A4-ED23-469F-07061DD9E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68C4A-DC30-C706-CBD8-FAFFC864029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46910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9A76C-72B1-2642-50B4-EC62E4C7E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E8604B-1031-BB21-3744-5470EEF9FF3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7596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5789</TotalTime>
  <Words>27</Words>
  <Application>Microsoft Office PowerPoint</Application>
  <PresentationFormat>Widescreen</PresentationFormat>
  <Paragraphs>27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402</cp:revision>
  <dcterms:created xsi:type="dcterms:W3CDTF">2025-04-12T11:00:44Z</dcterms:created>
  <dcterms:modified xsi:type="dcterms:W3CDTF">2025-12-30T16:07:03Z</dcterms:modified>
</cp:coreProperties>
</file>