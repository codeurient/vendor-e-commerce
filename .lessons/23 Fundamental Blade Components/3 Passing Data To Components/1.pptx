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127778"/>
            <a:ext cx="11756571" cy="1330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dərs,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datanın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modeldən çağrılaraq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-ə necə göndəriləcəyini görəcəyik. Struktur aşağı şəkildəki kimi qurulmalıdır. Bu data ötürülmüsəni bəzi digər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frameworklarda </a:t>
            </a:r>
            <a:r>
              <a:rPr lang="en-US" altLang="en-US" sz="1100" b="1">
                <a:latin typeface="Arial" panose="020B0604020202020204" pitchFamily="34" charset="0"/>
              </a:rPr>
              <a:t>props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deyilir. Biz isə burada sadəcə </a:t>
            </a:r>
            <a:r>
              <a:rPr lang="az-Latn-AZ" altLang="en-US" sz="1100" b="1">
                <a:latin typeface="Arial" panose="020B0604020202020204" pitchFamily="34" charset="0"/>
              </a:rPr>
              <a:t>ötürülüməsi</a:t>
            </a:r>
            <a:r>
              <a:rPr lang="az-Latn-AZ" altLang="en-US" sz="1100">
                <a:latin typeface="Arial" panose="020B0604020202020204" pitchFamily="34" charset="0"/>
              </a:rPr>
              <a:t> ifadəsini işlədəcəyik.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Hal-hazırda ötürdüyümüz data bir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-dir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__construct()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metodunun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parametri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 q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əbul edir və ötürür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-a. Həmin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isə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daxilində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avtomatik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 çatan olur. 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36C5A-D001-7D96-5929-46F16A663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7646"/>
            <a:ext cx="12192000" cy="538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Gəlin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:attribute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(cüt nöqtə ilə)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attribute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(cüt nöqtəsiz) yazılış formalarının fərqini texniki və praktiki olaraq izah edək.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Qısaca Fərq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242DFD-792A-5FB0-CD9B-8FB0A57EE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994679"/>
              </p:ext>
            </p:extLst>
          </p:nvPr>
        </p:nvGraphicFramePr>
        <p:xfrm>
          <a:off x="217714" y="1852489"/>
          <a:ext cx="11756571" cy="2581444"/>
        </p:xfrm>
        <a:graphic>
          <a:graphicData uri="http://schemas.openxmlformats.org/drawingml/2006/table">
            <a:tbl>
              <a:tblPr/>
              <a:tblGrid>
                <a:gridCol w="3628422">
                  <a:extLst>
                    <a:ext uri="{9D8B030D-6E8A-4147-A177-3AD203B41FA5}">
                      <a16:colId xmlns:a16="http://schemas.microsoft.com/office/drawing/2014/main" val="978043971"/>
                    </a:ext>
                  </a:extLst>
                </a:gridCol>
                <a:gridCol w="4209292">
                  <a:extLst>
                    <a:ext uri="{9D8B030D-6E8A-4147-A177-3AD203B41FA5}">
                      <a16:colId xmlns:a16="http://schemas.microsoft.com/office/drawing/2014/main" val="1385587546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806196486"/>
                    </a:ext>
                  </a:extLst>
                </a:gridCol>
              </a:tblGrid>
              <a:tr h="573654">
                <a:tc>
                  <a:txBody>
                    <a:bodyPr/>
                    <a:lstStyle/>
                    <a:p>
                      <a:r>
                        <a:rPr lang="en-US" sz="1600" b="1"/>
                        <a:t>Yazılış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Məzmunun Tipi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Təhlil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72110"/>
                  </a:ext>
                </a:extLst>
              </a:tr>
              <a:tr h="1003895">
                <a:tc>
                  <a:txBody>
                    <a:bodyPr/>
                    <a:lstStyle/>
                    <a:p>
                      <a:r>
                        <a:rPr lang="en-US" sz="1600"/>
                        <a:t>:post="$post"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PHP ifadəsi</a:t>
                      </a:r>
                      <a:r>
                        <a:rPr lang="en-US" sz="1600"/>
                        <a:t> (dəyişən, obyekt, funksiya və s.)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Dəyişən və ya</a:t>
                      </a:r>
                      <a:r>
                        <a:rPr lang="az-Latn-AZ" sz="1600"/>
                        <a:t> php</a:t>
                      </a:r>
                      <a:r>
                        <a:rPr lang="en-US" sz="1600"/>
                        <a:t> </a:t>
                      </a:r>
                      <a:r>
                        <a:rPr lang="az-Latn-AZ" sz="1600"/>
                        <a:t>kodusi</a:t>
                      </a:r>
                      <a:r>
                        <a:rPr lang="en-US" sz="1600"/>
                        <a:t> ötürülür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096706"/>
                  </a:ext>
                </a:extLst>
              </a:tr>
              <a:tr h="1003895">
                <a:tc>
                  <a:txBody>
                    <a:bodyPr/>
                    <a:lstStyle/>
                    <a:p>
                      <a:r>
                        <a:rPr lang="en-US" sz="1600"/>
                        <a:t>post="Burada hər hansısa bir mətn"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Statik string (mətin)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PHP </a:t>
                      </a:r>
                      <a:r>
                        <a:rPr lang="az-Latn-AZ" sz="1600"/>
                        <a:t>kodu</a:t>
                      </a:r>
                      <a:r>
                        <a:rPr lang="en-US" sz="1600"/>
                        <a:t> </a:t>
                      </a:r>
                      <a:r>
                        <a:rPr lang="en-US" sz="1600" b="1"/>
                        <a:t>deyil</a:t>
                      </a:r>
                      <a:r>
                        <a:rPr lang="en-US" sz="1600"/>
                        <a:t>, düz mətndir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42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@foreach ($posts as $post) 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&lt;x-post.index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:post="$post"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/&gt; 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      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@endforeach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zaman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PHP dəyişənidir (məsələn: Post modeli obyekti)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:post="$post"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deməkdir ki, component-ə dəyişəni verirəm, yəni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komponentə ötürülür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burada deyir: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“Aha, bu PHP ifadəsidir, və nəticəsini komponentə ötür.”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&lt;x-post.index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post="Burada hər hans;sa bir mətn"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/&gt;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zaman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attributu string-dir.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 Laravel burada deyir: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“Mənə sadəcə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atributda bir mətn verdilər. PHP dəyişən və ya obyekt deyil.”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Mütləq Qayda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dəyişəni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göndərirsənsə: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qoy!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457E-3A1C-FE17-5048-9039B2C0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523D29-776C-17CB-F25F-C4C6972A845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Məzmundan asılı olmadan elementlərin hündürlükləri eyni olsun deyə bir balaca modifikasiya edirik class adlarını.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09FA6-14B8-FBF4-CF20-430DCF9D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1218"/>
            <a:ext cx="12192000" cy="251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9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BF0B-EDF1-8AE1-F1BC-ECADD664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77B937-81A9-149B-2E6D-0E4B44FE2CE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542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D2B9-DD11-2002-A583-6E789CD1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69830-6F6C-EF0F-4344-183FE6BD045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8547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0552C-D1C0-E1F1-449D-5EECDBE4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FBC6A-9A77-3755-10D9-69BEE4BD3E8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218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298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341</cp:revision>
  <dcterms:created xsi:type="dcterms:W3CDTF">2025-04-12T11:00:44Z</dcterms:created>
  <dcterms:modified xsi:type="dcterms:W3CDTF">2025-05-25T14:31:46Z</dcterms:modified>
</cp:coreProperties>
</file>