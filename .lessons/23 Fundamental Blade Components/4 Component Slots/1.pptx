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2" r:id="rId2"/>
    <p:sldId id="403" r:id="rId3"/>
    <p:sldId id="404" r:id="rId4"/>
    <p:sldId id="405" r:id="rId5"/>
    <p:sldId id="406" r:id="rId6"/>
    <p:sldId id="40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Əgər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komponentə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məzmun ötürmək istəyirik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sə</a:t>
            </a:r>
            <a:r>
              <a:rPr lang="az-Latn-AZ" altLang="en-US" sz="1300">
                <a:latin typeface="Arial" panose="020B0604020202020204" pitchFamily="34" charset="0"/>
              </a:rPr>
              <a:t>,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unun üçün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slot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istifadə olunur.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Beləliklə bir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componenti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dəfələrlə çağırdıqda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fərqli məzmunlar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təyin edə bilərik həmin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component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üçün.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D5D194-7288-72B7-5276-CC66E138A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616" y="2533046"/>
            <a:ext cx="10631384" cy="432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150829" y="189059"/>
            <a:ext cx="11887200" cy="2001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Named Slots </a:t>
            </a:r>
            <a:r>
              <a:rPr kumimoji="0" lang="en-US" altLang="en-US" sz="105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Adlandırılmış slotlar):</a:t>
            </a:r>
            <a:r>
              <a:rPr kumimoji="0" lang="az-Latn-AZ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Biz burada </a:t>
            </a:r>
            <a:r>
              <a:rPr kumimoji="0" lang="az-Latn-AZ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Blade Named Slots </a:t>
            </a:r>
            <a:r>
              <a:rPr kumimoji="0" lang="az-Latn-AZ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(adlandırılmış slotlar) istifadə etmişik. Bu Laravel-in Blade komponentlərində </a:t>
            </a:r>
            <a:r>
              <a:rPr kumimoji="0" lang="az-Latn-AZ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dinamik</a:t>
            </a:r>
            <a:r>
              <a:rPr kumimoji="0" lang="az-Latn-AZ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z-Latn-AZ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kontent</a:t>
            </a:r>
            <a:r>
              <a:rPr kumimoji="0" lang="az-Latn-AZ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hissələrini </a:t>
            </a:r>
            <a:r>
              <a:rPr kumimoji="0" lang="az-Latn-AZ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adla (name ilə)</a:t>
            </a:r>
            <a:r>
              <a:rPr kumimoji="0" lang="az-Latn-AZ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ötürmək üçün çox güclü və təmiz bir üsuldur.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05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Burada </a:t>
            </a:r>
            <a:r>
              <a:rPr kumimoji="0" lang="az-Latn-AZ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biz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z-Latn-AZ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`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x-post.index</a:t>
            </a:r>
            <a:r>
              <a:rPr kumimoji="0" lang="az-Latn-AZ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`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adlı Blade Component çağırır</a:t>
            </a:r>
            <a:r>
              <a:rPr kumimoji="0" lang="az-Latn-AZ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ıq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və onun içində 3 ədəd 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named slot 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(adlandırılmış slot) ötürür</a:t>
            </a:r>
            <a:r>
              <a:rPr kumimoji="0" lang="az-Latn-AZ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ük.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05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Slot</a:t>
            </a:r>
            <a:r>
              <a:rPr kumimoji="0" lang="az-Latn-AZ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Blade Component-lərdə,  sadəcə komponentin içində doldurulan xüsusi bir bölmə deməkdir.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050" b="1">
                <a:solidFill>
                  <a:srgbClr val="0070C0"/>
                </a:solidFill>
                <a:latin typeface="Arial" panose="020B0604020202020204" pitchFamily="34" charset="0"/>
              </a:rPr>
              <a:t>x-slot name="image" </a:t>
            </a:r>
            <a:r>
              <a:rPr lang="az-Latn-AZ" altLang="en-US" sz="1050">
                <a:latin typeface="Arial" panose="020B0604020202020204" pitchFamily="34" charset="0"/>
              </a:rPr>
              <a:t>Bu hissədə biz </a:t>
            </a:r>
            <a:r>
              <a:rPr lang="az-Latn-AZ" altLang="en-US" sz="1050" b="1">
                <a:latin typeface="Arial" panose="020B0604020202020204" pitchFamily="34" charset="0"/>
              </a:rPr>
              <a:t>image</a:t>
            </a:r>
            <a:r>
              <a:rPr lang="az-Latn-AZ" altLang="en-US" sz="1050">
                <a:latin typeface="Arial" panose="020B0604020202020204" pitchFamily="34" charset="0"/>
              </a:rPr>
              <a:t> adlı </a:t>
            </a:r>
            <a:r>
              <a:rPr lang="az-Latn-AZ" altLang="en-US" sz="1050" b="1">
                <a:latin typeface="Arial" panose="020B0604020202020204" pitchFamily="34" charset="0"/>
              </a:rPr>
              <a:t>slot</a:t>
            </a:r>
            <a:r>
              <a:rPr lang="az-Latn-AZ" altLang="en-US" sz="1050">
                <a:latin typeface="Arial" panose="020B0604020202020204" pitchFamily="34" charset="0"/>
              </a:rPr>
              <a:t>-a </a:t>
            </a:r>
            <a:r>
              <a:rPr lang="az-Latn-AZ" altLang="en-US" sz="1050" b="1">
                <a:solidFill>
                  <a:schemeClr val="accent2"/>
                </a:solidFill>
                <a:latin typeface="Arial" panose="020B0604020202020204" pitchFamily="34" charset="0"/>
              </a:rPr>
              <a:t>$post-&gt;image </a:t>
            </a:r>
            <a:r>
              <a:rPr lang="az-Latn-AZ" altLang="en-US" sz="1050">
                <a:latin typeface="Arial" panose="020B0604020202020204" pitchFamily="34" charset="0"/>
              </a:rPr>
              <a:t>dəyərini ötürürük. Bu o deməkdir ki: Komponentin içində biz </a:t>
            </a:r>
            <a:r>
              <a:rPr lang="az-Latn-AZ" altLang="en-US" sz="1050" b="1">
                <a:latin typeface="Arial" panose="020B0604020202020204" pitchFamily="34" charset="0"/>
              </a:rPr>
              <a:t>$image </a:t>
            </a:r>
            <a:r>
              <a:rPr lang="az-Latn-AZ" altLang="en-US" sz="1050">
                <a:latin typeface="Arial" panose="020B0604020202020204" pitchFamily="34" charset="0"/>
              </a:rPr>
              <a:t>dəyişənindən istifadə edərək bu dəyəri ala bilərik və.s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8A234B-D818-3B4D-1E54-0CA0313156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305612"/>
            <a:ext cx="12192000" cy="4550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44748-BB4E-65A5-2EE1-F190275CA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707811-3604-E9B9-1565-35045612730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33777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4D098-D6EF-95F7-8FBF-F20554024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159754-BCF8-EB31-83B0-84F97E01A09E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70663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B6203-3E03-2AA9-7120-AB7BA71C4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C4B5DE-EB9F-4C2D-92D0-4F08CAA8EC1E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8012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2542</TotalTime>
  <Words>150</Words>
  <Application>Microsoft Office PowerPoint</Application>
  <PresentationFormat>Widescreen</PresentationFormat>
  <Paragraphs>12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333</cp:revision>
  <dcterms:created xsi:type="dcterms:W3CDTF">2025-04-12T11:00:44Z</dcterms:created>
  <dcterms:modified xsi:type="dcterms:W3CDTF">2025-05-25T18:17:55Z</dcterms:modified>
</cp:coreProperties>
</file>