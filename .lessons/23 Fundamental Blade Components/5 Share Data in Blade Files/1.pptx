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275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View::share()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funksiyası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Blade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templatelərinə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dəyişən ötürmək üçün istifadə olunur. Bu o deməkdir ki, Laravel tətbiqinin istənilən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(blade faylı) içində bu dəyişəndən istifadə edə bilərsən — heç bir əlavə ötürmə (with, compact) yazmadan.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kod deyir ki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bütün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fayllarında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$site_name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adlı dəyişən mövcud olsun və dəyəri "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my first website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olsun.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istifadə ediləcək dəyişkənləri adətən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AppServiceProvider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ya xüsusi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ViewServiceProvider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faylının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boot()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 içində yazırıq.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sən hər bir səhifənin başlığında və ya footerdə saytın adını göstərmək istəyirsənsə və onu təkrar-təkrar göndərmək istəmirsənsə,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View::share()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ilə bu işi bir dəfəlik görürsən.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201D43-1BC3-0C23-2E66-3DF16D240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70199"/>
            <a:ext cx="12192000" cy="358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2416</TotalTime>
  <Words>121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332</cp:revision>
  <dcterms:created xsi:type="dcterms:W3CDTF">2025-04-12T11:00:44Z</dcterms:created>
  <dcterms:modified xsi:type="dcterms:W3CDTF">2025-05-25T18:39:20Z</dcterms:modified>
</cp:coreProperties>
</file>