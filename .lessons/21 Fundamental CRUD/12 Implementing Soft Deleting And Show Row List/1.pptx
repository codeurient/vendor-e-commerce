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4" r:id="rId5"/>
    <p:sldId id="405" r:id="rId6"/>
    <p:sldId id="406" r:id="rId7"/>
    <p:sldId id="407" r:id="rId8"/>
    <p:sldId id="400" r:id="rId9"/>
    <p:sldId id="408" r:id="rId10"/>
    <p:sldId id="409" r:id="rId11"/>
    <p:sldId id="41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öncə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softDelete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</a:t>
            </a:r>
            <a:r>
              <a:rPr lang="az-Latn-AZ" altLang="en-US" sz="1300">
                <a:latin typeface="Arial" panose="020B0604020202020204" pitchFamily="34" charset="0"/>
              </a:rPr>
              <a:t>it -ini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modelinə əlavə edirik.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posts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 üçün yeni bir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migration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yaradırıq ki, həmin cədvələ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deleted_at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sütununu əlavə edək.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1785C-D033-40B7-E5F1-BADA4181E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4938"/>
            <a:ext cx="12192000" cy="423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Datanı </a:t>
            </a:r>
            <a:r>
              <a:rPr lang="az-Latn-AZ" altLang="en-US" sz="1300">
                <a:latin typeface="Arial" panose="020B0604020202020204" pitchFamily="34" charset="0"/>
              </a:rPr>
              <a:t>sildikdən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latin typeface="Arial" panose="020B0604020202020204" pitchFamily="34" charset="0"/>
              </a:rPr>
              <a:t>deleted_at </a:t>
            </a:r>
            <a:r>
              <a:rPr lang="az-Latn-AZ" altLang="en-US" sz="1300">
                <a:latin typeface="Arial" panose="020B0604020202020204" pitchFamily="34" charset="0"/>
              </a:rPr>
              <a:t>sütununda tarix yaradılacaq. Silmək dedikdə burada nəzərdə tutulan həmin datanın gizlədilməsidir.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7A135-FE63-ECE9-94D7-C1674E24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92250"/>
            <a:ext cx="12192000" cy="3165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isə, </a:t>
            </a: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faylında olan kodları </a:t>
            </a:r>
            <a:r>
              <a:rPr lang="az-Latn-AZ" altLang="en-US" sz="1300" b="1">
                <a:latin typeface="Arial" panose="020B0604020202020204" pitchFamily="34" charset="0"/>
              </a:rPr>
              <a:t>trashed.blade.php </a:t>
            </a:r>
            <a:r>
              <a:rPr lang="az-Latn-AZ" altLang="en-US" sz="1300">
                <a:latin typeface="Arial" panose="020B0604020202020204" pitchFamily="34" charset="0"/>
              </a:rPr>
              <a:t>faylına copy past edirik.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VACİB QEYD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Trashed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şablonu,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sistemində mövcud deyildir.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sistemində sadəcə aşağıdakı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routlar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mövcuddur. Əlavə şablonlar üçün lazım olan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-ları özümüz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olaraq əlavə etməliyik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faylına (növbəti slayd) 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0BEB9D-F5ED-5F2E-9A7F-979053776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1478"/>
            <a:ext cx="12192000" cy="29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77F6-C13E-FCA0-68B5-73E547EA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D67AA0-DB24-D937-BE2D-1707BEAE0265}"/>
              </a:ext>
            </a:extLst>
          </p:cNvPr>
          <p:cNvSpPr txBox="1"/>
          <p:nvPr/>
        </p:nvSpPr>
        <p:spPr>
          <a:xfrm>
            <a:off x="217714" y="255046"/>
            <a:ext cx="11756571" cy="984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</a:rPr>
              <a:t>Route</a:t>
            </a:r>
            <a:r>
              <a:rPr lang="en-US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əlavə etdikdən sonra artıq siyahıda həmin </a:t>
            </a:r>
            <a:r>
              <a:rPr lang="az-Latn-AZ" altLang="en-US" sz="1100" b="1">
                <a:latin typeface="Arial" panose="020B0604020202020204" pitchFamily="34" charset="0"/>
              </a:rPr>
              <a:t>route</a:t>
            </a:r>
            <a:r>
              <a:rPr lang="az-Latn-AZ" altLang="en-US" sz="1100">
                <a:latin typeface="Arial" panose="020B0604020202020204" pitchFamily="34" charset="0"/>
              </a:rPr>
              <a:t> -u görə bilərik.</a:t>
            </a: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Hal-hazırda bu route -da bir səhf var. Ancaq hələki </a:t>
            </a:r>
            <a:r>
              <a:rPr lang="az-Latn-AZ" altLang="en-US" sz="1100" b="1">
                <a:latin typeface="Arial" panose="020B0604020202020204" pitchFamily="34" charset="0"/>
              </a:rPr>
              <a:t>index.blade.php </a:t>
            </a:r>
            <a:r>
              <a:rPr lang="az-Latn-AZ" altLang="en-US" sz="1100">
                <a:latin typeface="Arial" panose="020B0604020202020204" pitchFamily="34" charset="0"/>
              </a:rPr>
              <a:t>faylını, </a:t>
            </a:r>
            <a:r>
              <a:rPr lang="az-Latn-AZ" altLang="en-US" sz="1100" b="1">
                <a:latin typeface="Arial" panose="020B0604020202020204" pitchFamily="34" charset="0"/>
              </a:rPr>
              <a:t>trashed.blade.php </a:t>
            </a:r>
            <a:r>
              <a:rPr lang="az-Latn-AZ" altLang="en-US" sz="1100">
                <a:latin typeface="Arial" panose="020B0604020202020204" pitchFamily="34" charset="0"/>
              </a:rPr>
              <a:t>faylına copy past edək. Sonra </a:t>
            </a:r>
            <a:r>
              <a:rPr lang="az-Latn-AZ" altLang="en-US" sz="1100" b="1">
                <a:latin typeface="Arial" panose="020B0604020202020204" pitchFamily="34" charset="0"/>
              </a:rPr>
              <a:t>controlleri</a:t>
            </a:r>
            <a:r>
              <a:rPr lang="az-Latn-AZ" altLang="en-US" sz="1100">
                <a:latin typeface="Arial" panose="020B0604020202020204" pitchFamily="34" charset="0"/>
              </a:rPr>
              <a:t> -idə </a:t>
            </a:r>
            <a:r>
              <a:rPr lang="az-Latn-AZ" altLang="en-US" sz="1100" b="1">
                <a:latin typeface="Arial" panose="020B0604020202020204" pitchFamily="34" charset="0"/>
              </a:rPr>
              <a:t>yazaraq</a:t>
            </a:r>
            <a:r>
              <a:rPr lang="az-Latn-AZ" altLang="en-US" sz="1100">
                <a:latin typeface="Arial" panose="020B0604020202020204" pitchFamily="34" charset="0"/>
              </a:rPr>
              <a:t> Trashed şablonuna daxil olmağa çalışaq onda sonra həmin səhifənin nə olduğunu deyəcəm.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36A13-5A2B-A28B-682D-3924C8D4C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13181"/>
            <a:ext cx="12192000" cy="554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8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3F57-D2A3-9431-07A6-FB101D86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9C9B9A-8691-AD41-8BFE-A57793636B38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latin typeface="Arial" panose="020B0604020202020204" pitchFamily="34" charset="0"/>
              </a:rPr>
              <a:t>index.blade.php </a:t>
            </a:r>
            <a:r>
              <a:rPr lang="en-US" altLang="en-US" sz="1300">
                <a:latin typeface="Arial" panose="020B0604020202020204" pitchFamily="34" charset="0"/>
              </a:rPr>
              <a:t>fayl</a:t>
            </a:r>
            <a:r>
              <a:rPr lang="az-Latn-AZ" altLang="en-US" sz="1300">
                <a:latin typeface="Arial" panose="020B0604020202020204" pitchFamily="34" charset="0"/>
              </a:rPr>
              <a:t>ında </a:t>
            </a:r>
            <a:r>
              <a:rPr lang="en-US" altLang="en-US" sz="1300" b="1">
                <a:latin typeface="Arial" panose="020B0604020202020204" pitchFamily="34" charset="0"/>
              </a:rPr>
              <a:t>&lt;a&gt;</a:t>
            </a:r>
            <a:r>
              <a:rPr lang="az-Latn-AZ" altLang="en-US" sz="1300">
                <a:latin typeface="Arial" panose="020B0604020202020204" pitchFamily="34" charset="0"/>
              </a:rPr>
              <a:t> tag -inə link veririk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&lt;a&gt;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 -I klikləndikdə </a:t>
            </a:r>
            <a:r>
              <a:rPr lang="az-Latn-AZ" altLang="en-US" sz="1300" b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 -dəki, </a:t>
            </a:r>
            <a:r>
              <a:rPr lang="az-Latn-AZ" altLang="en-US" sz="1300" b="1">
                <a:latin typeface="Arial" panose="020B0604020202020204" pitchFamily="34" charset="0"/>
              </a:rPr>
              <a:t>trashed() </a:t>
            </a:r>
            <a:r>
              <a:rPr lang="az-Latn-AZ" altLang="en-US" sz="1300">
                <a:latin typeface="Arial" panose="020B0604020202020204" pitchFamily="34" charset="0"/>
              </a:rPr>
              <a:t>funksiyası çağrılır.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Ekranda `</a:t>
            </a:r>
            <a:r>
              <a:rPr lang="en-US" altLang="en-US" sz="1300" b="1">
                <a:latin typeface="Arial" panose="020B0604020202020204" pitchFamily="34" charset="0"/>
              </a:rPr>
              <a:t>Hello World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yazısı görsənməlidir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`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404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Found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mesajı görəcəyik.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Ardı növbəti slaydda.....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2B1BCE-2DB9-1E6C-B895-44BBECC2D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8026"/>
            <a:ext cx="12192000" cy="485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6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52EB-37D7-717F-CB7D-F0241E4C7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5C37B-9F1C-C9D4-97CF-A07DA623E3CD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6) </a:t>
            </a:r>
            <a:r>
              <a:rPr lang="az-Latn-AZ" altLang="en-US" sz="1300">
                <a:latin typeface="Arial" panose="020B0604020202020204" pitchFamily="34" charset="0"/>
              </a:rPr>
              <a:t>Bunun səbəbi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web.php</a:t>
            </a:r>
            <a:r>
              <a:rPr lang="en-US" altLang="en-US" sz="1300">
                <a:latin typeface="Arial" panose="020B0604020202020204" pitchFamily="34" charset="0"/>
              </a:rPr>
              <a:t>` fayl</a:t>
            </a:r>
            <a:r>
              <a:rPr lang="az-Latn-AZ" altLang="en-US" sz="1300">
                <a:latin typeface="Arial" panose="020B0604020202020204" pitchFamily="34" charset="0"/>
              </a:rPr>
              <a:t>ındakı, </a:t>
            </a:r>
            <a:r>
              <a:rPr lang="az-Latn-AZ" altLang="en-US" sz="1300" b="1">
                <a:latin typeface="Arial" panose="020B0604020202020204" pitchFamily="34" charset="0"/>
              </a:rPr>
              <a:t>`/posts/trash</a:t>
            </a:r>
            <a:r>
              <a:rPr lang="az-Latn-AZ" altLang="en-US" sz="1300">
                <a:latin typeface="Arial" panose="020B0604020202020204" pitchFamily="34" charset="0"/>
              </a:rPr>
              <a:t>` route -runun, `</a:t>
            </a:r>
            <a:r>
              <a:rPr lang="en-US" altLang="en-US" sz="1300" b="1">
                <a:latin typeface="Arial" panose="020B0604020202020204" pitchFamily="34" charset="0"/>
              </a:rPr>
              <a:t>Route::resource('posts', PostController::class);</a:t>
            </a:r>
            <a:r>
              <a:rPr lang="az-Latn-AZ" altLang="en-US" sz="1300">
                <a:latin typeface="Arial" panose="020B0604020202020204" pitchFamily="34" charset="0"/>
              </a:rPr>
              <a:t>` route -rundan sonra yazılması idi. Onun üçün həmin route -ru yuxarı çıxarmaq lazımdır. Əks halda, aşağı sağ şəkildəki kimi  `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404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Found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mesajı görəcəyik.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C3D48-355D-3471-7F36-3F9C19C5E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226"/>
            <a:ext cx="7830643" cy="2162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0BC427-1E46-1D36-8F3A-E89DEDB1E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362" y="4181101"/>
            <a:ext cx="4753638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4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D134B-02C6-4AE2-E9E5-F234E182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7B66EC-A137-54B4-CD9E-FB69735C9BD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onlyTrashed()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 Laravel-in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 Delete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(yumşaq silmə) xüsusiyyətindən gələn 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Eloquent query builder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metodudur.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402CF-F950-5421-EB31-267967919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8035"/>
            <a:ext cx="12192000" cy="606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6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onlyTrashed() nə edir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  <a:b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onlyTrashed()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yalnız silinmiş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 deleted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qeyd(lər)i gətirir. Laravel-də bir model SoftDeletes trait-i istifadə edirsə, o model silindiyində verilənlər bazasından tam silinmir, sadəcə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deleted_at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sütununa tarix yazılır. Bu zaman həmin model "silinmiş kimi görünür", amma hələ də bazadadır.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onlyTrashed() </a:t>
            </a:r>
            <a:r>
              <a:rPr lang="az-Latn-AZ" altLang="en-US" sz="1300">
                <a:latin typeface="Arial" panose="020B0604020202020204" pitchFamily="34" charset="0"/>
              </a:rPr>
              <a:t>ilə birlikdə istifadə edilən digər funksiyalar: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CA8956-05AF-6ECF-50B8-4B0080087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841012"/>
              </p:ext>
            </p:extLst>
          </p:nvPr>
        </p:nvGraphicFramePr>
        <p:xfrm>
          <a:off x="217714" y="2638649"/>
          <a:ext cx="11001866" cy="3045715"/>
        </p:xfrm>
        <a:graphic>
          <a:graphicData uri="http://schemas.openxmlformats.org/drawingml/2006/table">
            <a:tbl>
              <a:tblPr/>
              <a:tblGrid>
                <a:gridCol w="2458972">
                  <a:extLst>
                    <a:ext uri="{9D8B030D-6E8A-4147-A177-3AD203B41FA5}">
                      <a16:colId xmlns:a16="http://schemas.microsoft.com/office/drawing/2014/main" val="3275328491"/>
                    </a:ext>
                  </a:extLst>
                </a:gridCol>
                <a:gridCol w="8542894">
                  <a:extLst>
                    <a:ext uri="{9D8B030D-6E8A-4147-A177-3AD203B41FA5}">
                      <a16:colId xmlns:a16="http://schemas.microsoft.com/office/drawing/2014/main" val="2395981640"/>
                    </a:ext>
                  </a:extLst>
                </a:gridCol>
              </a:tblGrid>
              <a:tr h="609143">
                <a:tc>
                  <a:txBody>
                    <a:bodyPr/>
                    <a:lstStyle/>
                    <a:p>
                      <a:r>
                        <a:rPr lang="en-US" b="1"/>
                        <a:t>Funksiya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Açıqlama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484914"/>
                  </a:ext>
                </a:extLst>
              </a:tr>
              <a:tr h="609143">
                <a:tc>
                  <a:txBody>
                    <a:bodyPr/>
                    <a:lstStyle/>
                    <a:p>
                      <a:r>
                        <a:rPr lang="en-US"/>
                        <a:t>withTrashed()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Həm silinmiş, həm də aktiv (silinməmiş) qeydləri gətirir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535884"/>
                  </a:ext>
                </a:extLst>
              </a:tr>
              <a:tr h="609143">
                <a:tc>
                  <a:txBody>
                    <a:bodyPr/>
                    <a:lstStyle/>
                    <a:p>
                      <a:r>
                        <a:rPr lang="en-US"/>
                        <a:t>onlyTrashed()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Yalnız </a:t>
                      </a:r>
                      <a:r>
                        <a:rPr lang="en-US" b="1"/>
                        <a:t>soft-deleted</a:t>
                      </a:r>
                      <a:r>
                        <a:rPr lang="en-US"/>
                        <a:t> (silinmiş) qeydləri gətirir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519067"/>
                  </a:ext>
                </a:extLst>
              </a:tr>
              <a:tr h="609143">
                <a:tc>
                  <a:txBody>
                    <a:bodyPr/>
                    <a:lstStyle/>
                    <a:p>
                      <a:r>
                        <a:rPr lang="en-US"/>
                        <a:t>restore()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Soft-deleted qeydi </a:t>
                      </a:r>
                      <a:r>
                        <a:rPr lang="en-US" b="1"/>
                        <a:t>bərpa edir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21213"/>
                  </a:ext>
                </a:extLst>
              </a:tr>
              <a:tr h="609143">
                <a:tc>
                  <a:txBody>
                    <a:bodyPr/>
                    <a:lstStyle/>
                    <a:p>
                      <a:r>
                        <a:rPr lang="en-US"/>
                        <a:t>forceDelete()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Qeydi </a:t>
                      </a:r>
                      <a:r>
                        <a:rPr lang="en-US" b="1"/>
                        <a:t>tamamilə silir</a:t>
                      </a:r>
                      <a:r>
                        <a:rPr lang="en-US"/>
                        <a:t>, yəni DB-dən birdəfəlik silir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475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726F-0D63-9482-DAD1-09B3D11A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592815-767E-1235-E5E5-57362C6FDD3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aşağıdakı kimidir.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B14A2-01C6-25B0-C17B-4A8B32304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2317"/>
            <a:ext cx="12192000" cy="26556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4386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3E439-6A43-C5C0-046B-9AA1D014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F3D29E-62D9-97B2-3691-5A43F8F2FC2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47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455DD-C842-BBC2-0BDA-13D20FA7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656717-6B7B-4CEC-7D5A-D5F230A771F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3677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2668</TotalTime>
  <Words>418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339</cp:revision>
  <dcterms:created xsi:type="dcterms:W3CDTF">2025-04-12T11:00:44Z</dcterms:created>
  <dcterms:modified xsi:type="dcterms:W3CDTF">2025-05-21T18:47:34Z</dcterms:modified>
</cp:coreProperties>
</file>