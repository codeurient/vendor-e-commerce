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5" r:id="rId3"/>
    <p:sldId id="402" r:id="rId4"/>
    <p:sldId id="404" r:id="rId5"/>
    <p:sldId id="403" r:id="rId6"/>
    <p:sldId id="406" r:id="rId7"/>
    <p:sldId id="407" r:id="rId8"/>
    <p:sldId id="408" r:id="rId9"/>
    <p:sldId id="409" r:id="rId10"/>
    <p:sldId id="410" r:id="rId11"/>
    <p:sldId id="4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</a:t>
            </a:r>
            <a:r>
              <a:rPr lang="az-Latn-AZ" altLang="en-US" sz="1300">
                <a:latin typeface="Arial" panose="020B0604020202020204" pitchFamily="34" charset="0"/>
              </a:rPr>
              <a:t>ra qədər yığdığımız </a:t>
            </a:r>
            <a:r>
              <a:rPr lang="az-Latn-AZ" altLang="en-US" sz="1300" b="1">
                <a:latin typeface="Arial" panose="020B0604020202020204" pitchFamily="34" charset="0"/>
              </a:rPr>
              <a:t>CRUD</a:t>
            </a:r>
            <a:r>
              <a:rPr lang="az-Latn-AZ" altLang="en-US" sz="1300">
                <a:latin typeface="Arial" panose="020B0604020202020204" pitchFamily="34" charset="0"/>
              </a:rPr>
              <a:t> sistemində qohumluq əlaqələrindən ( </a:t>
            </a:r>
            <a:r>
              <a:rPr lang="az-Latn-AZ" altLang="en-US" sz="1300" b="1">
                <a:latin typeface="Arial" panose="020B0604020202020204" pitchFamily="34" charset="0"/>
              </a:rPr>
              <a:t>Relationship</a:t>
            </a:r>
            <a:r>
              <a:rPr lang="az-Latn-AZ" altLang="en-US" sz="1300">
                <a:latin typeface="Arial" panose="020B0604020202020204" pitchFamily="34" charset="0"/>
              </a:rPr>
              <a:t> ) istifadə etmədik. Ancaq indi </a:t>
            </a:r>
            <a:r>
              <a:rPr lang="az-Latn-AZ" altLang="en-US" sz="1300" b="1">
                <a:latin typeface="Arial" panose="020B0604020202020204" pitchFamily="34" charset="0"/>
              </a:rPr>
              <a:t>One To One Relationship </a:t>
            </a:r>
            <a:r>
              <a:rPr lang="az-Latn-AZ" altLang="en-US" sz="1300">
                <a:latin typeface="Arial" panose="020B0604020202020204" pitchFamily="34" charset="0"/>
              </a:rPr>
              <a:t>əlaqəsini yaradaraq bilavasitə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modeli ilə 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-ləri əldə edəcəyik.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cədvəlində artıq </a:t>
            </a:r>
            <a:r>
              <a:rPr lang="az-Latn-AZ" altLang="en-US" sz="1300" b="1">
                <a:latin typeface="Arial" panose="020B0604020202020204" pitchFamily="34" charset="0"/>
              </a:rPr>
              <a:t>category_id </a:t>
            </a:r>
            <a:r>
              <a:rPr lang="az-Latn-AZ" altLang="en-US" sz="1300">
                <a:latin typeface="Arial" panose="020B0604020202020204" pitchFamily="34" charset="0"/>
              </a:rPr>
              <a:t>adlı bir sütunumuz var. Keçid edirik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modelinə və əlaqəni yaradacaq </a:t>
            </a:r>
            <a:r>
              <a:rPr lang="az-Latn-AZ" altLang="en-US" sz="1300" b="1">
                <a:latin typeface="Arial" panose="020B0604020202020204" pitchFamily="34" charset="0"/>
              </a:rPr>
              <a:t>metod</a:t>
            </a:r>
            <a:r>
              <a:rPr lang="az-Latn-AZ" altLang="en-US" sz="1300">
                <a:latin typeface="Arial" panose="020B0604020202020204" pitchFamily="34" charset="0"/>
              </a:rPr>
              <a:t> adımızı yazırıq.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</a:t>
            </a:r>
            <a:r>
              <a:rPr lang="az-Latn-AZ" altLang="en-US" sz="1300">
                <a:latin typeface="Arial" panose="020B0604020202020204" pitchFamily="34" charset="0"/>
              </a:rPr>
              <a:t>ər bir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məxsusdur bir </a:t>
            </a:r>
            <a:r>
              <a:rPr lang="az-Latn-AZ" altLang="en-US" sz="1300" b="1">
                <a:latin typeface="Arial" panose="020B0604020202020204" pitchFamily="34" charset="0"/>
              </a:rPr>
              <a:t>kateqoriyaya</a:t>
            </a:r>
            <a:r>
              <a:rPr lang="az-Latn-AZ" altLang="en-US" sz="1300">
                <a:latin typeface="Arial" panose="020B0604020202020204" pitchFamily="34" charset="0"/>
              </a:rPr>
              <a:t> demiş oluruq burada.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B61B4C-FC40-3950-D0E3-452304686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413" y="2418730"/>
            <a:ext cx="5639587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00DD6-B8F3-3F19-F4F9-4C4ADC6FB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5F1543-509C-5B62-37C9-2B4A45F6CACA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Artıq </a:t>
            </a:r>
            <a:r>
              <a:rPr lang="az-Latn-AZ" altLang="en-US" sz="1300" b="1">
                <a:latin typeface="Arial" panose="020B0604020202020204" pitchFamily="34" charset="0"/>
              </a:rPr>
              <a:t>index.blade.php </a:t>
            </a:r>
            <a:r>
              <a:rPr lang="az-Latn-AZ" altLang="en-US" sz="1300">
                <a:latin typeface="Arial" panose="020B0604020202020204" pitchFamily="34" charset="0"/>
              </a:rPr>
              <a:t>faylında 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-lərin </a:t>
            </a:r>
            <a:r>
              <a:rPr lang="az-Latn-AZ" altLang="en-US" sz="1300" b="1">
                <a:latin typeface="Arial" panose="020B0604020202020204" pitchFamily="34" charset="0"/>
              </a:rPr>
              <a:t>identifikatorları</a:t>
            </a:r>
            <a:r>
              <a:rPr lang="az-Latn-AZ" altLang="en-US" sz="1300">
                <a:latin typeface="Arial" panose="020B0604020202020204" pitchFamily="34" charset="0"/>
              </a:rPr>
              <a:t> əvəzinə,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modelində yaratdığımız </a:t>
            </a:r>
            <a:r>
              <a:rPr lang="az-Latn-AZ" altLang="en-US" sz="1300" b="1">
                <a:latin typeface="Arial" panose="020B0604020202020204" pitchFamily="34" charset="0"/>
              </a:rPr>
              <a:t>category() </a:t>
            </a:r>
            <a:r>
              <a:rPr lang="az-Latn-AZ" altLang="en-US" sz="1300">
                <a:latin typeface="Arial" panose="020B0604020202020204" pitchFamily="34" charset="0"/>
              </a:rPr>
              <a:t>metodundan istifadə edərək </a:t>
            </a:r>
            <a:r>
              <a:rPr lang="az-Latn-AZ" altLang="en-US" sz="1300" b="1">
                <a:latin typeface="Arial" panose="020B0604020202020204" pitchFamily="34" charset="0"/>
              </a:rPr>
              <a:t>Cateogry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modelini</a:t>
            </a:r>
            <a:r>
              <a:rPr lang="az-Latn-AZ" altLang="en-US" sz="1300">
                <a:latin typeface="Arial" panose="020B0604020202020204" pitchFamily="34" charset="0"/>
              </a:rPr>
              <a:t> çağıra və kateqoriya adını daha rahat bir şəkildə yaza bilərik. Növbəti slaydda....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40232-45DA-69FA-9C8C-4CD3FEC2E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25" y="1395176"/>
            <a:ext cx="6837574" cy="546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453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c</a:t>
            </a:r>
            <a:r>
              <a:rPr lang="az-Latn-AZ" altLang="en-US" sz="1300">
                <a:latin typeface="Arial" panose="020B0604020202020204" pitchFamily="34" charset="0"/>
              </a:rPr>
              <a:t>ür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F722F-D448-2084-868D-28CCF0106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429" y="0"/>
            <a:ext cx="8545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DDED-A516-9002-FEFC-2ECCC8E7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B9BDE2-A11E-5567-F220-73B5994D58A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Eynisini </a:t>
            </a:r>
            <a:r>
              <a:rPr lang="az-Latn-AZ" altLang="en-US" sz="1300" b="1">
                <a:latin typeface="Arial" panose="020B0604020202020204" pitchFamily="34" charset="0"/>
              </a:rPr>
              <a:t>Trashed</a:t>
            </a:r>
            <a:r>
              <a:rPr lang="az-Latn-AZ" altLang="en-US" sz="1300">
                <a:latin typeface="Arial" panose="020B0604020202020204" pitchFamily="34" charset="0"/>
              </a:rPr>
              <a:t> üçündə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182039-3EA5-3B09-0E54-9FB5A0DF4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057" y="0"/>
            <a:ext cx="8605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4976455" cy="3556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şablonunda isə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kateqoriya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adlarını göstərmək üçün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PostController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show()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modleini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çağırıb şablona göndərmişik ki, burada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kateqoriya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identifikatorularını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==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operatoru ilə müqayisə edib,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qayıdan dəyərlərdə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kateqoriya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adlarını çağıraq.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Qohumluq əlaqəsi ilə artıq buna ehtiyac qalmır. Şəkil növbəti slaydda....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2B9F57-ACAC-A39E-53F8-379C782E6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514" y="0"/>
            <a:ext cx="6881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9F822-A939-D92D-9F55-FD05FC6C1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40F274-D2FE-FD46-D7BC-D85ED4CC1B2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61FF2-EC70-6661-6E39-4E467A004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129"/>
            <a:ext cx="12192000" cy="651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401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5986B-BF5A-F181-F681-7733CEC96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34F25D-6727-E7DF-19C6-EBA10A413A0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141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4DAFB-CCF0-066D-97D9-CCF8AC8E8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D46488-15B7-6C74-0463-13F9FC516B7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959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17B3-CCAE-F9D9-27D6-795215DAB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8FFAB7-70B7-FA1C-D309-844C5AAB1A7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521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7BE02-87CA-E0A5-FCFF-2615CBAA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CA6C62-0F50-E95D-FBD2-8C87965425B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2812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2432</TotalTime>
  <Words>166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338</cp:revision>
  <dcterms:created xsi:type="dcterms:W3CDTF">2025-04-12T11:00:44Z</dcterms:created>
  <dcterms:modified xsi:type="dcterms:W3CDTF">2025-05-22T06:03:20Z</dcterms:modified>
</cp:coreProperties>
</file>