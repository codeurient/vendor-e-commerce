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7" r:id="rId8"/>
    <p:sldId id="408" r:id="rId9"/>
    <p:sldId id="409" r:id="rId10"/>
    <p:sldId id="410" r:id="rId11"/>
    <p:sldId id="4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3D7C59-081E-EB20-DA83-FDAA610A6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798" y="1819373"/>
            <a:ext cx="9518202" cy="5038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FAC85-819D-3CEB-7725-511061E005D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Gələn və </a:t>
            </a:r>
            <a:r>
              <a:rPr lang="az-Latn-AZ" altLang="en-US" sz="1300">
                <a:latin typeface="Arial" panose="020B0604020202020204" pitchFamily="34" charset="0"/>
              </a:rPr>
              <a:t>gedən sorğuları görmək üçün </a:t>
            </a:r>
            <a:r>
              <a:rPr lang="az-Latn-AZ" altLang="en-US" sz="1300" b="1">
                <a:latin typeface="Arial" panose="020B0604020202020204" pitchFamily="34" charset="0"/>
              </a:rPr>
              <a:t>DebugBar</a:t>
            </a:r>
            <a:r>
              <a:rPr lang="az-Latn-AZ" altLang="en-US" sz="1300">
                <a:latin typeface="Arial" panose="020B0604020202020204" pitchFamily="34" charset="0"/>
              </a:rPr>
              <a:t> yükləyə bilərsiz.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Əvvəlki dərslərdə etmişdik bunu. Bu indiki dərsdə proyekti silib yenidən qurduğumuz üçün Debubar da silinmişdi. Onun üçün təkrar yükləyirik.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az-Latn-AZ" altLang="en-US" sz="1300" b="1"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 cədvəli ilə gələn 4 dənə əlavə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sorğusu görürük.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1E2BA-E544-A0A7-D135-ECBB0D43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11561"/>
            <a:ext cx="12192000" cy="55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səbəbi, sorğunu sağ şəkildəki kimi çağırmaqdır.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sorğunu azaltmaq istəyiriksə onda </a:t>
            </a:r>
            <a:r>
              <a:rPr lang="en-US" altLang="en-US" sz="1300" b="1">
                <a:latin typeface="Arial" panose="020B0604020202020204" pitchFamily="34" charset="0"/>
              </a:rPr>
              <a:t>with() </a:t>
            </a:r>
            <a:r>
              <a:rPr lang="en-US" altLang="en-US" sz="1300">
                <a:latin typeface="Arial" panose="020B0604020202020204" pitchFamily="34" charset="0"/>
              </a:rPr>
              <a:t>metodundan </a:t>
            </a:r>
            <a:r>
              <a:rPr lang="az-Latn-AZ" altLang="en-US" sz="1300">
                <a:latin typeface="Arial" panose="020B0604020202020204" pitchFamily="34" charset="0"/>
              </a:rPr>
              <a:t>istifadə etmək lazımdır.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slayd....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A3FBC-763A-BF8D-C460-776B9323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08" y="0"/>
            <a:ext cx="44098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Nəticədə sadəcə 2 sorğu görəcəyik.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4E066-F0AE-5811-9A11-18343CFBE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02" y="0"/>
            <a:ext cx="426649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9A8E9D-0BFB-8722-2494-BDFC359E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0644"/>
            <a:ext cx="7069082" cy="44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4B4A-8D9B-EE25-C003-4856A850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344B1-C667-8C61-95D9-64C5E4F09385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11</a:t>
            </a:r>
            <a:r>
              <a:rPr lang="az-Latn-AZ" altLang="en-US" sz="1300">
                <a:latin typeface="Arial" panose="020B0604020202020204" pitchFamily="34" charset="0"/>
              </a:rPr>
              <a:t> dənə data əlavə edirik cədvələ.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 əlavə edildikcə səhifə uzanır.  Səhifənin uzanmaması üçün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paginator</a:t>
            </a:r>
            <a:r>
              <a:rPr lang="az-Latn-AZ" altLang="en-US" sz="1300">
                <a:latin typeface="Arial" panose="020B0604020202020204" pitchFamily="34" charset="0"/>
              </a:rPr>
              <a:t> istifadə edə bilərik.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isə dataları </a:t>
            </a:r>
            <a:r>
              <a:rPr lang="az-Latn-AZ" altLang="en-US" sz="1300" b="1">
                <a:latin typeface="Arial" panose="020B0604020202020204" pitchFamily="34" charset="0"/>
              </a:rPr>
              <a:t>get() </a:t>
            </a:r>
            <a:r>
              <a:rPr lang="az-Latn-AZ" altLang="en-US" sz="1300">
                <a:latin typeface="Arial" panose="020B0604020202020204" pitchFamily="34" charset="0"/>
              </a:rPr>
              <a:t>əvəzinə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paginate() </a:t>
            </a:r>
            <a:r>
              <a:rPr lang="az-Latn-AZ" altLang="en-US" sz="1300">
                <a:latin typeface="Arial" panose="020B0604020202020204" pitchFamily="34" charset="0"/>
              </a:rPr>
              <a:t>funksiyası ilə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çağıra bilərik. Növbəti slayd.....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A23DA-D199-623C-A758-64CA7B8BC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348" y="0"/>
            <a:ext cx="6261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4BD9-C22D-6BC9-82F3-B6B59066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48385-557B-D30B-75DD-94F4E00078CD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öncə onu qeyd edi</a:t>
            </a:r>
            <a:r>
              <a:rPr lang="az-Latn-AZ" altLang="en-US" sz="1300">
                <a:latin typeface="Arial" panose="020B0604020202020204" pitchFamily="34" charset="0"/>
              </a:rPr>
              <a:t>m ki, </a:t>
            </a:r>
            <a:r>
              <a:rPr lang="en-US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faylında, </a:t>
            </a:r>
            <a:r>
              <a:rPr lang="en-US" altLang="en-US" sz="1300" b="1">
                <a:latin typeface="Arial" panose="020B0604020202020204" pitchFamily="34" charset="0"/>
              </a:rPr>
              <a:t>@foreach </a:t>
            </a:r>
            <a:r>
              <a:rPr lang="az-Latn-AZ" altLang="en-US" sz="1300">
                <a:latin typeface="Arial" panose="020B0604020202020204" pitchFamily="34" charset="0"/>
              </a:rPr>
              <a:t>direktivini </a:t>
            </a:r>
            <a:r>
              <a:rPr lang="en-US" altLang="en-US" sz="1300" b="1">
                <a:latin typeface="Arial" panose="020B0604020202020204" pitchFamily="34" charset="0"/>
              </a:rPr>
              <a:t>&lt;tbody&gt; </a:t>
            </a:r>
            <a:r>
              <a:rPr lang="az-Latn-AZ" altLang="en-US" sz="1300">
                <a:latin typeface="Arial" panose="020B0604020202020204" pitchFamily="34" charset="0"/>
              </a:rPr>
              <a:t>tag-inin içində yazmaq lazımdır. Əvvəl isə, yanlışlıqla </a:t>
            </a:r>
            <a:r>
              <a:rPr lang="en-US" altLang="en-US" sz="1300" b="1">
                <a:latin typeface="Arial" panose="020B0604020202020204" pitchFamily="34" charset="0"/>
              </a:rPr>
              <a:t>&lt;tbody&gt; </a:t>
            </a:r>
            <a:r>
              <a:rPr lang="az-Latn-AZ" altLang="en-US" sz="1300">
                <a:latin typeface="Arial" panose="020B0604020202020204" pitchFamily="34" charset="0"/>
              </a:rPr>
              <a:t>-ni bu direktivin içində yazmışdım. Onu düzəltdikdən sonra, isə növbəti slayda keçə bilərik.....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5E863-C1C6-1552-06B8-41C79064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926" y="1716716"/>
            <a:ext cx="9654073" cy="514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2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8EEB-1324-5BBD-CCCC-DC842B02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1A141-FEC4-DD5C-DC23-763E78DB9EA7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Paginator::useBootstrap()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üçündür?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links()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funksiyası ilə səhifələmə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linklərini yaratdıqda, standart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olunur (Laravel 8-dən etibarən). Əgər sən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 edirsənsə, bu zaman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paginator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görünüşünü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-ə uyğunlaşdırmalısan.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Yuxarıdakı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sətri yazaraq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Laravel-in pagination komponenti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4/5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siniflərini istifadə edərək pagination linklərini qurur.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AppServiceProvider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metodunda yazılır, çünki bu metod Laravel-in tətbiqi başladıqda işləyir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Paginator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sinfinə stil təyin edilir.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FA826-97DA-9CAB-D88A-C2FB04513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508"/>
            <a:ext cx="3829584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7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0EC1-984B-29D0-6B22-C695A3A6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5C425F-022F-6337-785F-D3E18B7B07D3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Bu kod: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$posts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səhifələnmiş collection üçün səhifə linklərini (previous, next, 1, 2, 3...) yaradır.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avtomatik olaraq hansı stil (Tailwind, Bootstrap və s.) istifadə olunursa, ona uyğun HTML generasiya edir.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Bizdə Bootstrap istifadə edilir. Çünki, özümüz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AppServiceProvider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metodunda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 qeyd etmişik.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481B0-71D3-577A-9CF4-D8779F64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532"/>
            <a:ext cx="1924319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8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08A5-5930-0B83-3381-F88137F9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3C0424-468D-C551-FB14-0517543FFF52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3) Əgər öz dizaynını istifadə etmək istəyirsənsə: </a:t>
            </a:r>
            <a:r>
              <a:rPr lang="az-Latn-AZ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resources/views/vendor/pagination/custom.blade.php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faylını özün dizayn edə bilərsən. Biz bunu etmiyəcəyik indi... Ehtiyacımız yoxdur.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2A829-E3BC-96DB-6B70-FF1DFD124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241"/>
            <a:ext cx="407726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5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6F28F-8EF1-C25A-7989-D5665939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C0136-5659-C443-FE22-93702D3F699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64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65EA-EF1B-9E48-498A-6CE7CBC8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C4F6B1-8FA8-9652-F084-B640097CBC3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23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349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350</cp:revision>
  <dcterms:created xsi:type="dcterms:W3CDTF">2025-04-12T11:00:44Z</dcterms:created>
  <dcterms:modified xsi:type="dcterms:W3CDTF">2025-05-22T10:12:58Z</dcterms:modified>
</cp:coreProperties>
</file>