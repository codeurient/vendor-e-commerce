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İndi 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forceDelete()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 ilə datanı tamam silirik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0DAA33-461B-1580-0CAF-EDE1E4E82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000"/>
            <a:ext cx="12192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2407</TotalTime>
  <Words>13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329</cp:revision>
  <dcterms:created xsi:type="dcterms:W3CDTF">2025-04-12T11:00:44Z</dcterms:created>
  <dcterms:modified xsi:type="dcterms:W3CDTF">2025-05-21T19:57:58Z</dcterms:modified>
</cp:coreProperties>
</file>