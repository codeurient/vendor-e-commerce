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4" r:id="rId5"/>
    <p:sldId id="405" r:id="rId6"/>
    <p:sldId id="406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Indi </a:t>
            </a:r>
            <a:r>
              <a:rPr lang="en-US" altLang="en-US" sz="1300" b="1">
                <a:latin typeface="Arial" panose="020B0604020202020204" pitchFamily="34" charset="0"/>
              </a:rPr>
              <a:t>MANUL</a:t>
            </a:r>
            <a:r>
              <a:rPr lang="en-US" altLang="en-US" sz="1300">
                <a:latin typeface="Arial" panose="020B0604020202020204" pitchFamily="34" charset="0"/>
              </a:rPr>
              <a:t> olaraq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modelinə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data</a:t>
            </a:r>
            <a:r>
              <a:rPr lang="az-Latn-AZ" altLang="en-US" sz="1300">
                <a:latin typeface="Arial" panose="020B0604020202020204" pitchFamily="34" charset="0"/>
              </a:rPr>
              <a:t> əlavə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F875C-A692-7DF8-0C25-AA7907405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4" y="2302974"/>
            <a:ext cx="8316486" cy="4420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en-US" altLang="en-US" sz="1300">
                <a:latin typeface="Arial" panose="020B0604020202020204" pitchFamily="34" charset="0"/>
              </a:rPr>
              <a:t> modelini </a:t>
            </a:r>
            <a:r>
              <a:rPr lang="en-US" altLang="en-US" sz="1300" b="1">
                <a:latin typeface="Arial" panose="020B0604020202020204" pitchFamily="34" charset="0"/>
              </a:rPr>
              <a:t>PostController</a:t>
            </a:r>
            <a:r>
              <a:rPr lang="en-US" altLang="en-US" sz="1300">
                <a:latin typeface="Arial" panose="020B0604020202020204" pitchFamily="34" charset="0"/>
              </a:rPr>
              <a:t> -</a:t>
            </a:r>
            <a:r>
              <a:rPr lang="az-Latn-AZ" altLang="en-US" sz="1300">
                <a:latin typeface="Arial" panose="020B0604020202020204" pitchFamily="34" charset="0"/>
              </a:rPr>
              <a:t>də çağıraraq, dataları </a:t>
            </a:r>
            <a:r>
              <a:rPr lang="en-US" altLang="en-US" sz="1300" b="1">
                <a:latin typeface="Arial" panose="020B0604020202020204" pitchFamily="34" charset="0"/>
              </a:rPr>
              <a:t>create.blade.php </a:t>
            </a:r>
            <a:r>
              <a:rPr lang="az-Latn-AZ" altLang="en-US" sz="1300">
                <a:latin typeface="Arial" panose="020B0604020202020204" pitchFamily="34" charset="0"/>
              </a:rPr>
              <a:t>şablonuna göndəririk.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Həmdə </a:t>
            </a:r>
            <a:r>
              <a:rPr lang="az-Latn-AZ" altLang="en-US" sz="1300" b="1">
                <a:latin typeface="Arial" panose="020B0604020202020204" pitchFamily="34" charset="0"/>
              </a:rPr>
              <a:t>create.blade.php </a:t>
            </a:r>
            <a:r>
              <a:rPr lang="az-Latn-AZ" altLang="en-US" sz="1300">
                <a:latin typeface="Arial" panose="020B0604020202020204" pitchFamily="34" charset="0"/>
              </a:rPr>
              <a:t>şablonunda, sonrakı addım üçün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inputa</a:t>
            </a:r>
            <a:r>
              <a:rPr lang="az-Latn-AZ" altLang="en-US" sz="1300">
                <a:latin typeface="Arial" panose="020B0604020202020204" pitchFamily="34" charset="0"/>
              </a:rPr>
              <a:t> yazılan dəyərləri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cədvəlinə əlavə etmək üçün həmin </a:t>
            </a:r>
            <a:r>
              <a:rPr lang="az-Latn-AZ" altLang="en-US" sz="1300" b="1">
                <a:latin typeface="Arial" panose="020B0604020202020204" pitchFamily="34" charset="0"/>
              </a:rPr>
              <a:t>input</a:t>
            </a:r>
            <a:r>
              <a:rPr lang="az-Latn-AZ" altLang="en-US" sz="1300">
                <a:latin typeface="Arial" panose="020B0604020202020204" pitchFamily="34" charset="0"/>
              </a:rPr>
              <a:t> tag-lərinə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name</a:t>
            </a:r>
            <a:r>
              <a:rPr lang="az-Latn-AZ" altLang="en-US" sz="1300">
                <a:latin typeface="Arial" panose="020B0604020202020204" pitchFamily="34" charset="0"/>
              </a:rPr>
              <a:t> atributlarını yazırıq.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@csrf </a:t>
            </a:r>
            <a:r>
              <a:rPr lang="az-Latn-AZ" altLang="en-US" sz="1300">
                <a:latin typeface="Arial" panose="020B0604020202020204" pitchFamily="34" charset="0"/>
              </a:rPr>
              <a:t>tokeninidə əlavə etməyi unutmayın.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DD76D-8AEE-03BC-3174-333402A2A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025" y="1892448"/>
            <a:ext cx="7751975" cy="496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</a:t>
            </a:r>
            <a:r>
              <a:rPr lang="en-US" altLang="en-US" sz="1300" b="1">
                <a:latin typeface="Arial" panose="020B0604020202020204" pitchFamily="34" charset="0"/>
              </a:rPr>
              <a:t>Validasiya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əlavə edərək proqramı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D748B-F90D-EFA7-62A2-BC62A2394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789333"/>
            <a:ext cx="9448800" cy="5068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5C5C6B-9642-B228-204C-CD0A6A96F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677" y="0"/>
            <a:ext cx="4820323" cy="1305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4EAC-8124-39E2-699F-61800A232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7A3C2-BC5B-956E-D52B-FB251B3A11F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513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4831-76B9-E1B2-8652-416DA24C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3F9D71-6674-6E86-8B70-224C0E60B9F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734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C8A0-3AC2-7082-BED5-CC1DDFB4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77525-D1D2-11D1-5034-B0E7B336678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64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71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336</cp:revision>
  <dcterms:created xsi:type="dcterms:W3CDTF">2025-04-12T11:00:44Z</dcterms:created>
  <dcterms:modified xsi:type="dcterms:W3CDTF">2025-05-16T18:35:54Z</dcterms:modified>
</cp:coreProperties>
</file>