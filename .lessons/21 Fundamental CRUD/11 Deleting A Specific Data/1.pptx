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0" r:id="rId5"/>
    <p:sldId id="404" r:id="rId6"/>
    <p:sldId id="40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189059"/>
            <a:ext cx="11756571" cy="490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SUAL: Niyə a tagı ilə DELETE edə bilmirik, form istifadə edirik?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05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&lt;a&gt;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tagı yalnız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GET request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göndərə bilər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&lt;a href="..."&gt;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keçiddir və yalnız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metodu ilə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sorğusu göndərir.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səbəbdən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href ilə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PUT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PATCH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s. göndərmək mümkün deyil. Bu, HTML-in öz spesifikasiyasıdır.</a:t>
            </a: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formaları isə sadəcə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metodlarını dəstəkləyir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Bəs necə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göndəririk?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bu problemi belə həll edir:</a:t>
            </a: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@method('DELETE') → Laravel bu gizli input-u istifadə edərək POST request-i DELETE kimi "spoof" edir.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Gələn sorğunun içində belə bir hidden input olacaq: Laravel bunu analiz edib DELETE kimi qəbul edir.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FF708-6CC2-2738-30B0-96A379D94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592" y="2503106"/>
            <a:ext cx="5442408" cy="43548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98D8F9-B850-F579-0A16-10404D8A4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429000"/>
            <a:ext cx="1667647" cy="7451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CB781E-7978-337C-C2E5-966B9A10B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5192542"/>
            <a:ext cx="4496427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Niyə təhlükəsizlik baxımından form daha doğrudur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 vasitəsilə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@csrf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 əlavə edə bilirik.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tagı ilə bu mümkün deyil.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sorğular mütləq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@csrf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qorunmalıdır. Bu da form tələb edir.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tagından istifadə etmək istəsən: Bu, </a:t>
            </a:r>
            <a:r>
              <a:rPr kumimoji="0" lang="en-US" altLang="en-US" sz="1300" b="1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tagını kliklədikdə JS ilə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form.submit()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işlədərək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edir. Amma yenə 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-a ehtiyac qalır (biz bunu istifad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 etmiyəcəyik. Yazdım ki, sadəcə bilinki belə bir şey var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13D902-9362-A1C4-1811-4D45E5232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3429000"/>
            <a:ext cx="9469171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Delete üçün controller belə yazılır.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C516A-227A-FF29-FE2D-6933EAF11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631" y="0"/>
            <a:ext cx="4999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Delete</a:t>
            </a:r>
            <a:r>
              <a:rPr lang="az-Latn-AZ" altLang="en-US" sz="1300">
                <a:latin typeface="Arial" panose="020B0604020202020204" pitchFamily="34" charset="0"/>
              </a:rPr>
              <a:t> əməliyyatında, məlumat DB-dəki cədvəldən silinir, ancaq şəkil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qovluğunda qalır.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Storage -dən necə silindiyini görmüşük. Növbəti slayd....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E4D5C-5106-A061-F0FC-2717003C8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88" y="1036816"/>
            <a:ext cx="11211612" cy="582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9DA40-AB8B-8D7C-09A3-DC497CAA4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1C2363-2D5D-1770-A1BB-C89A0F3051C1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Ən sadə şəkildə `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File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::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delete</a:t>
            </a:r>
            <a:r>
              <a:rPr lang="az-Latn-AZ" altLang="en-US" sz="13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public_path</a:t>
            </a:r>
            <a:r>
              <a:rPr lang="az-Latn-AZ" altLang="en-US" sz="1300" b="1">
                <a:solidFill>
                  <a:schemeClr val="accent4"/>
                </a:solidFill>
                <a:latin typeface="Arial" panose="020B0604020202020204" pitchFamily="34" charset="0"/>
              </a:rPr>
              <a:t>(</a:t>
            </a:r>
            <a:r>
              <a:rPr lang="az-Latn-AZ" altLang="en-US" sz="1300" b="1">
                <a:latin typeface="Arial" panose="020B0604020202020204" pitchFamily="34" charset="0"/>
              </a:rPr>
              <a:t>$post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-&gt;</a:t>
            </a:r>
            <a:r>
              <a:rPr lang="az-Latn-AZ" altLang="en-US" sz="1300" b="1">
                <a:latin typeface="Arial" panose="020B0604020202020204" pitchFamily="34" charset="0"/>
              </a:rPr>
              <a:t>image</a:t>
            </a:r>
            <a:r>
              <a:rPr lang="az-Latn-AZ" altLang="en-US" sz="1300" b="1">
                <a:solidFill>
                  <a:schemeClr val="accent4"/>
                </a:solidFill>
                <a:latin typeface="Arial" panose="020B0604020202020204" pitchFamily="34" charset="0"/>
              </a:rPr>
              <a:t>)</a:t>
            </a:r>
            <a:r>
              <a:rPr lang="az-Latn-AZ" altLang="en-US" sz="13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)</a:t>
            </a:r>
            <a:r>
              <a:rPr lang="az-Latn-AZ" altLang="en-US" sz="1300" b="1">
                <a:latin typeface="Arial" panose="020B0604020202020204" pitchFamily="34" charset="0"/>
              </a:rPr>
              <a:t>;</a:t>
            </a:r>
            <a:r>
              <a:rPr lang="az-Latn-AZ" altLang="en-US" sz="1300">
                <a:latin typeface="Arial" panose="020B0604020202020204" pitchFamily="34" charset="0"/>
              </a:rPr>
              <a:t>` əmrini əlavə etmək kifayətdir. 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Ancaq biz bunu etmi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yəcəyik bu proyektdə. Çünki bizim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Trashed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adında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şablonumuz olacaq ki, silinən məhsullar zibil qabına yığılsın. Və istədiyimiz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zaman geri bərpa edək. Əgər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qovluğundan faylı silsək onda faylı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bərpa etdiyimiz zaman əsas şablonda həmin faylı ( yəni şəkli ) görməyəcəyik.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Trashed</a:t>
            </a:r>
            <a:r>
              <a:rPr lang="az-Latn-AZ" altLang="en-US" sz="1300">
                <a:latin typeface="Arial" panose="020B0604020202020204" pitchFamily="34" charset="0"/>
              </a:rPr>
              <a:t> şablonu üçün isə </a:t>
            </a:r>
            <a:r>
              <a:rPr lang="az-Latn-AZ" altLang="en-US" sz="1300" b="1">
                <a:solidFill>
                  <a:srgbClr val="7030A0"/>
                </a:solidFill>
                <a:latin typeface="Arial" panose="020B0604020202020204" pitchFamily="34" charset="0"/>
              </a:rPr>
              <a:t>softDelete</a:t>
            </a:r>
            <a:r>
              <a:rPr lang="az-Latn-AZ" altLang="en-US" sz="1300">
                <a:latin typeface="Arial" panose="020B0604020202020204" pitchFamily="34" charset="0"/>
              </a:rPr>
              <a:t> xüsusiyyətindən istifadə edəcəyik. 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Növbəti dərs......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QEYD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softDelete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haqqında əvvəlki dərslərdən məlumatımız var. 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9658FC-4E88-FA6D-4DF8-7F58D1881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571" y="1304150"/>
            <a:ext cx="5582429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96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091D3-40ED-8A6A-20C3-7148FC2A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D21C86-D98C-BC44-F280-12433F7FD05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3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2730</TotalTime>
  <Words>336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335</cp:revision>
  <dcterms:created xsi:type="dcterms:W3CDTF">2025-04-12T11:00:44Z</dcterms:created>
  <dcterms:modified xsi:type="dcterms:W3CDTF">2025-05-21T14:14:12Z</dcterms:modified>
</cp:coreProperties>
</file>