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4" r:id="rId5"/>
    <p:sldId id="405" r:id="rId6"/>
    <p:sldId id="406" r:id="rId7"/>
    <p:sldId id="408" r:id="rId8"/>
    <p:sldId id="400" r:id="rId9"/>
    <p:sldId id="40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66" autoAdjust="0"/>
    <p:restoredTop sz="94660"/>
  </p:normalViewPr>
  <p:slideViewPr>
    <p:cSldViewPr snapToGrid="0">
      <p:cViewPr>
        <p:scale>
          <a:sx n="100" d="100"/>
          <a:sy n="100" d="100"/>
        </p:scale>
        <p:origin x="90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</a:t>
            </a:r>
            <a:r>
              <a:rPr lang="az-Latn-AZ" altLang="en-US" sz="1300" b="1">
                <a:latin typeface="Arial" panose="020B0604020202020204" pitchFamily="34" charset="0"/>
              </a:rPr>
              <a:t>EDİT</a:t>
            </a:r>
            <a:r>
              <a:rPr lang="az-Latn-AZ" altLang="en-US" sz="1300">
                <a:latin typeface="Arial" panose="020B0604020202020204" pitchFamily="34" charset="0"/>
              </a:rPr>
              <a:t> səhifəsini konfiqurasiya edirik.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Edit</a:t>
            </a:r>
            <a:r>
              <a:rPr lang="az-Latn-AZ" altLang="en-US" sz="1300">
                <a:latin typeface="Arial" panose="020B0604020202020204" pitchFamily="34" charset="0"/>
              </a:rPr>
              <a:t> düyməsi basıldıqda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en-US" altLang="en-US" sz="1300" b="1">
                <a:latin typeface="Arial" panose="020B0604020202020204" pitchFamily="34" charset="0"/>
              </a:rPr>
              <a:t>()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funksiyas</a:t>
            </a:r>
            <a:r>
              <a:rPr lang="az-Latn-AZ" altLang="en-US" sz="1300">
                <a:latin typeface="Arial" panose="020B0604020202020204" pitchFamily="34" charset="0"/>
              </a:rPr>
              <a:t>ı,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posts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/{post}/edit </a:t>
            </a:r>
            <a:r>
              <a:rPr lang="en-US" altLang="en-US" sz="1300">
                <a:latin typeface="Arial" panose="020B0604020202020204" pitchFamily="34" charset="0"/>
              </a:rPr>
              <a:t>URL -sini</a:t>
            </a:r>
            <a:r>
              <a:rPr lang="az-Latn-AZ" altLang="en-US" sz="1300">
                <a:latin typeface="Arial" panose="020B0604020202020204" pitchFamily="34" charset="0"/>
              </a:rPr>
              <a:t> `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posts.edit</a:t>
            </a:r>
            <a:r>
              <a:rPr lang="az-Latn-AZ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 b="1">
                <a:latin typeface="Arial" panose="020B0604020202020204" pitchFamily="34" charset="0"/>
              </a:rPr>
              <a:t>name</a:t>
            </a:r>
            <a:r>
              <a:rPr lang="az-Latn-AZ" altLang="en-US" sz="1300">
                <a:latin typeface="Arial" panose="020B0604020202020204" pitchFamily="34" charset="0"/>
              </a:rPr>
              <a:t> -i ilə çağırır və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en-US" altLang="en-US" sz="1300" b="1">
                <a:latin typeface="Arial" panose="020B0604020202020204" pitchFamily="34" charset="0"/>
              </a:rPr>
              <a:t>()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funksiyas</a:t>
            </a:r>
            <a:r>
              <a:rPr lang="az-Latn-AZ" altLang="en-US" sz="1300">
                <a:latin typeface="Arial" panose="020B0604020202020204" pitchFamily="34" charset="0"/>
              </a:rPr>
              <a:t>ının </a:t>
            </a:r>
            <a:r>
              <a:rPr lang="az-Latn-AZ" altLang="en-US" sz="1300" b="1">
                <a:latin typeface="Arial" panose="020B0604020202020204" pitchFamily="34" charset="0"/>
              </a:rPr>
              <a:t>2ci </a:t>
            </a:r>
            <a:r>
              <a:rPr lang="az-Latn-AZ" altLang="en-US" sz="1300">
                <a:latin typeface="Arial" panose="020B0604020202020204" pitchFamily="34" charset="0"/>
              </a:rPr>
              <a:t>parametrində yazılan </a:t>
            </a:r>
            <a:r>
              <a:rPr lang="en-US" altLang="en-US" sz="1300" b="1">
                <a:latin typeface="Arial" panose="020B0604020202020204" pitchFamily="34" charset="0"/>
              </a:rPr>
              <a:t>`$post-&gt;id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həmin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-nin </a:t>
            </a:r>
            <a:r>
              <a:rPr lang="en-US" altLang="en-US" sz="1300" b="1">
                <a:latin typeface="Arial" panose="020B0604020202020204" pitchFamily="34" charset="0"/>
              </a:rPr>
              <a:t>{post} </a:t>
            </a:r>
            <a:r>
              <a:rPr lang="az-Latn-AZ" altLang="en-US" sz="1300">
                <a:latin typeface="Arial" panose="020B0604020202020204" pitchFamily="34" charset="0"/>
              </a:rPr>
              <a:t>olan hissəsinə avtomatik yerləşir: </a:t>
            </a:r>
            <a:r>
              <a:rPr lang="az-Latn-AZ" altLang="en-US" sz="1300" b="1" i="1">
                <a:latin typeface="Arial" panose="020B0604020202020204" pitchFamily="34" charset="0"/>
              </a:rPr>
              <a:t>posts</a:t>
            </a:r>
            <a:r>
              <a:rPr lang="en-US" altLang="en-US" sz="1300" b="1" i="1">
                <a:latin typeface="Arial" panose="020B0604020202020204" pitchFamily="34" charset="0"/>
              </a:rPr>
              <a:t>/</a:t>
            </a:r>
            <a:r>
              <a:rPr lang="az-Latn-AZ" altLang="en-US" sz="1300" b="1" i="1">
                <a:latin typeface="Arial" panose="020B0604020202020204" pitchFamily="34" charset="0"/>
              </a:rPr>
              <a:t>3</a:t>
            </a:r>
            <a:r>
              <a:rPr lang="en-US" altLang="en-US" sz="1300" b="1" i="1">
                <a:latin typeface="Arial" panose="020B0604020202020204" pitchFamily="34" charset="0"/>
              </a:rPr>
              <a:t>/edit </a:t>
            </a:r>
            <a:endParaRPr lang="az-Latn-AZ" altLang="en-US" sz="1300" b="1" i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Beləliklə biz hər </a:t>
            </a:r>
            <a:r>
              <a:rPr lang="az-Latn-AZ" altLang="en-US" sz="1300" b="1">
                <a:latin typeface="Arial" panose="020B0604020202020204" pitchFamily="34" charset="0"/>
              </a:rPr>
              <a:t>postu</a:t>
            </a:r>
            <a:r>
              <a:rPr lang="az-Latn-AZ" altLang="en-US" sz="1300">
                <a:latin typeface="Arial" panose="020B0604020202020204" pitchFamily="34" charset="0"/>
              </a:rPr>
              <a:t> ayrıca əldə edə bacarırırq. Ancaq bunun üçün ilk öncə həmin identifikatoru </a:t>
            </a:r>
            <a:r>
              <a:rPr lang="az-Latn-AZ" altLang="en-US" sz="1300" b="1">
                <a:latin typeface="Arial" panose="020B0604020202020204" pitchFamily="34" charset="0"/>
              </a:rPr>
              <a:t>PostController</a:t>
            </a:r>
            <a:r>
              <a:rPr lang="az-Latn-AZ" altLang="en-US" sz="1300">
                <a:latin typeface="Arial" panose="020B0604020202020204" pitchFamily="34" charset="0"/>
              </a:rPr>
              <a:t> -in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edit(</a:t>
            </a:r>
            <a:r>
              <a:rPr lang="en-US" altLang="en-US" sz="1300" b="1">
                <a:latin typeface="Arial" panose="020B0604020202020204" pitchFamily="34" charset="0"/>
              </a:rPr>
              <a:t>$id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) </a:t>
            </a:r>
            <a:r>
              <a:rPr lang="en-US" altLang="en-US" sz="1300">
                <a:latin typeface="Arial" panose="020B0604020202020204" pitchFamily="34" charset="0"/>
              </a:rPr>
              <a:t>funksiyas</a:t>
            </a:r>
            <a:r>
              <a:rPr lang="az-Latn-AZ" altLang="en-US" sz="1300">
                <a:latin typeface="Arial" panose="020B0604020202020204" pitchFamily="34" charset="0"/>
              </a:rPr>
              <a:t>ına göndərmək lazımdır. Aşağı şəkildə olduğu kimi. </a:t>
            </a:r>
            <a:r>
              <a:rPr lang="en-US" altLang="en-US" sz="1300" b="1">
                <a:latin typeface="Arial" panose="020B0604020202020204" pitchFamily="34" charset="0"/>
              </a:rPr>
              <a:t>$id </a:t>
            </a:r>
            <a:r>
              <a:rPr lang="az-Latn-AZ" altLang="en-US" sz="1300">
                <a:latin typeface="Arial" panose="020B0604020202020204" pitchFamily="34" charset="0"/>
              </a:rPr>
              <a:t>parametri bu identifikatoru əldə edir və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modelində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findOrFail() </a:t>
            </a:r>
            <a:r>
              <a:rPr lang="az-Latn-AZ" altLang="en-US" sz="1300">
                <a:latin typeface="Arial" panose="020B0604020202020204" pitchFamily="34" charset="0"/>
              </a:rPr>
              <a:t>funksiyası ilə </a:t>
            </a:r>
            <a:r>
              <a:rPr lang="az-Latn-AZ" altLang="en-US" sz="1300" b="1">
                <a:latin typeface="Arial" panose="020B0604020202020204" pitchFamily="34" charset="0"/>
              </a:rPr>
              <a:t>postu</a:t>
            </a:r>
            <a:r>
              <a:rPr lang="az-Latn-AZ" altLang="en-US" sz="1300">
                <a:latin typeface="Arial" panose="020B0604020202020204" pitchFamily="34" charset="0"/>
              </a:rPr>
              <a:t> çağıraraq </a:t>
            </a:r>
            <a:r>
              <a:rPr lang="az-Latn-AZ" altLang="en-US" sz="1300" b="1">
                <a:latin typeface="Arial" panose="020B0604020202020204" pitchFamily="34" charset="0"/>
              </a:rPr>
              <a:t>şablona</a:t>
            </a:r>
            <a:r>
              <a:rPr lang="az-Latn-AZ" altLang="en-US" sz="1300">
                <a:latin typeface="Arial" panose="020B0604020202020204" pitchFamily="34" charset="0"/>
              </a:rPr>
              <a:t> göndəririk.</a:t>
            </a:r>
            <a:br>
              <a:rPr lang="en-US" altLang="en-US" sz="1300">
                <a:latin typeface="Arial" panose="020B0604020202020204" pitchFamily="34" charset="0"/>
              </a:rPr>
            </a:b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E7983-4617-5C5D-1AF8-88671DD24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00" y="2558941"/>
            <a:ext cx="7277100" cy="429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Daha fərqli bir şəkildə izah edək əgər aydın olmadısa.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Route və Edit Linki: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nədir? Bu Laravel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sistemindəki bir qeydiyyatdır.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routes/web.php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belə bir route təyin olunmuş olmalıdır.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Ancaq biz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PostControler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-i yaradan zaman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resource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flaqından istifadə etmişdik deyə, bizdə sadəcə aşağıdakı kimi ümumi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təyin edilib. Bunun üçün terminalda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php artisan route:list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yazırıq ki,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digər url adlarını və.s görə bilək.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C8C79-8673-0E19-0BB4-26D5E9709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5689"/>
            <a:ext cx="6296904" cy="552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BB2DAC-68D0-1B9E-37AF-1B39FB1D0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88100"/>
            <a:ext cx="7125694" cy="571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2A34D1-1049-0F70-D679-6781977AA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78307"/>
            <a:ext cx="4448796" cy="257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A9D050-DD90-25F8-4CB4-DD04AE9B0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503" y="4578307"/>
            <a:ext cx="4207497" cy="98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Blade şablonundakı bu hissə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iş görür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düyməsidir. Hər 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üçün bu düyməyə klik edəndə müvafiq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-un redaktə səhifəsinə yönləndirir.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Niyə route('posts.edit', $post-&gt;id)?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Laravel-də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named route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 dinamik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ötürmək üçündür.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posts.edit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route-un adıdır.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$post-&gt;id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bu, həmin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aid unikal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-dir (məsələn 5).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route-a ötürülür, beləliklə yaranan link belə olur: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-yə daxil olduqda, Laravel</a:t>
            </a:r>
            <a:r>
              <a:rPr lang="az-Latn-AZ" altLang="en-US" sz="1300">
                <a:latin typeface="Arial" panose="020B0604020202020204" pitchFamily="34" charset="0"/>
              </a:rPr>
              <a:t> bizi,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növbəti slayddakı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metoduna yönləndirir.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1CD55F-617B-8427-175D-E16CC1F20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339"/>
            <a:ext cx="7097115" cy="685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2EE45A-C322-89CF-2EE5-E025EB643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6070"/>
            <a:ext cx="1829055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0484-CA03-12CD-89CC-88CE2B612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17D69C-142E-473F-9C04-5378F3797C10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Controller-dəki Edit metodu: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metod nə edir?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Parametr alır: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dəyərini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posts/5/edit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5) alır.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tapılır: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Post::findOrFail($id)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cədvəlindən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-yə uyğun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axtarılır.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tapılmazsa, avtomatik 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404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səhifəsi göstərilir.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göndərir: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en-US" alt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tapılarsa,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edit.blade.php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görünüş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faylına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dəyişəni ötürülür.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compact('post')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dəyişənini həmin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göndərmək üçün qısayoldur.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9BB49-BE59-493C-B13F-2CBF9ED24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1440"/>
            <a:ext cx="3696216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94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A82AD-63B5-B424-C6C8-4219AA64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756F2F-06A3-73E7-5F5A-7432FEFA50C1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 olaraq ümumi izah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Hər post üçün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düyməsinə klik etdikdə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posts/{id}/edit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kimi bir linkə gedilir.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link Laravel-in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routeları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vasitəsilə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PostController-dəki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metodunu çağırır.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metod bazadan uyğun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postu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tapır və onu redaktə etmək üçün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görünüş faylına ötürür.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NOT:</a:t>
            </a:r>
            <a:r>
              <a:rPr lang="az-Latn-AZ" altLang="en-US" sz="1300" b="1">
                <a:solidFill>
                  <a:schemeClr val="accent4"/>
                </a:solidFill>
                <a:latin typeface="Arial" panose="020B0604020202020204" pitchFamily="34" charset="0"/>
              </a:rPr>
              <a:t> Bu atılan addımlar sadəcə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EDİT</a:t>
            </a:r>
            <a:r>
              <a:rPr lang="az-Latn-AZ" altLang="en-US" sz="1300" b="1">
                <a:solidFill>
                  <a:schemeClr val="accent4"/>
                </a:solidFill>
                <a:latin typeface="Arial" panose="020B0604020202020204" pitchFamily="34" charset="0"/>
              </a:rPr>
              <a:t> şablonunu açmaq üçün.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Edit</a:t>
            </a:r>
            <a:r>
              <a:rPr lang="az-Latn-AZ" altLang="en-US" sz="1300" b="1">
                <a:solidFill>
                  <a:schemeClr val="accent4"/>
                </a:solidFill>
                <a:latin typeface="Arial" panose="020B0604020202020204" pitchFamily="34" charset="0"/>
              </a:rPr>
              <a:t> şablonu açıldıqdan sonra nələrisə dəyişərək həmin dəyişiklikləri yadda saxlamaq üçün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UPDATE() </a:t>
            </a:r>
            <a:r>
              <a:rPr lang="az-Latn-AZ" altLang="en-US" sz="1300" b="1">
                <a:solidFill>
                  <a:schemeClr val="accent4"/>
                </a:solidFill>
                <a:latin typeface="Arial" panose="020B0604020202020204" pitchFamily="34" charset="0"/>
              </a:rPr>
              <a:t>funksiyasından istifadə edəcəyik.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accent4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05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317ED-2D72-CD4B-6AB4-03839A713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8C1872-794B-BC76-75C6-9C0592CE01AE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Art</a:t>
            </a:r>
            <a:r>
              <a:rPr lang="az-Latn-AZ" altLang="en-US" sz="1300">
                <a:latin typeface="Arial" panose="020B0604020202020204" pitchFamily="34" charset="0"/>
              </a:rPr>
              <a:t>ıq </a:t>
            </a:r>
            <a:r>
              <a:rPr lang="az-Latn-AZ" altLang="en-US" sz="1300" b="1">
                <a:latin typeface="Arial" panose="020B0604020202020204" pitchFamily="34" charset="0"/>
              </a:rPr>
              <a:t>edit.blade.php </a:t>
            </a:r>
            <a:r>
              <a:rPr lang="az-Latn-AZ" altLang="en-US" sz="1300">
                <a:latin typeface="Arial" panose="020B0604020202020204" pitchFamily="34" charset="0"/>
              </a:rPr>
              <a:t>faylını redaktə edə bilərik. Bunun üçün ilk öncə </a:t>
            </a:r>
            <a:r>
              <a:rPr lang="az-Latn-AZ" altLang="en-US" sz="1300" b="1">
                <a:latin typeface="Arial" panose="020B0604020202020204" pitchFamily="34" charset="0"/>
              </a:rPr>
              <a:t>PostController</a:t>
            </a:r>
            <a:r>
              <a:rPr lang="az-Latn-AZ" altLang="en-US" sz="1300">
                <a:latin typeface="Arial" panose="020B0604020202020204" pitchFamily="34" charset="0"/>
              </a:rPr>
              <a:t> -in </a:t>
            </a:r>
            <a:r>
              <a:rPr lang="az-Latn-AZ" altLang="en-US" sz="1300" b="1">
                <a:latin typeface="Arial" panose="020B0604020202020204" pitchFamily="34" charset="0"/>
              </a:rPr>
              <a:t>edit() </a:t>
            </a:r>
            <a:r>
              <a:rPr lang="az-Latn-AZ" altLang="en-US" sz="1300">
                <a:latin typeface="Arial" panose="020B0604020202020204" pitchFamily="34" charset="0"/>
              </a:rPr>
              <a:t>funksiyasına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modelinidə çağıraq ki, </a:t>
            </a:r>
            <a:r>
              <a:rPr lang="az-Latn-AZ" altLang="en-US" sz="1300" b="1">
                <a:latin typeface="Arial" panose="020B0604020202020204" pitchFamily="34" charset="0"/>
              </a:rPr>
              <a:t>edit</a:t>
            </a:r>
            <a:r>
              <a:rPr lang="az-Latn-AZ" altLang="en-US" sz="1300">
                <a:latin typeface="Arial" panose="020B0604020202020204" pitchFamily="34" charset="0"/>
              </a:rPr>
              <a:t> səhifəsində uyğun kateqoriyaları göstərə bilək.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711796-1BD3-FF33-2D17-447671870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099" y="1782494"/>
            <a:ext cx="4355901" cy="5075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D4D831-187C-DDE3-DEB8-2E976CB3B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782494"/>
            <a:ext cx="7505700" cy="507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30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C1ED9-4B8B-7795-E83E-CB2C0C8A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F5B9CE-858A-C061-C2F9-8E0BA0B619F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1FBF61-43B0-44C1-BA45-BF3383ADC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5" y="95250"/>
            <a:ext cx="5379505" cy="342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5C7DE8-0018-8824-60A2-BF26ED757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262" y="3032166"/>
            <a:ext cx="6126843" cy="37305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9723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6020F-2D13-95AB-0B01-CEAA87B8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3B3DFD-5A24-FF32-0DFC-593E90B7C6D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2019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3045</TotalTime>
  <Words>504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341</cp:revision>
  <dcterms:created xsi:type="dcterms:W3CDTF">2025-04-12T11:00:44Z</dcterms:created>
  <dcterms:modified xsi:type="dcterms:W3CDTF">2025-05-18T17:08:37Z</dcterms:modified>
</cp:coreProperties>
</file>