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1" r:id="rId2"/>
    <p:sldId id="402" r:id="rId3"/>
    <p:sldId id="403" r:id="rId4"/>
    <p:sldId id="404" r:id="rId5"/>
    <p:sldId id="405" r:id="rId6"/>
    <p:sldId id="406" r:id="rId7"/>
    <p:sldId id="40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217714" y="255046"/>
            <a:ext cx="11756571" cy="368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İndi, </a:t>
            </a:r>
            <a:r>
              <a:rPr lang="az-Latn-AZ" altLang="en-US" sz="1300" b="1">
                <a:latin typeface="Arial" panose="020B0604020202020204" pitchFamily="34" charset="0"/>
              </a:rPr>
              <a:t>POST</a:t>
            </a:r>
            <a:r>
              <a:rPr lang="az-Latn-AZ" altLang="en-US" sz="1300">
                <a:latin typeface="Arial" panose="020B0604020202020204" pitchFamily="34" charset="0"/>
              </a:rPr>
              <a:t> cədvəlinə əlavə edilən dataları </a:t>
            </a:r>
            <a:r>
              <a:rPr lang="az-Latn-AZ" altLang="en-US" sz="1300" b="1">
                <a:latin typeface="Arial" panose="020B0604020202020204" pitchFamily="34" charset="0"/>
              </a:rPr>
              <a:t>index.blade.php </a:t>
            </a:r>
            <a:r>
              <a:rPr lang="az-Latn-AZ" altLang="en-US" sz="1300">
                <a:latin typeface="Arial" panose="020B0604020202020204" pitchFamily="34" charset="0"/>
              </a:rPr>
              <a:t>səhifəsində göstərəcəyik.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Nəzərə alınacaq əsas şeylərdən birisi şəkilləri əlavə edərkən: </a:t>
            </a:r>
            <a:r>
              <a:rPr lang="az-Latn-AZ" altLang="en-US" sz="1300" b="1">
                <a:latin typeface="Arial" panose="020B0604020202020204" pitchFamily="34" charset="0"/>
              </a:rPr>
              <a:t>php artisan storage:link</a:t>
            </a:r>
            <a:r>
              <a:rPr lang="az-Latn-AZ" altLang="en-US" sz="1300">
                <a:latin typeface="Arial" panose="020B0604020202020204" pitchFamily="34" charset="0"/>
              </a:rPr>
              <a:t> əmrinin verilmiş olmasıdır. Hal hazırki proyektdə bu əmri verməmişik deyə ilk öncə həmin əmri yazırıq terminalda.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300">
                <a:latin typeface="Arial" panose="020B0604020202020204" pitchFamily="34" charset="0"/>
              </a:rPr>
              <a:t>B</a:t>
            </a:r>
            <a:r>
              <a:rPr lang="az-Latn-AZ" altLang="en-US" sz="1300">
                <a:latin typeface="Arial" panose="020B0604020202020204" pitchFamily="34" charset="0"/>
              </a:rPr>
              <a:t>irdə ki,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.env </a:t>
            </a:r>
            <a:r>
              <a:rPr lang="az-Latn-AZ" altLang="en-US" sz="1300">
                <a:latin typeface="Arial" panose="020B0604020202020204" pitchFamily="34" charset="0"/>
              </a:rPr>
              <a:t>faylında </a:t>
            </a:r>
            <a:r>
              <a:rPr lang="en-US" sz="1400" b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FILESYSTEM_DISK</a:t>
            </a:r>
            <a:r>
              <a:rPr lang="az-Latn-AZ" altLang="en-US" sz="1300">
                <a:latin typeface="Arial" panose="020B0604020202020204" pitchFamily="34" charset="0"/>
              </a:rPr>
              <a:t> dəyərini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local</a:t>
            </a:r>
            <a:r>
              <a:rPr lang="az-Latn-AZ" altLang="en-US" sz="1300">
                <a:latin typeface="Arial" panose="020B0604020202020204" pitchFamily="34" charset="0"/>
              </a:rPr>
              <a:t> -dan 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public</a:t>
            </a:r>
            <a:r>
              <a:rPr lang="az-Latn-AZ" altLang="en-US" sz="1300">
                <a:latin typeface="Arial" panose="020B0604020202020204" pitchFamily="34" charset="0"/>
              </a:rPr>
              <a:t> -ə dəyişirik. Əks halda, </a:t>
            </a:r>
            <a:r>
              <a:rPr lang="az-Latn-AZ" altLang="en-US" sz="1300" b="1">
                <a:latin typeface="Arial" panose="020B0604020202020204" pitchFamily="34" charset="0"/>
              </a:rPr>
              <a:t>post</a:t>
            </a:r>
            <a:r>
              <a:rPr lang="az-Latn-AZ" altLang="en-US" sz="1300">
                <a:latin typeface="Arial" panose="020B0604020202020204" pitchFamily="34" charset="0"/>
              </a:rPr>
              <a:t> əlavə etdiyimizdə şəkilləri heç qovluğa yükləyə bilmərik.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776EC8-74B1-3F5D-2494-94941E5C2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205577"/>
            <a:ext cx="9888330" cy="16290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7CD7C9-991B-45B6-7051-66DC650FE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4042473"/>
            <a:ext cx="3181794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Faydalı qeyd: İnput taglərini </a:t>
            </a:r>
            <a:r>
              <a:rPr lang="az-Latn-AZ" altLang="en-US" sz="1300" b="1">
                <a:latin typeface="Arial" panose="020B0604020202020204" pitchFamily="34" charset="0"/>
              </a:rPr>
              <a:t>auto</a:t>
            </a:r>
            <a:r>
              <a:rPr lang="az-Latn-AZ" altLang="en-US" sz="1300">
                <a:latin typeface="Arial" panose="020B0604020202020204" pitchFamily="34" charset="0"/>
              </a:rPr>
              <a:t> doldurmaq üçün </a:t>
            </a:r>
            <a:r>
              <a:rPr lang="az-Latn-AZ" altLang="en-US" sz="1300" b="1">
                <a:latin typeface="Arial" panose="020B0604020202020204" pitchFamily="34" charset="0"/>
              </a:rPr>
              <a:t>Fake Filler </a:t>
            </a:r>
            <a:r>
              <a:rPr lang="az-Latn-AZ" altLang="en-US" sz="1300">
                <a:latin typeface="Arial" panose="020B0604020202020204" pitchFamily="34" charset="0"/>
              </a:rPr>
              <a:t>adlı </a:t>
            </a:r>
            <a:r>
              <a:rPr lang="az-Latn-AZ" altLang="en-US" sz="1300" b="1">
                <a:latin typeface="Arial" panose="020B0604020202020204" pitchFamily="34" charset="0"/>
              </a:rPr>
              <a:t>chrome</a:t>
            </a:r>
            <a:r>
              <a:rPr lang="az-Latn-AZ" altLang="en-US" sz="1300">
                <a:latin typeface="Arial" panose="020B0604020202020204" pitchFamily="34" charset="0"/>
              </a:rPr>
              <a:t> alətini yükləyə bilərsiz.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CFFA3B-1533-ADC2-F70E-300FF72A2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8400"/>
            <a:ext cx="12192000" cy="52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124418"/>
            <a:ext cx="11756571" cy="568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100">
                <a:latin typeface="Arial" panose="020B0604020202020204" pitchFamily="34" charset="0"/>
              </a:rPr>
              <a:t>Post m</a:t>
            </a:r>
            <a:r>
              <a:rPr lang="az-Latn-AZ" altLang="en-US" sz="1100">
                <a:latin typeface="Arial" panose="020B0604020202020204" pitchFamily="34" charset="0"/>
              </a:rPr>
              <a:t>əlumatlarını ekrana çap edirik. </a:t>
            </a:r>
            <a:r>
              <a:rPr lang="az-Latn-AZ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category_id </a:t>
            </a:r>
            <a:r>
              <a:rPr lang="az-Latn-AZ" altLang="en-US" sz="1100">
                <a:latin typeface="Arial" panose="020B0604020202020204" pitchFamily="34" charset="0"/>
              </a:rPr>
              <a:t>olan yeri sonra düzəldəcəyik. Hələki bu cür qalsın. </a:t>
            </a:r>
            <a:r>
              <a:rPr lang="az-Latn-AZ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strtotime</a:t>
            </a:r>
            <a:r>
              <a:rPr lang="az-Latn-AZ" altLang="en-US" sz="1100">
                <a:latin typeface="Arial" panose="020B0604020202020204" pitchFamily="34" charset="0"/>
              </a:rPr>
              <a:t> — funksiyası PHP-də mətn (string) formatında verilmiş bir tarixi ifadəni, Unix zaman damğasına (timestamp) çevirən funksiyadır. Bu zaman damğası, 1 Yanvar 1970 UTC tarixindən etibarən keçmiş olan saniyə sayını göstərir.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94F599-93BF-2B05-6108-5CECEA2A4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1275"/>
            <a:ext cx="12192000" cy="604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0AAF9-DC63-7DAC-5F8E-BDA93E1BB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987CF8-37E0-803E-DA7D-B837CF4DBF80}"/>
              </a:ext>
            </a:extLst>
          </p:cNvPr>
          <p:cNvSpPr txBox="1"/>
          <p:nvPr/>
        </p:nvSpPr>
        <p:spPr>
          <a:xfrm>
            <a:off x="217714" y="255046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Əsas məqsədləri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Verilən tarixi "timestamp" formatına çevirmək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Tarix üzərində riyazi əməliyyatlar aparmaq (gün, ay, il, saat və s. əlavə etmək və ya çıxmaq)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Dinamik tarix hesablamaları aparmaq (məsələn: "next Monday", "+1 week", "-2 days" və s.)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853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5A6EC-20E4-DB3F-FC21-C44866C7F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7DE368-ADE7-28C1-491C-BA5572E614F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B7ACFF-4C40-EDCB-784D-02942F57D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6881"/>
            <a:ext cx="12192000" cy="41042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49586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89952-E1B4-4A4E-C8C4-2EBB0F215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2ADDE0-9021-36DA-5399-B58B2F29599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4824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3160</TotalTime>
  <Words>212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338</cp:revision>
  <dcterms:created xsi:type="dcterms:W3CDTF">2025-04-12T11:00:44Z</dcterms:created>
  <dcterms:modified xsi:type="dcterms:W3CDTF">2025-05-17T07:45:44Z</dcterms:modified>
</cp:coreProperties>
</file>