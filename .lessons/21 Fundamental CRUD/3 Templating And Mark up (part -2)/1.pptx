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3" r:id="rId3"/>
    <p:sldId id="402" r:id="rId4"/>
    <p:sldId id="400" r:id="rId5"/>
    <p:sldId id="404" r:id="rId6"/>
    <p:sldId id="405" r:id="rId7"/>
    <p:sldId id="407" r:id="rId8"/>
    <p:sldId id="408" r:id="rId9"/>
    <p:sldId id="409" r:id="rId10"/>
    <p:sldId id="4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9459335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Templating dərsimizin dəvamında 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səhifəmizi yaradacağıq. Addımlar aşağı şəkildəki kimi olacaq.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Eyni </a:t>
            </a: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lang="az-Latn-AZ" altLang="en-US" sz="1300">
                <a:latin typeface="Arial" panose="020B0604020202020204" pitchFamily="34" charset="0"/>
              </a:rPr>
              <a:t>əhifəsini copy past edirik və </a:t>
            </a:r>
            <a:r>
              <a:rPr lang="az-Latn-AZ" altLang="en-US" sz="1300" b="1">
                <a:latin typeface="Arial" panose="020B0604020202020204" pitchFamily="34" charset="0"/>
              </a:rPr>
              <a:t>table</a:t>
            </a:r>
            <a:r>
              <a:rPr lang="az-Latn-AZ" altLang="en-US" sz="1300">
                <a:latin typeface="Arial" panose="020B0604020202020204" pitchFamily="34" charset="0"/>
              </a:rPr>
              <a:t> tag-lərini silirik. Onun yerinə sonra </a:t>
            </a:r>
            <a:r>
              <a:rPr lang="az-Latn-AZ" altLang="en-US" sz="1300" b="1"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taglərini yazacağıq.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controllerdə create() metoduna bu create səhifəsini return etsin deyirik.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Daha sonra isə, </a:t>
            </a: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səhifəsindəki </a:t>
            </a:r>
            <a:r>
              <a:rPr lang="en-US" altLang="en-US" sz="1300" b="1">
                <a:latin typeface="Arial" panose="020B0604020202020204" pitchFamily="34" charset="0"/>
              </a:rPr>
              <a:t>&lt;a&gt; </a:t>
            </a:r>
            <a:r>
              <a:rPr lang="az-Latn-AZ" altLang="en-US" sz="1300">
                <a:latin typeface="Arial" panose="020B0604020202020204" pitchFamily="34" charset="0"/>
              </a:rPr>
              <a:t>taginə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təyin edirik ki, `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` yazısını kliklədikdə </a:t>
            </a:r>
            <a:r>
              <a:rPr lang="az-Latn-AZ" altLang="en-US" sz="1300" b="1">
                <a:latin typeface="Arial" panose="020B0604020202020204" pitchFamily="34" charset="0"/>
              </a:rPr>
              <a:t>create.blade.php </a:t>
            </a:r>
            <a:r>
              <a:rPr lang="az-Latn-AZ" altLang="en-US" sz="1300">
                <a:latin typeface="Arial" panose="020B0604020202020204" pitchFamily="34" charset="0"/>
              </a:rPr>
              <a:t>səhifəsinə yönləndirilək. </a:t>
            </a:r>
            <a:r>
              <a:rPr lang="az-Latn-AZ" altLang="en-US" sz="1300" b="1">
                <a:latin typeface="Arial" panose="020B0604020202020204" pitchFamily="34" charset="0"/>
              </a:rPr>
              <a:t>route(</a:t>
            </a:r>
            <a:r>
              <a:rPr lang="en-US" altLang="en-US" sz="1300" b="1">
                <a:latin typeface="Arial" panose="020B0604020202020204" pitchFamily="34" charset="0"/>
              </a:rPr>
              <a:t>‘posts.create’</a:t>
            </a:r>
            <a:r>
              <a:rPr lang="az-Latn-AZ" altLang="en-US" sz="1300" b="1">
                <a:latin typeface="Arial" panose="020B0604020202020204" pitchFamily="34" charset="0"/>
              </a:rPr>
              <a:t>) </a:t>
            </a:r>
            <a:r>
              <a:rPr lang="az-Latn-AZ" altLang="en-US" sz="1300">
                <a:latin typeface="Arial" panose="020B0604020202020204" pitchFamily="34" charset="0"/>
              </a:rPr>
              <a:t>metodunda yazdığımız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posts.create </a:t>
            </a:r>
            <a:r>
              <a:rPr lang="az-Latn-AZ" altLang="en-US" sz="1300">
                <a:latin typeface="Arial" panose="020B0604020202020204" pitchFamily="34" charset="0"/>
              </a:rPr>
              <a:t>yazısını terminalda 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php artisan route:list </a:t>
            </a:r>
            <a:r>
              <a:rPr lang="az-Latn-AZ" altLang="en-US" sz="1300">
                <a:latin typeface="Arial" panose="020B0604020202020204" pitchFamily="34" charset="0"/>
              </a:rPr>
              <a:t>əmrini yazaraq əldə etdiyimiz siyahıdan götürürük. 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8E915-F784-90DF-8A65-BEEFDD8D3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939" y="0"/>
            <a:ext cx="2054410" cy="1159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1F52FB-141B-14E6-DAEB-F383E23FF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9107"/>
            <a:ext cx="12192000" cy="3658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9D9720-EE2D-A269-B8C3-0845EF0C6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241" y="1478716"/>
            <a:ext cx="2048759" cy="13127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İndi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səhifəmizi formalaşdıra bilərik. </a:t>
            </a:r>
            <a:r>
              <a:rPr lang="az-Latn-AZ" altLang="en-US" sz="1300">
                <a:latin typeface="Arial" panose="020B0604020202020204" pitchFamily="34" charset="0"/>
              </a:rPr>
              <a:t>Kodlar və nəticə növbəti slayddadır.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FDDEE-622E-FEF0-3176-EF9ADEABA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410" y="0"/>
            <a:ext cx="678759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FD6F23-0CED-0A89-A955-BFEBEED16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" y="-1"/>
            <a:ext cx="5176401" cy="6858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5802953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səhifəsi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yaratmaq üçündür. Bizim birdə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EDİT</a:t>
            </a:r>
            <a:r>
              <a:rPr lang="az-Latn-AZ" altLang="en-US" sz="1300">
                <a:latin typeface="Arial" panose="020B0604020202020204" pitchFamily="34" charset="0"/>
              </a:rPr>
              <a:t> səhifəsinə ehtiyacımız var ki, əvvəl yaradılan </a:t>
            </a:r>
            <a:r>
              <a:rPr lang="az-Latn-AZ" altLang="en-US" sz="1300" b="1">
                <a:latin typeface="Arial" panose="020B0604020202020204" pitchFamily="34" charset="0"/>
              </a:rPr>
              <a:t>postları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redaktə</a:t>
            </a:r>
            <a:r>
              <a:rPr lang="az-Latn-AZ" altLang="en-US" sz="1300">
                <a:latin typeface="Arial" panose="020B0604020202020204" pitchFamily="34" charset="0"/>
              </a:rPr>
              <a:t> edə bilək.</a:t>
            </a:r>
            <a:r>
              <a:rPr lang="en-US" altLang="en-US" sz="1300">
                <a:latin typeface="Arial" panose="020B0604020202020204" pitchFamily="34" charset="0"/>
              </a:rPr>
              <a:t> Bunun </a:t>
            </a:r>
            <a:r>
              <a:rPr lang="az-Latn-AZ" altLang="en-US" sz="1300">
                <a:latin typeface="Arial" panose="020B0604020202020204" pitchFamily="34" charset="0"/>
              </a:rPr>
              <a:t>üçün </a:t>
            </a:r>
            <a:r>
              <a:rPr lang="az-Latn-AZ" altLang="en-US" sz="1300" b="1">
                <a:latin typeface="Arial" panose="020B0604020202020204" pitchFamily="34" charset="0"/>
              </a:rPr>
              <a:t>create.blade.php</a:t>
            </a:r>
            <a:r>
              <a:rPr lang="az-Latn-AZ" altLang="en-US" sz="1300">
                <a:latin typeface="Arial" panose="020B0604020202020204" pitchFamily="34" charset="0"/>
              </a:rPr>
              <a:t> faylını </a:t>
            </a:r>
            <a:r>
              <a:rPr lang="az-Latn-AZ" altLang="en-US" sz="1300" b="1">
                <a:latin typeface="Arial" panose="020B0604020202020204" pitchFamily="34" charset="0"/>
              </a:rPr>
              <a:t>copy past </a:t>
            </a:r>
            <a:r>
              <a:rPr lang="az-Latn-AZ" altLang="en-US" sz="1300">
                <a:latin typeface="Arial" panose="020B0604020202020204" pitchFamily="34" charset="0"/>
              </a:rPr>
              <a:t>edirik. </a:t>
            </a:r>
            <a:endParaRPr lang="en-US" altLang="en-US" sz="1300"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Hələki redaktə falan etmirik sadəcə </a:t>
            </a:r>
            <a:r>
              <a:rPr lang="az-Latn-AZ" altLang="en-US" sz="1300">
                <a:latin typeface="Arial" panose="020B0604020202020204" pitchFamily="34" charset="0"/>
              </a:rPr>
              <a:t>yaradaq bu faylı. Sonra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TRASHED</a:t>
            </a:r>
            <a:r>
              <a:rPr lang="az-Latn-AZ" altLang="en-US" sz="1300">
                <a:latin typeface="Arial" panose="020B0604020202020204" pitchFamily="34" charset="0"/>
              </a:rPr>
              <a:t> faylını yaradacağıq.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599D52-FB7D-7E74-287A-F1F94FC29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334" y="0"/>
            <a:ext cx="6017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591E-8093-CCBB-65A3-9EF8E981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1DEF2-E66A-DBAA-E132-A360D8743D45}"/>
              </a:ext>
            </a:extLst>
          </p:cNvPr>
          <p:cNvSpPr txBox="1"/>
          <p:nvPr/>
        </p:nvSpPr>
        <p:spPr>
          <a:xfrm>
            <a:off x="217714" y="255046"/>
            <a:ext cx="2299243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Trashed</a:t>
            </a:r>
            <a:r>
              <a:rPr lang="az-Latn-AZ" altLang="en-US" sz="1300">
                <a:latin typeface="Arial" panose="020B0604020202020204" pitchFamily="34" charset="0"/>
              </a:rPr>
              <a:t> faylını yaratmaq üçün də, </a:t>
            </a: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faylını copy past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BACF3-2218-1394-33D2-187022D0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013" y="0"/>
            <a:ext cx="943498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E9BE1E-9FAD-DC4A-1328-AF221F1A2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71787"/>
            <a:ext cx="2505425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02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6F6FD-04E1-DA6C-04A2-6E14F893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ED9595-6E34-FFB0-9866-8DA5EE10591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734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F02A-5EA6-3513-A003-ED49E030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243043-890C-007A-1E7C-E7643D3845B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37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9652-8B6A-7E23-7DAA-31926A1CB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CCAEFF-59FB-385C-2E0F-0819CCED985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529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2F89-224B-0EEF-2F96-15F9ACAF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797D4-77C2-8BE5-BC0D-0A704150537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479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30BA-C5A9-A2CA-9663-2CE9332E9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D10E6-F870-ED9D-4E14-8A4B29D9B8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882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2986</TotalTime>
  <Words>187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335</cp:revision>
  <dcterms:created xsi:type="dcterms:W3CDTF">2025-04-12T11:00:44Z</dcterms:created>
  <dcterms:modified xsi:type="dcterms:W3CDTF">2025-05-16T16:06:39Z</dcterms:modified>
</cp:coreProperties>
</file>