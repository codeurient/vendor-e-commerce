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0" r:id="rId3"/>
    <p:sldId id="402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öncə `</a:t>
            </a:r>
            <a:r>
              <a:rPr lang="az-Latn-AZ" altLang="en-US" sz="1300" b="1">
                <a:latin typeface="Arial" panose="020B0604020202020204" pitchFamily="34" charset="0"/>
              </a:rPr>
              <a:t>laravel_test2</a:t>
            </a:r>
            <a:r>
              <a:rPr lang="az-Latn-AZ" altLang="en-US" sz="1300">
                <a:latin typeface="Arial" panose="020B0604020202020204" pitchFamily="34" charset="0"/>
              </a:rPr>
              <a:t>` adında yeni bir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yaradırıq.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C19A4-B9E6-8841-9E83-C43661C8D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4" y="3497345"/>
            <a:ext cx="6326131" cy="32569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26727-15AE-65E0-09F3-0C3F099B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747" y="3497345"/>
            <a:ext cx="4218538" cy="32569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köhnə proyekti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silirik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hər şeyi təkrar yenidən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quraşdırırıq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Proyektimizin adını əvvəl yaratdıqda, qovluğa 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VENDOR-E-COMMERCE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adını vermişdik və bu adı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itirməmək üçün yenidən proyekti yaratdıqda </a:t>
            </a:r>
            <a:r>
              <a:rPr lang="en-US" altLang="en-US" sz="1300" b="1">
                <a:latin typeface="Arial" panose="020B0604020202020204" pitchFamily="34" charset="0"/>
              </a:rPr>
              <a:t>NEW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adını veririk və içindəkiləri həmin kövluqdan köçürürük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VENDOR-E-COMMERCE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qovluğuna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NE</a:t>
            </a:r>
            <a:r>
              <a:rPr lang="en-US" altLang="en-US" sz="1300" b="1">
                <a:latin typeface="Arial" panose="020B0604020202020204" pitchFamily="34" charset="0"/>
              </a:rPr>
              <a:t>W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qovluğunu silirik.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6DE4B-9D49-2A1C-2592-074FF849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522" y="25924"/>
            <a:ext cx="2705478" cy="2638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0AF5B-D8EE-5670-E9C5-7D6544BCD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950590"/>
            <a:ext cx="8052543" cy="388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7512265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.env </a:t>
            </a:r>
            <a:r>
              <a:rPr lang="az-Latn-AZ" altLang="en-US" sz="1300">
                <a:latin typeface="Arial" panose="020B0604020202020204" pitchFamily="34" charset="0"/>
              </a:rPr>
              <a:t>faylını konfiquryası edirik və terminalda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php artisan migrate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əmrini işə salaraq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-si doldururuq.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Doldururuq dedikdə yəni əslində hələki çox bir şey olmayacaq. Terminaldan da görüldüyü kimi</a:t>
            </a:r>
            <a:r>
              <a:rPr lang="en-US" altLang="en-US" sz="1300">
                <a:latin typeface="Arial" panose="020B0604020202020204" pitchFamily="34" charset="0"/>
              </a:rPr>
              <a:t>,</a:t>
            </a:r>
            <a:r>
              <a:rPr lang="az-Latn-AZ" altLang="en-US" sz="1300">
                <a:latin typeface="Arial" panose="020B0604020202020204" pitchFamily="34" charset="0"/>
              </a:rPr>
              <a:t> ilkin laravelin cədvəlləridir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-sə yüklənən.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16329-3495-61E7-C48D-B4CDF83B4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28" y="0"/>
            <a:ext cx="4278872" cy="2865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5A646B-023C-5DC0-040A-B49B05BB6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0785"/>
            <a:ext cx="8618094" cy="373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93D2-72BD-B834-3302-5892BCD0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9E4075-ADF2-906C-B190-8ED9CF8D1FD6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ostController </a:t>
            </a:r>
            <a:r>
              <a:rPr lang="az-Latn-AZ" altLang="en-US" sz="1300">
                <a:latin typeface="Arial" panose="020B0604020202020204" pitchFamily="34" charset="0"/>
              </a:rPr>
              <a:t>adında controller yaradırıq.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ilk öncə terminalda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route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:list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latin typeface="Arial" panose="020B0604020202020204" pitchFamily="34" charset="0"/>
              </a:rPr>
              <a:t> yazaraq hal haz</a:t>
            </a:r>
            <a:r>
              <a:rPr lang="az-Latn-AZ" altLang="en-US" sz="1300">
                <a:latin typeface="Arial" panose="020B0604020202020204" pitchFamily="34" charset="0"/>
              </a:rPr>
              <a:t>ırda mövcud olan bütün router -ları görək.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Ardı növbəti slaydda...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5D9139-8116-ECDD-E2E8-FF8B7F6D7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81847"/>
            <a:ext cx="8259328" cy="176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503CFD-DE1C-EC91-4238-14636C875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8621"/>
            <a:ext cx="12192000" cy="218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5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2AFB-2E31-C462-4855-931099A5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E4E05-EA2A-8A91-F957-2E14BA6C175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isə, </a:t>
            </a:r>
            <a:r>
              <a:rPr lang="az-Latn-AZ" altLang="en-US" sz="1300" b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yaradaq və eyni əmri təkrar terminalda yazaq. Aradakı fərq aşağı şəkildəki kimi olacaq. İzahı növbəti slaydda...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C1A36-87BD-32F2-BE9C-0E588631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89944"/>
            <a:ext cx="12192000" cy="556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4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BC3AE-E8DF-43BA-E5AB-FACACFEE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11129-4DBC-571A-1359-9EB90F85EB87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php artisan make:controller PostController -r</a:t>
            </a:r>
            <a:endParaRPr kumimoji="0" lang="az-Latn-AZ" altLang="en-US" sz="1300" b="1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əmr Laravel-də bir controller yaratmaq üçün istifadə olunur.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make:controller PostController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app/Http/Controllers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PostController.php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controller faylını yaradır.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--resource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flaqı isə Laravel-ə bildirir ki, bu controller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controller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olsun.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Resource Controller nədir?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Laravel-də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routelara uyğun olan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metodu avtomatik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yaradan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Yəni,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flaqı bu metodları avtomatik şəkildə controller faylınızın içərisinə əlavə edir.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metodlar aşağıdakılardır: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F58FD-B057-AA58-B742-F1EEBB3CF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4308285"/>
            <a:ext cx="4354285" cy="254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0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49A11-EFBA-B016-5633-095745AE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0FC477-888D-65C3-85D1-18062F8C41A9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2) php artisan route:list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əmr Laravel layihəsindəki bütün mövcud routeları (yolları) terminalda sadalayır.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 nəticəsində aşağıdakı məlumatları görmək mümkündür: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metodu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GET, POST, PUT, DELETE və 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 (Path)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/posts, /posts/create və 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Əgər routelara name() metodu ilə ad verilmişsə.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Hansı controller və metodla əlaqəli olduğunu göstərir (məsələn: PostController@index)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Route üçün təyin olunmuş middleware-lər.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Route::resource('posts', PostController::class);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php artisan route:list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nəticəsi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sətir Laravel-də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routing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edərək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PostController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-ə bağlı 7 əsas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yaradır.</a:t>
            </a: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 belə tərcümə olunur: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prefix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 istifadə et və bu routeları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PostController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-dəki müvafiq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metodlara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yönləndir."</a:t>
            </a:r>
          </a:p>
        </p:txBody>
      </p:sp>
    </p:spTree>
    <p:extLst>
      <p:ext uri="{BB962C8B-B14F-4D97-AF65-F5344CB8AC3E}">
        <p14:creationId xmlns:p14="http://schemas.microsoft.com/office/powerpoint/2010/main" val="273044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E2DB-B7E6-7C11-31D9-12F6B6EE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63C8B1-D3CA-0375-6A71-09898759E08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Aşağıda gördüyünüz terminal nəticəsi isə bu routeları sadalayır: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0C8135-C137-B59B-7961-18673FFC1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948695"/>
              </p:ext>
            </p:extLst>
          </p:nvPr>
        </p:nvGraphicFramePr>
        <p:xfrm>
          <a:off x="217714" y="878195"/>
          <a:ext cx="11037892" cy="4825024"/>
        </p:xfrm>
        <a:graphic>
          <a:graphicData uri="http://schemas.openxmlformats.org/drawingml/2006/table">
            <a:tbl>
              <a:tblPr/>
              <a:tblGrid>
                <a:gridCol w="2759473">
                  <a:extLst>
                    <a:ext uri="{9D8B030D-6E8A-4147-A177-3AD203B41FA5}">
                      <a16:colId xmlns:a16="http://schemas.microsoft.com/office/drawing/2014/main" val="2161945968"/>
                    </a:ext>
                  </a:extLst>
                </a:gridCol>
                <a:gridCol w="2759473">
                  <a:extLst>
                    <a:ext uri="{9D8B030D-6E8A-4147-A177-3AD203B41FA5}">
                      <a16:colId xmlns:a16="http://schemas.microsoft.com/office/drawing/2014/main" val="1698619775"/>
                    </a:ext>
                  </a:extLst>
                </a:gridCol>
                <a:gridCol w="2759473">
                  <a:extLst>
                    <a:ext uri="{9D8B030D-6E8A-4147-A177-3AD203B41FA5}">
                      <a16:colId xmlns:a16="http://schemas.microsoft.com/office/drawing/2014/main" val="1742168975"/>
                    </a:ext>
                  </a:extLst>
                </a:gridCol>
                <a:gridCol w="2759473">
                  <a:extLst>
                    <a:ext uri="{9D8B030D-6E8A-4147-A177-3AD203B41FA5}">
                      <a16:colId xmlns:a16="http://schemas.microsoft.com/office/drawing/2014/main" val="3741904647"/>
                    </a:ext>
                  </a:extLst>
                </a:gridCol>
              </a:tblGrid>
              <a:tr h="603128">
                <a:tc>
                  <a:txBody>
                    <a:bodyPr/>
                    <a:lstStyle/>
                    <a:p>
                      <a:r>
                        <a:rPr lang="en-US" b="1"/>
                        <a:t>HTTP Metodu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URI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Method in Controller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Açıklama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621350"/>
                  </a:ext>
                </a:extLst>
              </a:tr>
              <a:tr h="603128"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/posts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index()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Bütün postları göstərir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409727"/>
                  </a:ext>
                </a:extLst>
              </a:tr>
              <a:tr h="603128"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/posts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Yeni postu yadda saxlayır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006911"/>
                  </a:ext>
                </a:extLst>
              </a:tr>
              <a:tr h="603128"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/posts/create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Yeni post formunu göstərir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525240"/>
                  </a:ext>
                </a:extLst>
              </a:tr>
              <a:tr h="603128"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/posts/{post}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show()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Tək post göstərir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47109"/>
                  </a:ext>
                </a:extLst>
              </a:tr>
              <a:tr h="603128">
                <a:tc>
                  <a:txBody>
                    <a:bodyPr/>
                    <a:lstStyle/>
                    <a:p>
                      <a:r>
                        <a:rPr lang="en-US"/>
                        <a:t>PUT / PATCH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/posts/{post}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update()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postu yeniləyir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42581"/>
                  </a:ext>
                </a:extLst>
              </a:tr>
              <a:tr h="603128">
                <a:tc>
                  <a:txBody>
                    <a:bodyPr/>
                    <a:lstStyle/>
                    <a:p>
                      <a:r>
                        <a:rPr lang="en-US"/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/posts/{post}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destroy()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postu silir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553466"/>
                  </a:ext>
                </a:extLst>
              </a:tr>
              <a:tr h="603128"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/posts/{post}/edit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edit()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 redaktə formu göstərir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6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89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FC9A-F3BE-EB3A-143E-192E34AF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15C66-1E37-B67A-A097-D55FA0C4E573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Artıq bir şablon yarada və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lang="en-US" altLang="en-US" sz="1300">
                <a:latin typeface="Arial" panose="020B0604020202020204" pitchFamily="34" charset="0"/>
              </a:rPr>
              <a:t>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az-Latn-AZ" altLang="en-US" sz="1300">
                <a:latin typeface="Arial" panose="020B0604020202020204" pitchFamily="34" charset="0"/>
              </a:rPr>
              <a:t>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necə işlədiyini tes</a:t>
            </a:r>
            <a:r>
              <a:rPr lang="az-Latn-AZ" altLang="en-US" sz="1300">
                <a:latin typeface="Arial" panose="020B0604020202020204" pitchFamily="34" charset="0"/>
              </a:rPr>
              <a:t>t edə bilərik.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4EE43-4C25-6952-AECE-4D5A7AA5D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3387"/>
            <a:ext cx="12192000" cy="478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5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3028-8B57-12E9-E0A1-636EF483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A2A28-0786-499B-ADB0-85E1B8880FF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9F33B-FF47-9313-62D2-10E6EF82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2200103"/>
            <a:ext cx="7382905" cy="24577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837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8277-2CE3-F030-57DA-84C7A29B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3E2BD-A894-EC45-E1BF-27723A07FB2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bootstrap </a:t>
            </a:r>
            <a:r>
              <a:rPr lang="az-Latn-AZ" altLang="en-US" sz="1300">
                <a:latin typeface="Arial" panose="020B0604020202020204" pitchFamily="34" charset="0"/>
              </a:rPr>
              <a:t>-in saytından bu cədvəli götürürük və şablonumuzda istifadə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81FAA5-3024-BD00-27E0-56869D27D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37" y="1753233"/>
            <a:ext cx="10869542" cy="49917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857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B8FD-FDAE-F655-9E78-852A2B78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B54C-B726-C938-6DBA-1FB17BA09306}"/>
              </a:ext>
            </a:extLst>
          </p:cNvPr>
          <p:cNvSpPr txBox="1"/>
          <p:nvPr/>
        </p:nvSpPr>
        <p:spPr>
          <a:xfrm>
            <a:off x="217713" y="4713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Şablonumuzu təxmini aşağı şəkildəki kimi yığırıq. Nəticə növbəti slaydda...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B23D3-3445-963D-2DC6-85C1FF431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7"/>
          <a:stretch/>
        </p:blipFill>
        <p:spPr>
          <a:xfrm>
            <a:off x="-1" y="461912"/>
            <a:ext cx="12192000" cy="63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47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ADD7-7178-1AE5-6AEF-22AAEFAA5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D4AA4C-10B9-BE25-C85A-C5816A5B12B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D64CA5-97FD-91F2-396D-9B0D75A9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3261"/>
            <a:ext cx="12192000" cy="3864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814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07A3-3229-C7A0-2E26-3A8BAE90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5919B9-7BAD-AA11-2619-02D960FC83C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6682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1FA0-856F-7B59-A82E-5B891F9B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30B266-3D23-31FC-F90D-78058257FEE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6209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2B85C-7E43-14B9-C37C-DF969698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036F71-F5B1-F5CB-E884-93A43DFF842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1213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5165</TotalTime>
  <Words>538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350</cp:revision>
  <dcterms:created xsi:type="dcterms:W3CDTF">2025-04-12T11:00:44Z</dcterms:created>
  <dcterms:modified xsi:type="dcterms:W3CDTF">2025-05-15T19:29:57Z</dcterms:modified>
</cp:coreProperties>
</file>