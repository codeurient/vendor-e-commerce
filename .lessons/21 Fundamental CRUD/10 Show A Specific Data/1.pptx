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  <p:sldId id="404" r:id="rId6"/>
    <p:sldId id="405" r:id="rId7"/>
    <p:sldId id="406" r:id="rId8"/>
    <p:sldId id="40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Indi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SHOW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səhifəsini yaradacağıq. İlk öncə </a:t>
            </a:r>
            <a:r>
              <a:rPr lang="en-US" altLang="en-US" sz="1300" b="1">
                <a:latin typeface="Arial" panose="020B0604020202020204" pitchFamily="34" charset="0"/>
              </a:rPr>
              <a:t>show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düyməsinə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təyin edirik.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</a:t>
            </a:r>
            <a:r>
              <a:rPr lang="az-Latn-AZ" altLang="en-US" sz="1300" b="1">
                <a:latin typeface="Arial" panose="020B0604020202020204" pitchFamily="34" charset="0"/>
              </a:rPr>
              <a:t>index.blade.php </a:t>
            </a:r>
            <a:r>
              <a:rPr lang="az-Latn-AZ" altLang="en-US" sz="1300">
                <a:latin typeface="Arial" panose="020B0604020202020204" pitchFamily="34" charset="0"/>
              </a:rPr>
              <a:t>faylındakı kodları </a:t>
            </a:r>
            <a:r>
              <a:rPr lang="en-US" altLang="en-US" sz="1300" b="1">
                <a:latin typeface="Arial" panose="020B0604020202020204" pitchFamily="34" charset="0"/>
              </a:rPr>
              <a:t>show.blade.php </a:t>
            </a:r>
            <a:r>
              <a:rPr lang="az-Latn-AZ" altLang="en-US" sz="1300">
                <a:latin typeface="Arial" panose="020B0604020202020204" pitchFamily="34" charset="0"/>
              </a:rPr>
              <a:t>faylına köçürürük. Növbəti slayd....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7C2C5F-5DBF-1BC1-193D-244E1A2A2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047" y="1505964"/>
            <a:ext cx="7110953" cy="535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səhifəsini bu forma yığırıq.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03B986-1460-D442-9F5A-389CAE6A6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261" y="0"/>
            <a:ext cx="67287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Buda </a:t>
            </a:r>
            <a:r>
              <a:rPr lang="en-US" altLang="en-US" sz="1300">
                <a:latin typeface="Arial" panose="020B0604020202020204" pitchFamily="34" charset="0"/>
              </a:rPr>
              <a:t>SHOW </a:t>
            </a:r>
            <a:r>
              <a:rPr lang="az-Latn-AZ" altLang="en-US" sz="1300">
                <a:latin typeface="Arial" panose="020B0604020202020204" pitchFamily="34" charset="0"/>
              </a:rPr>
              <a:t>səhifəsinə göndərdiyimiz datalar.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36446-F80C-55CE-277F-2CE757C2D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151" y="1370834"/>
            <a:ext cx="4648849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6BF0D-603F-DAB4-6CB9-4E8007292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ADB84A-0792-3EFA-8E43-C4AAC0754A2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753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793F7-B5D6-5957-A3BF-ED605E63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31AF4F-C9CC-6080-3673-B95DB73348C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7840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33917-67ED-F5EC-8B31-0C8BE015D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E3C8A6-3C3C-A3EF-D1DB-3DE30AA22ED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3489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12C30-3DDA-FEE9-0A06-286F8ADB0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BF1A71-0702-F6E6-1B39-DE52D3F3E3F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8943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3002</TotalTime>
  <Words>49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331</cp:revision>
  <dcterms:created xsi:type="dcterms:W3CDTF">2025-04-12T11:00:44Z</dcterms:created>
  <dcterms:modified xsi:type="dcterms:W3CDTF">2025-05-20T16:15:44Z</dcterms:modified>
</cp:coreProperties>
</file>