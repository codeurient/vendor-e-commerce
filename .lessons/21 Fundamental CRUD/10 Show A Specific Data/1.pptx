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1" r:id="rId2"/>
    <p:sldId id="402" r:id="rId3"/>
    <p:sldId id="403" r:id="rId4"/>
    <p:sldId id="400" r:id="rId5"/>
    <p:sldId id="404" r:id="rId6"/>
    <p:sldId id="405" r:id="rId7"/>
    <p:sldId id="406" r:id="rId8"/>
    <p:sldId id="40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63835-1EEE-8069-B190-F3BCAF2CF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B7921F-1407-B2A4-3C32-A383E285147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0944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6BF0D-603F-DAB4-6CB9-4E8007292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DB84A-0792-3EFA-8E43-C4AAC0754A2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7538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93F7-B5D6-5957-A3BF-ED605E63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31AF4F-C9CC-6080-3673-B95DB73348C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7840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3917-67ED-F5EC-8B31-0C8BE015D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E3C8A6-3C3C-A3EF-D1DB-3DE30AA22ED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3489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12C30-3DDA-FEE9-0A06-286F8ADB0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BF1A71-0702-F6E6-1B39-DE52D3F3E3F8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8943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2396</TotalTime>
  <Words>8</Words>
  <Application>Microsoft Office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328</cp:revision>
  <dcterms:created xsi:type="dcterms:W3CDTF">2025-04-12T11:00:44Z</dcterms:created>
  <dcterms:modified xsi:type="dcterms:W3CDTF">2025-05-20T06:09:36Z</dcterms:modified>
</cp:coreProperties>
</file>