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1" r:id="rId2"/>
    <p:sldId id="402" r:id="rId3"/>
    <p:sldId id="403" r:id="rId4"/>
    <p:sldId id="40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58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5/13/2025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63835-1EEE-8069-B190-F3BCAF2CF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B7921F-1407-B2A4-3C32-A383E2851470}"/>
              </a:ext>
            </a:extLst>
          </p:cNvPr>
          <p:cNvSpPr txBox="1"/>
          <p:nvPr/>
        </p:nvSpPr>
        <p:spPr>
          <a:xfrm>
            <a:off x="217714" y="255046"/>
            <a:ext cx="11756571" cy="5756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solidFill>
                  <a:srgbClr val="FF0000"/>
                </a:solidFill>
                <a:latin typeface="Arial" panose="020B0604020202020204" pitchFamily="34" charset="0"/>
              </a:rPr>
              <a:t>Bu dərs CRUD sistemini öyrənəcəyik. Nədir CRDU </a:t>
            </a:r>
            <a:r>
              <a:rPr lang="az-Latn-AZ" altLang="en-US" sz="1300">
                <a:latin typeface="Arial" panose="020B0604020202020204" pitchFamily="34" charset="0"/>
              </a:rPr>
              <a:t>? 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Laravel-də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—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Create, Read, Update, Delete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sözlərinin baş hərflərindən ibarət bir anlayışdır və bir model (məlumat obyekti) üzərində ən əsas əməliyyatları ifadə edir.</a:t>
            </a: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az-Latn-AZ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az-Latn-AZ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kumimoji="0" lang="az-Latn-AZ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 əməliyyatlar Laravel-in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model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controller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route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strukturu ilə asanlıqla qurulur və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B050"/>
                </a:solidFill>
                <a:effectLst/>
                <a:latin typeface="Arial" panose="020B0604020202020204" pitchFamily="34" charset="0"/>
              </a:rPr>
              <a:t>M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0070C0"/>
                </a:solidFill>
                <a:effectLst/>
                <a:latin typeface="Arial" panose="020B0604020202020204" pitchFamily="34" charset="0"/>
              </a:rPr>
              <a:t>V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rgbClr val="7030A0"/>
                </a:solidFill>
                <a:effectLst/>
                <a:latin typeface="Arial" panose="020B0604020202020204" pitchFamily="34" charset="0"/>
              </a:rPr>
              <a:t>C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arxitekturasında fundamental rol oynayır.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CRUD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Laravel-də xüsusilə </a:t>
            </a:r>
            <a:r>
              <a:rPr kumimoji="0" lang="en-US" altLang="en-US" sz="13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resource controller </a:t>
            </a: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vasitəsilə effektiv şəkildə idarə olunur.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3567811-ECAA-3D0B-619A-5E3D473895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7692655"/>
              </p:ext>
            </p:extLst>
          </p:nvPr>
        </p:nvGraphicFramePr>
        <p:xfrm>
          <a:off x="217714" y="1831293"/>
          <a:ext cx="7447962" cy="2710590"/>
        </p:xfrm>
        <a:graphic>
          <a:graphicData uri="http://schemas.openxmlformats.org/drawingml/2006/table">
            <a:tbl>
              <a:tblPr/>
              <a:tblGrid>
                <a:gridCol w="2084110">
                  <a:extLst>
                    <a:ext uri="{9D8B030D-6E8A-4147-A177-3AD203B41FA5}">
                      <a16:colId xmlns:a16="http://schemas.microsoft.com/office/drawing/2014/main" val="1535138542"/>
                    </a:ext>
                  </a:extLst>
                </a:gridCol>
                <a:gridCol w="5363852">
                  <a:extLst>
                    <a:ext uri="{9D8B030D-6E8A-4147-A177-3AD203B41FA5}">
                      <a16:colId xmlns:a16="http://schemas.microsoft.com/office/drawing/2014/main" val="1843929089"/>
                    </a:ext>
                  </a:extLst>
                </a:gridCol>
              </a:tblGrid>
              <a:tr h="542118">
                <a:tc>
                  <a:txBody>
                    <a:bodyPr/>
                    <a:lstStyle/>
                    <a:p>
                      <a:r>
                        <a:rPr lang="en-US" b="1"/>
                        <a:t>Əməliyyat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İzah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0851401"/>
                  </a:ext>
                </a:extLst>
              </a:tr>
              <a:tr h="542118">
                <a:tc>
                  <a:txBody>
                    <a:bodyPr/>
                    <a:lstStyle/>
                    <a:p>
                      <a:r>
                        <a:rPr lang="en-US" b="1"/>
                        <a:t>Create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Yeni məlumatı verilənlər bazasına əlavə etmək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3100481"/>
                  </a:ext>
                </a:extLst>
              </a:tr>
              <a:tr h="542118">
                <a:tc>
                  <a:txBody>
                    <a:bodyPr/>
                    <a:lstStyle/>
                    <a:p>
                      <a:r>
                        <a:rPr lang="en-US" b="1"/>
                        <a:t>Read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Məlumatları bazadan oxumaq və göstərmək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0546108"/>
                  </a:ext>
                </a:extLst>
              </a:tr>
              <a:tr h="542118">
                <a:tc>
                  <a:txBody>
                    <a:bodyPr/>
                    <a:lstStyle/>
                    <a:p>
                      <a:r>
                        <a:rPr lang="en-US" b="1"/>
                        <a:t>Update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Mövcud məlumatı dəyişdirmək və yeniləmək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012139"/>
                  </a:ext>
                </a:extLst>
              </a:tr>
              <a:tr h="542118">
                <a:tc>
                  <a:txBody>
                    <a:bodyPr/>
                    <a:lstStyle/>
                    <a:p>
                      <a:r>
                        <a:rPr lang="en-US" b="1"/>
                        <a:t>Delete</a:t>
                      </a:r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Mövcud məlumatı silmək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66978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0944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2398</TotalTime>
  <Words>98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329</cp:revision>
  <dcterms:created xsi:type="dcterms:W3CDTF">2025-04-12T11:00:44Z</dcterms:created>
  <dcterms:modified xsi:type="dcterms:W3CDTF">2025-05-13T16:28:29Z</dcterms:modified>
</cp:coreProperties>
</file>