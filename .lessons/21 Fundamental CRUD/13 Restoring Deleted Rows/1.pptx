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4" r:id="rId3"/>
    <p:sldId id="405" r:id="rId4"/>
    <p:sldId id="406" r:id="rId5"/>
    <p:sldId id="402" r:id="rId6"/>
    <p:sldId id="403" r:id="rId7"/>
    <p:sldId id="40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İndi də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 Delete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etdiyimiz dataları necə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Restore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edə biləcəyimizi öyrənəcəyik.</a:t>
            </a:r>
            <a:r>
              <a:rPr kumimoji="0" lang="ru-RU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az-Latn-AZ" altLang="en-US" sz="1300">
                <a:latin typeface="Arial" panose="020B0604020202020204" pitchFamily="34" charset="0"/>
              </a:rPr>
              <a:t>Yeni bir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yaradırıq.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&lt;a&gt;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taginə bu routu veririk 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$id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göndəririk ki, hansı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datanı restore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edəcəyimizi bilək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, identifikatoru qəbul edir və </a:t>
            </a:r>
            <a:r>
              <a:rPr lang="az-Latn-AZ" altLang="en-US" sz="1300" b="1">
                <a:latin typeface="Arial" panose="020B0604020202020204" pitchFamily="34" charset="0"/>
              </a:rPr>
              <a:t>PostController</a:t>
            </a:r>
            <a:r>
              <a:rPr lang="az-Latn-AZ" altLang="en-US" sz="1300">
                <a:latin typeface="Arial" panose="020B0604020202020204" pitchFamily="34" charset="0"/>
              </a:rPr>
              <a:t> -in </a:t>
            </a:r>
            <a:r>
              <a:rPr lang="az-Latn-AZ" altLang="en-US" sz="1300" b="1">
                <a:latin typeface="Arial" panose="020B0604020202020204" pitchFamily="34" charset="0"/>
              </a:rPr>
              <a:t>restore() </a:t>
            </a:r>
            <a:r>
              <a:rPr lang="az-Latn-AZ" altLang="en-US" sz="1300">
                <a:latin typeface="Arial" panose="020B0604020202020204" pitchFamily="34" charset="0"/>
              </a:rPr>
              <a:t>funksiyasına göndərir. 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az-Latn-AZ" altLang="en-US" sz="1300">
                <a:latin typeface="Arial" panose="020B0604020202020204" pitchFamily="34" charset="0"/>
              </a:rPr>
              <a:t>Bizim </a:t>
            </a:r>
            <a:r>
              <a:rPr lang="az-Latn-AZ" altLang="en-US" sz="1300" b="1">
                <a:latin typeface="Arial" panose="020B0604020202020204" pitchFamily="34" charset="0"/>
              </a:rPr>
              <a:t>restore() </a:t>
            </a:r>
            <a:r>
              <a:rPr lang="az-Latn-AZ" altLang="en-US" sz="1300">
                <a:latin typeface="Arial" panose="020B0604020202020204" pitchFamily="34" charset="0"/>
              </a:rPr>
              <a:t>funksiyamızdakı laravelin </a:t>
            </a:r>
            <a:r>
              <a:rPr lang="az-Latn-AZ" altLang="en-US" sz="1300" b="1">
                <a:latin typeface="Arial" panose="020B0604020202020204" pitchFamily="34" charset="0"/>
              </a:rPr>
              <a:t>restore() </a:t>
            </a:r>
            <a:r>
              <a:rPr lang="az-Latn-AZ" altLang="en-US" sz="1300">
                <a:latin typeface="Arial" panose="020B0604020202020204" pitchFamily="34" charset="0"/>
              </a:rPr>
              <a:t>funksiyası postu bərpa edir.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>
                <a:latin typeface="Arial" panose="020B0604020202020204" pitchFamily="34" charset="0"/>
              </a:rPr>
              <a:t>NOT: </a:t>
            </a:r>
            <a:r>
              <a:rPr lang="en-US" altLang="en-US" sz="1300">
                <a:latin typeface="Arial" panose="020B0604020202020204" pitchFamily="34" charset="0"/>
              </a:rPr>
              <a:t>&lt;form&gt; elementin</a:t>
            </a:r>
            <a:r>
              <a:rPr lang="az-Latn-AZ" altLang="en-US" sz="1300">
                <a:latin typeface="Arial" panose="020B0604020202020204" pitchFamily="34" charset="0"/>
              </a:rPr>
              <a:t>in action atributunda yazılana fikir verməyin. Növbəti dərsdə onun içində yazılan route -u dəyişəcəyik.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37A975-B7F2-B7F2-B047-E02A30A0E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080" y="2658359"/>
            <a:ext cx="8549919" cy="419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5D076-F021-B964-8A80-C07C67BA6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ABE055-7544-DA67-7461-312249BE53B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7031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8212D-E9A8-B3C8-689D-C01929844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EF333E-C127-4576-5D87-9DAF7B812DC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1928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191FE-935E-23CC-95BB-B3A16EA28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A6AB5B-8A4F-1381-1976-BF00E3D7F8A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8588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2450</TotalTime>
  <Words>90</Words>
  <Application>Microsoft Office PowerPoint</Application>
  <PresentationFormat>Widescreen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330</cp:revision>
  <dcterms:created xsi:type="dcterms:W3CDTF">2025-04-12T11:00:44Z</dcterms:created>
  <dcterms:modified xsi:type="dcterms:W3CDTF">2025-05-21T19:52:03Z</dcterms:modified>
</cp:coreProperties>
</file>