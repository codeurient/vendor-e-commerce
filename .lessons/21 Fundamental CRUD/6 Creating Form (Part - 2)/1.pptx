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uploads</a:t>
            </a:r>
            <a:r>
              <a:rPr lang="az-Latn-AZ" altLang="en-US" sz="1300">
                <a:latin typeface="Arial" panose="020B0604020202020204" pitchFamily="34" charset="0"/>
              </a:rPr>
              <a:t>` adında qovluq yaradırıq ki, həmin bu qovluğa şəkilləri əlavə edəcəyik.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416AA8-9038-84D3-5740-8D4E9C498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419" y="0"/>
            <a:ext cx="1657581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</a:t>
            </a:r>
            <a:r>
              <a:rPr lang="en-US" altLang="en-US" sz="1300" b="1">
                <a:latin typeface="Arial" panose="020B0604020202020204" pitchFamily="34" charset="0"/>
              </a:rPr>
              <a:t>inputdan</a:t>
            </a:r>
            <a:r>
              <a:rPr lang="en-US" altLang="en-US" sz="1300">
                <a:latin typeface="Arial" panose="020B0604020202020204" pitchFamily="34" charset="0"/>
              </a:rPr>
              <a:t> g</a:t>
            </a:r>
            <a:r>
              <a:rPr lang="az-Latn-AZ" altLang="en-US" sz="1300">
                <a:latin typeface="Arial" panose="020B0604020202020204" pitchFamily="34" charset="0"/>
              </a:rPr>
              <a:t>ələn dataları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modelinə əlavə edirik.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az-Latn-AZ" altLang="en-US" sz="1300">
                <a:latin typeface="Arial" panose="020B0604020202020204" pitchFamily="34" charset="0"/>
              </a:rPr>
              <a:t>bu simvoldan sonra yazılanlar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modelindəki sütun adlarıdır.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 b="1">
                <a:latin typeface="Arial" panose="020B0604020202020204" pitchFamily="34" charset="0"/>
              </a:rPr>
              <a:t>NOT</a:t>
            </a:r>
            <a:r>
              <a:rPr lang="az-Latn-AZ" altLang="en-US" sz="1300">
                <a:latin typeface="Arial" panose="020B0604020202020204" pitchFamily="34" charset="0"/>
              </a:rPr>
              <a:t>: Şəkil əlavə etmədən əvvəl, </a:t>
            </a:r>
            <a:r>
              <a:rPr lang="az-Latn-AZ" altLang="en-US" sz="1300" b="1">
                <a:latin typeface="Arial" panose="020B0604020202020204" pitchFamily="34" charset="0"/>
              </a:rPr>
              <a:t>php artisan storage:link </a:t>
            </a:r>
            <a:r>
              <a:rPr lang="az-Latn-AZ" altLang="en-US" sz="1300">
                <a:latin typeface="Arial" panose="020B0604020202020204" pitchFamily="34" charset="0"/>
              </a:rPr>
              <a:t>yazmağı unutmaq olmaz.</a:t>
            </a: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Bu haqqda bir dəfə demişik. Növbəti slaydda təkrar görəcəyik.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B0855-72E1-64B7-C339-E0B09BAF3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203" y="0"/>
            <a:ext cx="4921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2412</TotalTime>
  <Words>63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333</cp:revision>
  <dcterms:created xsi:type="dcterms:W3CDTF">2025-04-12T11:00:44Z</dcterms:created>
  <dcterms:modified xsi:type="dcterms:W3CDTF">2025-05-17T07:22:28Z</dcterms:modified>
</cp:coreProperties>
</file>