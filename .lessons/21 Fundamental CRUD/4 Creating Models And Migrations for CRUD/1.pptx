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4" r:id="rId2"/>
    <p:sldId id="401" r:id="rId3"/>
    <p:sldId id="402" r:id="rId4"/>
    <p:sldId id="403" r:id="rId5"/>
    <p:sldId id="40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E3554-E255-27E4-0A4C-C9F7633CC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33DF07-F952-CA18-5BD4-2ED8D4CA0EB2}"/>
              </a:ext>
            </a:extLst>
          </p:cNvPr>
          <p:cNvSpPr txBox="1"/>
          <p:nvPr/>
        </p:nvSpPr>
        <p:spPr>
          <a:xfrm>
            <a:off x="217714" y="255046"/>
            <a:ext cx="11756571" cy="305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</a:t>
            </a:r>
            <a:r>
              <a:rPr lang="az-Latn-AZ" altLang="en-US" sz="1300" b="1">
                <a:latin typeface="Arial" panose="020B0604020202020204" pitchFamily="34" charset="0"/>
              </a:rPr>
              <a:t>Post</a:t>
            </a:r>
            <a:r>
              <a:rPr lang="az-Latn-AZ" altLang="en-US" sz="1300">
                <a:latin typeface="Arial" panose="020B0604020202020204" pitchFamily="34" charset="0"/>
              </a:rPr>
              <a:t> modelini </a:t>
            </a:r>
            <a:r>
              <a:rPr lang="az-Latn-AZ" altLang="en-US" sz="1300" b="1">
                <a:latin typeface="Arial" panose="020B0604020202020204" pitchFamily="34" charset="0"/>
              </a:rPr>
              <a:t>migration</a:t>
            </a:r>
            <a:r>
              <a:rPr lang="az-Latn-AZ" altLang="en-US" sz="1300">
                <a:latin typeface="Arial" panose="020B0604020202020204" pitchFamily="34" charset="0"/>
              </a:rPr>
              <a:t> ilə birlikdə yaradırıq.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C</a:t>
            </a:r>
            <a:r>
              <a:rPr lang="az-Latn-AZ" altLang="en-US" sz="1300">
                <a:latin typeface="Arial" panose="020B0604020202020204" pitchFamily="34" charset="0"/>
              </a:rPr>
              <a:t>ədvəli doldururuq.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8AC391-449A-35A3-A028-840A6AF9C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0"/>
            <a:ext cx="6098245" cy="13177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4F84E7-A317-895C-C6F7-38F86FCF1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144" y="1465610"/>
            <a:ext cx="4406856" cy="539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739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3835-1EEE-8069-B190-F3BCAF2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7921F-1407-B2A4-3C32-A383E2851470}"/>
              </a:ext>
            </a:extLst>
          </p:cNvPr>
          <p:cNvSpPr txBox="1"/>
          <p:nvPr/>
        </p:nvSpPr>
        <p:spPr>
          <a:xfrm>
            <a:off x="217714" y="255046"/>
            <a:ext cx="11756571" cy="185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Və </a:t>
            </a:r>
            <a:r>
              <a:rPr lang="az-Latn-AZ" altLang="en-US" sz="1300" b="1">
                <a:latin typeface="Arial" panose="020B0604020202020204" pitchFamily="34" charset="0"/>
              </a:rPr>
              <a:t>Category</a:t>
            </a:r>
            <a:r>
              <a:rPr lang="az-Latn-AZ" altLang="en-US" sz="1300">
                <a:latin typeface="Arial" panose="020B0604020202020204" pitchFamily="34" charset="0"/>
              </a:rPr>
              <a:t> modelini </a:t>
            </a:r>
            <a:r>
              <a:rPr lang="az-Latn-AZ" altLang="en-US" sz="1300" b="1">
                <a:latin typeface="Arial" panose="020B0604020202020204" pitchFamily="34" charset="0"/>
              </a:rPr>
              <a:t>migration</a:t>
            </a:r>
            <a:r>
              <a:rPr lang="az-Latn-AZ" altLang="en-US" sz="1300">
                <a:latin typeface="Arial" panose="020B0604020202020204" pitchFamily="34" charset="0"/>
              </a:rPr>
              <a:t> ilə birlikdə yaradırıq.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Cədvəli </a:t>
            </a:r>
            <a:r>
              <a:rPr lang="az-Latn-AZ" altLang="en-US" sz="1300">
                <a:latin typeface="Arial" panose="020B0604020202020204" pitchFamily="34" charset="0"/>
              </a:rPr>
              <a:t>doldururuq.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E40021-9B10-0B51-C56A-B6FCB74DE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720" y="0"/>
            <a:ext cx="7648280" cy="10544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6B3A3C-2674-FF1B-FFCE-947104967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396" y="1570893"/>
            <a:ext cx="5159604" cy="528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44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Cədvəlləri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migrate</a:t>
            </a:r>
            <a:r>
              <a:rPr lang="az-Latn-AZ" altLang="en-US" sz="1300">
                <a:latin typeface="Arial" panose="020B0604020202020204" pitchFamily="34" charset="0"/>
              </a:rPr>
              <a:t>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B5E837-6C7E-BBA7-755C-58F8145A6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04" y="4762208"/>
            <a:ext cx="11793596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2430</TotalTime>
  <Words>29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332</cp:revision>
  <dcterms:created xsi:type="dcterms:W3CDTF">2025-04-12T11:00:44Z</dcterms:created>
  <dcterms:modified xsi:type="dcterms:W3CDTF">2025-05-16T16:40:27Z</dcterms:modified>
</cp:coreProperties>
</file>