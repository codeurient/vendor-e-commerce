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20" r:id="rId3"/>
    <p:sldId id="421" r:id="rId4"/>
    <p:sldId id="416" r:id="rId5"/>
    <p:sldId id="417" r:id="rId6"/>
    <p:sldId id="422" r:id="rId7"/>
    <p:sldId id="423" r:id="rId8"/>
    <p:sldId id="425" r:id="rId9"/>
    <p:sldId id="424" r:id="rId10"/>
    <p:sldId id="418" r:id="rId11"/>
    <p:sldId id="426" r:id="rId12"/>
    <p:sldId id="427" r:id="rId13"/>
    <p:sldId id="428" r:id="rId14"/>
    <p:sldId id="429" r:id="rId15"/>
    <p:sldId id="430" r:id="rId16"/>
    <p:sldId id="431" r:id="rId17"/>
    <p:sldId id="41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4T12:41:03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24575,'1'-1'0,"-1"0"0,0-1 0,1 1 0,-1 1 0,1-1 0,-1 0 0,1 0 0,-1 0 0,1 0 0,0 0 0,-1 0 0,1 1 0,0-1 0,0 0 0,0 0 0,-1 1 0,1-1 0,0 1 0,0-1 0,0 1 0,0-1 0,0 1 0,0 0 0,0-1 0,0 1 0,0 0 0,1 0 0,0 0 0,39-5 0,-34 5 0,458-5 0,-272 7 0,1366-2-1365,-1483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4T12:41:04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 1 24575,'1'0'0,"1"0"0,-1 0 0,1 0 0,-1 0 0,1 0 0,-1 0 0,1 0 0,-1 1 0,1-1 0,-1 1 0,0-1 0,1 1 0,-1-1 0,0 1 0,1 0 0,-1 0 0,0 0 0,0 0 0,1-1 0,-1 2 0,0-1 0,0 0 0,0 0 0,0 0 0,-1 0 0,1 1 0,0-1 0,0 0 0,-1 1 0,1-1 0,-1 0 0,1 1 0,-1-1 0,0 1 0,1-1 0,-1 1 0,0-1 0,0 1 0,0-1 0,0 1 0,0-1 0,0 1 0,-1-1 0,1 1 0,0-1 0,-2 3 0,1 1 0,-1 0 0,1 0 0,-1-1 0,0 1 0,0-1 0,-1 1 0,0-1 0,1 0 0,-1 0 0,-1 0 0,1 0 0,0-1 0,-7 6 0,-1-4 0,1 0 0,-1-1 0,0 0 0,0 0 0,-17 2 0,-17 5 0,21-3 0,-46 16 0,66-22 0,1-1 0,0 0 0,0 1 0,0 0 0,0 0 0,0 0 0,0 0 0,0 0 0,1 1 0,-1-1 0,1 1 0,0 0 0,0-1 0,0 1 0,0 0 0,-2 4 0,4-6 0,0 1 0,0 0 0,0 0 0,0 0 0,0 0 0,0 0 0,0-1 0,1 1 0,-1 0 0,0 0 0,1 0 0,0-1 0,-1 1 0,1 0 0,0-1 0,0 1 0,0 0 0,0-1 0,0 1 0,0-1 0,1 0 0,-1 1 0,0-1 0,1 0 0,-1 0 0,1 0 0,-1 0 0,3 1 0,51 25 0,-53-26 0,35 14-116,138 47-1133,-146-55-5577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472902-6D6F-FCFB-DA0E-3D3A75862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790" y="0"/>
            <a:ext cx="54164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E2CD0-FC8A-A712-1D9E-D79BEEE2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5B381A-17FF-989B-CCC9-88EB94448D5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83D13-D0DF-934A-FDD1-6531FE410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569" y="0"/>
            <a:ext cx="6962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364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ED17-9A3B-0557-1823-77735C1B7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340D37-06F4-4D9E-7C56-A8C800D1DA7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22C00-F70E-3FD7-1E79-653E51458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1157"/>
            <a:ext cx="12192000" cy="365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2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83A98B4-182A-0C4F-EED2-AF6F05403BF4}"/>
              </a:ext>
            </a:extLst>
          </p:cNvPr>
          <p:cNvGrpSpPr/>
          <p:nvPr/>
        </p:nvGrpSpPr>
        <p:grpSpPr>
          <a:xfrm>
            <a:off x="0" y="246075"/>
            <a:ext cx="12192000" cy="6365850"/>
            <a:chOff x="0" y="246075"/>
            <a:chExt cx="12192000" cy="63658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DA032D0-8898-1320-31B8-6E780BCBC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46075"/>
              <a:ext cx="12192000" cy="636585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8EF3A85-43A2-C038-9370-E6EB18C67593}"/>
                </a:ext>
              </a:extLst>
            </p:cNvPr>
            <p:cNvGrpSpPr/>
            <p:nvPr/>
          </p:nvGrpSpPr>
          <p:grpSpPr>
            <a:xfrm>
              <a:off x="4584273" y="3269338"/>
              <a:ext cx="931320" cy="138600"/>
              <a:chOff x="4584273" y="3269338"/>
              <a:chExt cx="931320" cy="1386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5" name="Ink 4">
                    <a:extLst>
                      <a:ext uri="{FF2B5EF4-FFF2-40B4-BE49-F238E27FC236}">
                        <a16:creationId xmlns:a16="http://schemas.microsoft.com/office/drawing/2014/main" id="{86035C21-C229-C6A3-B71D-18BA2E3F918F}"/>
                      </a:ext>
                    </a:extLst>
                  </p14:cNvPr>
                  <p14:cNvContentPartPr/>
                  <p14:nvPr/>
                </p14:nvContentPartPr>
                <p14:xfrm>
                  <a:off x="4664193" y="3333058"/>
                  <a:ext cx="851400" cy="10800"/>
                </p14:xfrm>
              </p:contentPart>
            </mc:Choice>
            <mc:Fallback>
              <p:pic>
                <p:nvPicPr>
                  <p:cNvPr id="5" name="Ink 4">
                    <a:extLst>
                      <a:ext uri="{FF2B5EF4-FFF2-40B4-BE49-F238E27FC236}">
                        <a16:creationId xmlns:a16="http://schemas.microsoft.com/office/drawing/2014/main" id="{86035C21-C229-C6A3-B71D-18BA2E3F918F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658073" y="3326938"/>
                    <a:ext cx="863640" cy="23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6" name="Ink 5">
                    <a:extLst>
                      <a:ext uri="{FF2B5EF4-FFF2-40B4-BE49-F238E27FC236}">
                        <a16:creationId xmlns:a16="http://schemas.microsoft.com/office/drawing/2014/main" id="{59DF85CC-D223-4999-B894-9B589B477E57}"/>
                      </a:ext>
                    </a:extLst>
                  </p14:cNvPr>
                  <p14:cNvContentPartPr/>
                  <p14:nvPr/>
                </p14:nvContentPartPr>
                <p14:xfrm>
                  <a:off x="4584273" y="3269338"/>
                  <a:ext cx="116280" cy="138600"/>
                </p14:xfrm>
              </p:contentPart>
            </mc:Choice>
            <mc:Fallback>
              <p:pic>
                <p:nvPicPr>
                  <p:cNvPr id="6" name="Ink 5">
                    <a:extLst>
                      <a:ext uri="{FF2B5EF4-FFF2-40B4-BE49-F238E27FC236}">
                        <a16:creationId xmlns:a16="http://schemas.microsoft.com/office/drawing/2014/main" id="{59DF85CC-D223-4999-B894-9B589B477E57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578153" y="3263218"/>
                    <a:ext cx="128520" cy="1508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6671F-95BD-844B-E8EE-940330AD2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57" y="2662130"/>
            <a:ext cx="8859486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9AD31-B4D3-1772-6FF3-8574110EF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80C2A4-6D97-5B7D-F6D1-79435EACE61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01317-157A-926C-12CB-F86AD0C42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769"/>
            <a:ext cx="12192000" cy="544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13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F6962-F233-F06C-657F-F16D251B6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C5AE23-C845-FB47-89FB-489728442A2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95945B-C8AA-84AE-86EA-7794C0C8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64" y="0"/>
            <a:ext cx="89406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363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8EAA5-B58D-A10A-1592-37151BCDB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3160AB-43FE-1859-7F8F-9C9886F3906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43521-7611-27B7-6EAA-0A5898CCD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298" y="0"/>
            <a:ext cx="86654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54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1F1B4-F171-950E-47D5-1F0BE1005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D2B61-1FC7-2785-D3C2-0D412ECD28E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837C65-CDC6-066D-F961-CF449C84A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884" y="0"/>
            <a:ext cx="8470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0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9769B9-03CA-B782-3342-77C6D55E7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693" y="0"/>
            <a:ext cx="94946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29B0C-2AF5-27B4-E373-33583830A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D8CC4B-BCB2-E636-07AB-76C2377A362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E909E-B695-8D7F-8F3A-198E30403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950"/>
            <a:ext cx="12192000" cy="6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54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6488-1247-057F-E0EB-6001C1FFF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72B380-0D69-3368-84E1-7108B19EB3C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C50F8E-4272-2FB9-D79E-82C160FDA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93" y="0"/>
            <a:ext cx="11115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13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F101A-A93F-2EB7-6160-7D503026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D564A5-DA2B-DC36-C48F-1CF035B6975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5CB780-DF7E-2782-5CEA-3A6B32EAF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68" y="0"/>
            <a:ext cx="11498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83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8AE3-6719-EA4E-0968-467F74DA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186BEC-55FF-7C6D-2ECF-4FE9DB604CE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E9B21-98F8-D9A8-9ED9-202AE062E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99" y="0"/>
            <a:ext cx="110024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40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2D999-E74C-5878-FEE0-89498F587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8DFD6E-64A2-D722-015D-C6FA85E1BED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BFD89D-37FC-9E06-F816-4CB46B3AA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1726"/>
            <a:ext cx="12192000" cy="33545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72491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8F6D4-1832-0822-2BE8-64A5915E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50C226-C5AB-9B89-EC23-6B0890900D2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745A8F-ACA8-A6A9-39CC-9EC6D8B0E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8119"/>
            <a:ext cx="12192000" cy="39617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70507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5626</TotalTime>
  <Words>17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398</cp:revision>
  <dcterms:created xsi:type="dcterms:W3CDTF">2025-04-12T11:00:44Z</dcterms:created>
  <dcterms:modified xsi:type="dcterms:W3CDTF">2025-12-24T13:12:11Z</dcterms:modified>
</cp:coreProperties>
</file>