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17" r:id="rId4"/>
    <p:sldId id="420" r:id="rId5"/>
    <p:sldId id="421" r:id="rId6"/>
    <p:sldId id="418" r:id="rId7"/>
    <p:sldId id="419" r:id="rId8"/>
    <p:sldId id="422" r:id="rId9"/>
    <p:sldId id="423" r:id="rId10"/>
    <p:sldId id="424" r:id="rId11"/>
    <p:sldId id="425" r:id="rId12"/>
    <p:sldId id="427" r:id="rId13"/>
    <p:sldId id="428" r:id="rId14"/>
    <p:sldId id="429" r:id="rId15"/>
    <p:sldId id="430" r:id="rId16"/>
    <p:sldId id="431" r:id="rId17"/>
    <p:sldId id="432" r:id="rId18"/>
    <p:sldId id="433" r:id="rId19"/>
    <p:sldId id="434" r:id="rId20"/>
    <p:sldId id="426" r:id="rId21"/>
    <p:sldId id="435" r:id="rId22"/>
    <p:sldId id="436" r:id="rId23"/>
    <p:sldId id="43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1DEF7C-D59E-ACD7-C3E5-94764136E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941" y="2719288"/>
            <a:ext cx="8364117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F52167-C76B-D9AA-5CC6-7592965F5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" y="0"/>
            <a:ext cx="121880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F16E41-6E05-4EC9-804A-208135E46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316" y="0"/>
            <a:ext cx="53253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24852-9181-951D-A678-F97B7E24B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7CE119-C0A4-9BB4-07EA-FAFEFAADCD54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D558EA-96E9-F03B-9F95-8178CF637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622" y="0"/>
            <a:ext cx="64087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34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B899A-8B95-0780-80C4-1C1D143A5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5A7AB4-AE67-94FA-03B1-EA2A94D6BD04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4E6C64-F1AA-2D6B-8F22-98E45589E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625" y="0"/>
            <a:ext cx="61427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956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28E7E3-466D-7156-17F9-DA68B8FB1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19" y="2752630"/>
            <a:ext cx="9211961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29CC7C-57BF-3E21-FCEB-D81ADC5C1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797"/>
            <a:ext cx="12192000" cy="647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32D1E-F604-5803-E14F-FE608CB69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7E380C-9F95-2AB2-356A-6D04B0929BF4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AC2319-9BE8-F7D8-75C3-58955DC6D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941" y="0"/>
            <a:ext cx="7090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089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62560-5709-91B6-2698-164D82A9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E166BF-F462-1344-67CC-904FDF47ED9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5C7A98-3E8E-2529-9DC1-E1CE2328D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025"/>
            <a:ext cx="12192000" cy="632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25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43608-F5DA-2D29-6C3A-3BEFD3AEE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35712F-A36B-CECD-E147-EAF7DE1AF9E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CA8F4E-887E-B846-3EB5-A8E944E8D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304" y="0"/>
            <a:ext cx="7721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331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98A44-5A5A-485E-594A-7C8C0B336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9507B2-8697-3456-5F07-E111CE35106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70DA39-398E-040B-F448-B4F671848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449" y="0"/>
            <a:ext cx="75431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420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D9C3F-E603-18E2-BB4B-1B05044DC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F1E17B-90D9-D323-F50E-223334F50625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A38F96-78C5-AEC3-9A07-EDF52C2F5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45" y="0"/>
            <a:ext cx="111875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057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D4F7C-0BC5-A396-A4C5-14ECDAA59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5F3F6E-4E78-EFA9-4447-DE158767AFB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6FF58A-8944-ACFF-6525-1729DF7A2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852" y="0"/>
            <a:ext cx="72642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155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4C2CA-C2BC-E0D0-CF61-A4A0192C7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F58E80-1119-BC4E-6B48-5296C6A802A8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DED7B2-B3EE-6A02-2453-8A5F3FBD8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450" y="0"/>
            <a:ext cx="7025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14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54997-FFFF-16A0-2277-72BFD8742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970655-8DAF-C311-1FF0-92F62F8C8A3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C958A1-1A49-532E-C898-616782407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018" y="0"/>
            <a:ext cx="7055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287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84103-92CE-6D66-A664-CC80EE70F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BAEC82-513F-F2BF-D770-7B8EE048864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E29452-EA69-D7CB-606B-C71E3053F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984" y="0"/>
            <a:ext cx="68440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920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F02A4-3CD6-9EF5-23AD-EC49C062B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3AC932-DD08-0C29-92FB-128A47566D4D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65ED2B-ADED-5B93-7D72-D223C7110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864" y="1266523"/>
            <a:ext cx="6068272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811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1E8A4-406C-FE85-0B22-E15BD0B51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BD83FC-F837-9DB9-95EE-2C9378823682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EE0162-07F6-6009-97A4-8E1E1B3DB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2041"/>
            <a:ext cx="12192000" cy="213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696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2FA20-9FA0-47A8-FFFD-73572B542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2AA2E0-470D-AD43-066D-9334EA0BEDE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F24440-AD54-3DFB-4EF5-E7301ED89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4693"/>
            <a:ext cx="12192000" cy="436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405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58E3E-24BE-100C-CFD2-BD5F2F8CB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5DB6F4-C6DD-BD4D-D2EA-F87BA3D2AD98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235BDE-194F-47CB-8DC1-10FEE7574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0369"/>
            <a:ext cx="12192000" cy="39172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04054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64F18-3FE2-91BC-0A5E-F33EE9140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E55353-4C0F-64A2-4A29-B66A4438938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9253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50FF3-6FD9-781F-27A7-300080B01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8C1652-C911-408C-6FFA-4771271C0474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9276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946B2-7887-0FB8-ADB6-910035B94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072AF6-AD68-3319-13EB-09CAD5A2BBA2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8859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5752</TotalTime>
  <Words>23</Words>
  <Application>Microsoft Office PowerPoint</Application>
  <PresentationFormat>Widescreen</PresentationFormat>
  <Paragraphs>23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398</cp:revision>
  <dcterms:created xsi:type="dcterms:W3CDTF">2025-04-12T11:00:44Z</dcterms:created>
  <dcterms:modified xsi:type="dcterms:W3CDTF">2025-12-24T12:02:10Z</dcterms:modified>
</cp:coreProperties>
</file>