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18" r:id="rId5"/>
    <p:sldId id="420" r:id="rId6"/>
    <p:sldId id="421" r:id="rId7"/>
    <p:sldId id="422" r:id="rId8"/>
    <p:sldId id="41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8CE90-4D05-A462-E520-1A164171C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872"/>
            <a:ext cx="12192000" cy="657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393458-AB63-D7C3-2ABC-08229BE30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4" y="0"/>
            <a:ext cx="11020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2FED4-F314-4252-15AA-FCADE9EC7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1870"/>
            <a:ext cx="12192000" cy="403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B05B0-17F8-0880-EEF5-976D80FB6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7193"/>
            <a:ext cx="12192000" cy="388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CABE9-B8B1-7A9D-095F-BBF8B1E17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A44701-D69A-30B7-07A2-04BDF12BDA9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2B42A-F11B-C718-37D0-C2D1CF9FB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5360"/>
            <a:ext cx="12192000" cy="394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03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F1346-F19B-8883-CB48-4DF8FB938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DB2873-176A-ED28-261A-908DBA3D33A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30005-D119-DBD2-101E-6EA337B17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9080"/>
            <a:ext cx="12192000" cy="6339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732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3B4D-25C6-6F0E-40EB-7E5AECAC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1F1D7D-087F-6C45-93A2-99DC6062BFC0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4567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5585</TotalTime>
  <Words>8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392</cp:revision>
  <dcterms:created xsi:type="dcterms:W3CDTF">2025-04-12T11:00:44Z</dcterms:created>
  <dcterms:modified xsi:type="dcterms:W3CDTF">2025-12-25T04:10:06Z</dcterms:modified>
</cp:coreProperties>
</file>