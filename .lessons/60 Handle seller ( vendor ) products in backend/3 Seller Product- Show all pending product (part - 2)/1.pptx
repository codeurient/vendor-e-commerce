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5" r:id="rId2"/>
    <p:sldId id="416" r:id="rId3"/>
    <p:sldId id="417" r:id="rId4"/>
    <p:sldId id="418" r:id="rId5"/>
    <p:sldId id="420" r:id="rId6"/>
    <p:sldId id="421" r:id="rId7"/>
    <p:sldId id="422" r:id="rId8"/>
    <p:sldId id="41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48CE90-4D05-A462-E520-1A164171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872"/>
            <a:ext cx="12192000" cy="6578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2F10-9265-F04A-C9FB-46DD1043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2C65A-F981-FD3E-2E62-CA943357A0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393458-AB63-D7C3-2ABC-08229BE30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34" y="0"/>
            <a:ext cx="110205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772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7394-F255-C7DA-F333-43FC302D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E9B06-8F0F-17C6-6925-A2FDDE1785E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52FED4-F314-4252-15AA-FCADE9EC7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1870"/>
            <a:ext cx="12192000" cy="403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33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75F-562C-A9D4-8460-8992899D7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BDD00B-7046-B6FD-9AA4-2D558362BD5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DB05B0-17F8-0880-EEF5-976D80FB6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7193"/>
            <a:ext cx="12192000" cy="3883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32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CABE9-B8B1-7A9D-095F-BBF8B1E17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A44701-D69A-30B7-07A2-04BDF12BDA9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22B42A-F11B-C718-37D0-C2D1CF9FB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5360"/>
            <a:ext cx="12192000" cy="394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403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F1346-F19B-8883-CB48-4DF8FB938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DB2873-176A-ED28-261A-908DBA3D33AC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773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3B4D-25C6-6F0E-40EB-7E5AECAC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1F1D7D-087F-6C45-93A2-99DC6062BFC0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4567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C578-E916-157D-9E34-98C92603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E910EB-F8CF-72DB-1654-E9E111A3D87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6314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5585</TotalTime>
  <Words>8</Words>
  <Application>Microsoft Office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391</cp:revision>
  <dcterms:created xsi:type="dcterms:W3CDTF">2025-04-12T11:00:44Z</dcterms:created>
  <dcterms:modified xsi:type="dcterms:W3CDTF">2025-12-24T13:44:04Z</dcterms:modified>
</cp:coreProperties>
</file>