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330</cp:revision>
  <dcterms:created xsi:type="dcterms:W3CDTF">2025-04-12T11:00:44Z</dcterms:created>
  <dcterms:modified xsi:type="dcterms:W3CDTF">2025-05-23T05:15:31Z</dcterms:modified>
</cp:coreProperties>
</file>