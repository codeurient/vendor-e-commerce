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09" r:id="rId10"/>
    <p:sldId id="4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87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Retrieving Data From Session in Laravel</a:t>
            </a:r>
            <a:endParaRPr kumimoji="0" lang="az-Latn-AZ" altLang="en-US" sz="12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Sessiyadan məlumat oxumaq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retrieving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üçün Laravel bir neçə üsul təqdim edir. Ən çox istifadə olunan metodlar: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session()-&gt;get('key')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$request-&gt;session()-&gt;get('key')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session()-&gt;all() — bütün sessiya məlumatlarını qaytarır.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nümunədə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helper funksiyası qlobal şəkildə çağırılır.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session()-&gt;all()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vasitəsilə bütün sessiya məlumatları alınır.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dd($data)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vasitəsilə brauzerdə göstərilir.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Qeyd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obyektinə ehtiyac yoxdur.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route funksiyasında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olunmayacaqsa, bu üsul daha qısadır və </a:t>
            </a:r>
            <a:br>
              <a:rPr lang="az-Latn-AZ" altLang="en-US" sz="1200"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rahatdır.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461923-42CE-7EB8-A7D8-EBA80DE0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48" y="3346515"/>
            <a:ext cx="5784351" cy="3511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2DCEC6-4913-AC16-DCBC-33E9D48E9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170" y="93476"/>
            <a:ext cx="3117797" cy="1011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125254-C28E-5304-4BC7-01DE2F3D5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87" y="0"/>
            <a:ext cx="734841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D5B99-8D4D-A2AC-D283-9E7EF3653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8" y="5230192"/>
            <a:ext cx="4620270" cy="1514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40A485-663D-8316-4CCF-30D651FE4EFC}"/>
              </a:ext>
            </a:extLst>
          </p:cNvPr>
          <p:cNvSpPr txBox="1"/>
          <p:nvPr/>
        </p:nvSpPr>
        <p:spPr>
          <a:xfrm>
            <a:off x="200320" y="391114"/>
            <a:ext cx="45105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Burada isə sessiyaya </a:t>
            </a:r>
            <a:r>
              <a:rPr lang="en-US" sz="1600" b="1"/>
              <a:t>HTTP</a:t>
            </a:r>
            <a:r>
              <a:rPr lang="en-US" sz="1600"/>
              <a:t> sorğusu (</a:t>
            </a:r>
            <a:r>
              <a:rPr lang="en-US" sz="1600" b="1"/>
              <a:t>Request</a:t>
            </a:r>
            <a:r>
              <a:rPr lang="en-US" sz="1600"/>
              <a:t>) obyektindən daxil olunur.</a:t>
            </a:r>
            <a:endParaRPr lang="az-Latn-AZ" sz="1600"/>
          </a:p>
          <a:p>
            <a:endParaRPr lang="az-Latn-AZ" sz="1600"/>
          </a:p>
          <a:p>
            <a:endParaRPr lang="en-US" sz="1600"/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$request-&gt;session() </a:t>
            </a:r>
            <a:r>
              <a:rPr lang="en-US" sz="1600"/>
              <a:t>metodu Laravel-in dependency injection sistemindən istifadə edir.</a:t>
            </a:r>
          </a:p>
          <a:p>
            <a:endParaRPr lang="az-Latn-AZ" sz="1600"/>
          </a:p>
          <a:p>
            <a:endParaRPr lang="az-Latn-AZ" sz="1600"/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Bu üsul əsasən </a:t>
            </a:r>
            <a:r>
              <a:rPr lang="en-US" sz="1600" b="1"/>
              <a:t>middleware</a:t>
            </a:r>
            <a:r>
              <a:rPr lang="en-US" sz="1600"/>
              <a:t> və ya </a:t>
            </a:r>
            <a:r>
              <a:rPr lang="en-US" sz="1600" b="1"/>
              <a:t>request</a:t>
            </a:r>
            <a:r>
              <a:rPr lang="en-US" sz="1600"/>
              <a:t> əsaslı manipulyasiyalar üçün daha uyğundur.</a:t>
            </a:r>
          </a:p>
          <a:p>
            <a:endParaRPr lang="az-Latn-AZ" sz="1600"/>
          </a:p>
          <a:p>
            <a:endParaRPr lang="az-Latn-AZ" sz="1600"/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1600"/>
              <a:t>Yəni, f</a:t>
            </a:r>
            <a:r>
              <a:rPr lang="en-US" sz="1600"/>
              <a:t>unksiyanın içində </a:t>
            </a:r>
            <a:r>
              <a:rPr lang="en-US" sz="1600" b="1"/>
              <a:t>həm</a:t>
            </a:r>
            <a:r>
              <a:rPr lang="en-US" sz="1600"/>
              <a:t> sessiya, </a:t>
            </a:r>
            <a:r>
              <a:rPr lang="en-US" sz="1600" b="1"/>
              <a:t>həm də </a:t>
            </a:r>
            <a:r>
              <a:rPr lang="en-US" sz="1600"/>
              <a:t>digər sorğu məlumatları istifadə olunacaqsa, bu üsul daha məntiqlidir.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4629797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nümunədə konkret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_token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tək bir sessiya məlumatı əldə edilir.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_token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CSRF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tokenini təmsil edir.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Sessiyada hansısa müəyyən dəyəri çəkmək üçün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get('key')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A889B-5976-5FF9-A16F-19A956CB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860" y="0"/>
            <a:ext cx="72181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CC96D-597B-4DFA-9B75-DFBC4E15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2" y="5506053"/>
            <a:ext cx="4629796" cy="1200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35D9-9593-6A52-8280-5492852C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FAED1-1460-73FE-A636-428E3D887C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63B8F-2651-2BFC-BEBD-6E343E3B9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88212"/>
              </p:ext>
            </p:extLst>
          </p:nvPr>
        </p:nvGraphicFramePr>
        <p:xfrm>
          <a:off x="327244" y="1589638"/>
          <a:ext cx="11537511" cy="3678723"/>
        </p:xfrm>
        <a:graphic>
          <a:graphicData uri="http://schemas.openxmlformats.org/drawingml/2006/table">
            <a:tbl>
              <a:tblPr/>
              <a:tblGrid>
                <a:gridCol w="817548">
                  <a:extLst>
                    <a:ext uri="{9D8B030D-6E8A-4147-A177-3AD203B41FA5}">
                      <a16:colId xmlns:a16="http://schemas.microsoft.com/office/drawing/2014/main" val="3429029023"/>
                    </a:ext>
                  </a:extLst>
                </a:gridCol>
                <a:gridCol w="3573321">
                  <a:extLst>
                    <a:ext uri="{9D8B030D-6E8A-4147-A177-3AD203B41FA5}">
                      <a16:colId xmlns:a16="http://schemas.microsoft.com/office/drawing/2014/main" val="3708441085"/>
                    </a:ext>
                  </a:extLst>
                </a:gridCol>
                <a:gridCol w="3573321">
                  <a:extLst>
                    <a:ext uri="{9D8B030D-6E8A-4147-A177-3AD203B41FA5}">
                      <a16:colId xmlns:a16="http://schemas.microsoft.com/office/drawing/2014/main" val="2363330964"/>
                    </a:ext>
                  </a:extLst>
                </a:gridCol>
                <a:gridCol w="3573321">
                  <a:extLst>
                    <a:ext uri="{9D8B030D-6E8A-4147-A177-3AD203B41FA5}">
                      <a16:colId xmlns:a16="http://schemas.microsoft.com/office/drawing/2014/main" val="2023895659"/>
                    </a:ext>
                  </a:extLst>
                </a:gridCol>
              </a:tblGrid>
              <a:tr h="774468">
                <a:tc>
                  <a:txBody>
                    <a:bodyPr/>
                    <a:lstStyle/>
                    <a:p>
                      <a:r>
                        <a:rPr lang="en-US" b="1"/>
                        <a:t>Kod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Sessiyaya giriş yolu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 alır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Qeyd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534874"/>
                  </a:ext>
                </a:extLst>
              </a:tr>
              <a:tr h="774468">
                <a:tc>
                  <a:txBody>
                    <a:bodyPr/>
                    <a:lstStyle/>
                    <a:p>
                      <a:r>
                        <a:rPr lang="en-US" b="1"/>
                        <a:t>a)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session()-&gt;all()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sessiya məlumatları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Qlobal helper, qısa yazılış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180995"/>
                  </a:ext>
                </a:extLst>
              </a:tr>
              <a:tr h="1355319">
                <a:tc>
                  <a:txBody>
                    <a:bodyPr/>
                    <a:lstStyle/>
                    <a:p>
                      <a:r>
                        <a:rPr lang="en-US" b="1"/>
                        <a:t>b)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$request-&gt;session()-&gt;all()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sessiya məlumatları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Request ilə birlikdə işləmək üçün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293916"/>
                  </a:ext>
                </a:extLst>
              </a:tr>
              <a:tr h="774468">
                <a:tc>
                  <a:txBody>
                    <a:bodyPr/>
                    <a:lstStyle/>
                    <a:p>
                      <a:r>
                        <a:rPr lang="en-US" b="1"/>
                        <a:t>c)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$request-&gt;session()-&gt;get('_token')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Tək bir açar üzrə məlumat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Konkret sessiya dəyəri almaq üçün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76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66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A69A-38EC-086B-04D5-779145B3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5790C9-3C19-920A-6AF3-14562EC8FA28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(və ümumilikdə modern PHP framework-ləri) **Dependency Injection** (qısaca DI) adlı bir dizayn prinsipindən istifadə edir.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Injection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Injection – bir obyektin ehtiyac duyduğu başqa obyektlərin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(asılılıqların) avtomatik şəkildə xaricdən verilməsi metodudur. Yəni, bir funksiya və ya class öz ehtiyaclarını öz içində yaratmır, əksinə kənardan ona təqdim edilir.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Tutaq ki, bir funksiyamız Request obyektinə ehtiyac duyur. Ənənəvi üsulda belə yazıla bilərdi: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isə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tight coupling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(sıx bağlılıq) yaradır. Bu dizaynda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getSessionData()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yalnız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 ilə işləyir və onu dəyişmək, test etmək çətin olur.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F51B6-8C95-8716-3CA3-454FCE653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568046"/>
            <a:ext cx="3743847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5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23529-827C-D8C6-397E-BBF0EC61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AF9A0-0EBF-BE61-FA13-0A5D43F35F7C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Amma Laravel bunu automatik şəkildə edir. Məsələn: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burada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obyektini özündə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inject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(yerləşdirir). Sən onu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yaratmırsan. Laravel avtomatik olaraq bu funksiyanın parametrindən anlayır ki,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obyektinə ehtiyac var və onu kənardan verir.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injection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prinsipidir.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ısa Cümlə ilə Yekun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Dependency Injection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bu, Laravel-in bir funksiya və ya class üçün lazım olan obyektləri avtomatik şəkildə təqdim etməsidir, sən onu özün new ilə yaratmırsan.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48E35-C951-1F11-35C4-7F062ED52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41861"/>
            <a:ext cx="4401164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8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E019-05D8-3CF9-2F37-C79AB628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04EE26-B709-88D5-1D2D-0F7D19072F0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639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C406-9CE8-F436-F5F5-39B08011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804128-4B0D-594C-C7E5-90E13C68475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773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9062-1856-4736-763B-037D4CFC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E4242-44F0-3662-4EAD-1D82651A8A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386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E7CE-A35B-E68B-D99C-496BBD2E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4880DB-280A-D264-A699-5C5863FE01B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176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456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2025-05-26T19:27:01Z</dcterms:modified>
</cp:coreProperties>
</file>