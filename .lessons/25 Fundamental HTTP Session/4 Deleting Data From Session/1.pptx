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7606533" cy="590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mövzuda sessiyada saxlanılan məlumatların necə silinəcəyini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öyrənəcəyik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Laravel bizə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məlumatlarını silmək üçün müxtəlif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metodlar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təqdim edir.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sessiya məlumatını silir.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Digər sessiya məlumatları saxlanılır, yalnız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silinir.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forget()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yalnız açarı silir, sessiyanın özü qalır.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D71D0-377B-AFDC-380F-5D364168C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255" y="0"/>
            <a:ext cx="4247745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8DB2E4D-AFF6-E88B-69F9-D4BE360D8F58}"/>
              </a:ext>
            </a:extLst>
          </p:cNvPr>
          <p:cNvGrpSpPr/>
          <p:nvPr/>
        </p:nvGrpSpPr>
        <p:grpSpPr>
          <a:xfrm>
            <a:off x="4247746" y="3827283"/>
            <a:ext cx="3448292" cy="2870462"/>
            <a:chOff x="3581197" y="3362673"/>
            <a:chExt cx="4030000" cy="32402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429764C-7C87-E5CB-D7D9-421598377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1560" y="3362673"/>
              <a:ext cx="4029637" cy="7430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68064C-18DF-83D9-F00E-3474A1D44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81197" y="4623328"/>
              <a:ext cx="4029638" cy="19796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2C0CF051-A33F-5921-7263-60FD63FFF618}"/>
                </a:ext>
              </a:extLst>
            </p:cNvPr>
            <p:cNvSpPr/>
            <p:nvPr/>
          </p:nvSpPr>
          <p:spPr>
            <a:xfrm>
              <a:off x="5492321" y="4185418"/>
              <a:ext cx="386499" cy="35821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D51285-3DB7-14F1-27B9-EF23AFC88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604987"/>
              </p:ext>
            </p:extLst>
          </p:nvPr>
        </p:nvGraphicFramePr>
        <p:xfrm>
          <a:off x="217714" y="1209539"/>
          <a:ext cx="6965511" cy="1890580"/>
        </p:xfrm>
        <a:graphic>
          <a:graphicData uri="http://schemas.openxmlformats.org/drawingml/2006/table">
            <a:tbl>
              <a:tblPr/>
              <a:tblGrid>
                <a:gridCol w="2995756">
                  <a:extLst>
                    <a:ext uri="{9D8B030D-6E8A-4147-A177-3AD203B41FA5}">
                      <a16:colId xmlns:a16="http://schemas.microsoft.com/office/drawing/2014/main" val="933589240"/>
                    </a:ext>
                  </a:extLst>
                </a:gridCol>
                <a:gridCol w="3969755">
                  <a:extLst>
                    <a:ext uri="{9D8B030D-6E8A-4147-A177-3AD203B41FA5}">
                      <a16:colId xmlns:a16="http://schemas.microsoft.com/office/drawing/2014/main" val="1541065414"/>
                    </a:ext>
                  </a:extLst>
                </a:gridCol>
              </a:tblGrid>
              <a:tr h="378116">
                <a:tc>
                  <a:txBody>
                    <a:bodyPr/>
                    <a:lstStyle/>
                    <a:p>
                      <a:r>
                        <a:rPr lang="en-US" sz="1400" b="1"/>
                        <a:t>Metod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Təyinat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083897"/>
                  </a:ext>
                </a:extLst>
              </a:tr>
              <a:tr h="378116">
                <a:tc>
                  <a:txBody>
                    <a:bodyPr/>
                    <a:lstStyle/>
                    <a:p>
                      <a:r>
                        <a:rPr lang="en-US" sz="1400"/>
                        <a:t>$request-&gt;session()-&gt;forget('key')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Tək bir məlumatı silir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684584"/>
                  </a:ext>
                </a:extLst>
              </a:tr>
              <a:tr h="378116">
                <a:tc>
                  <a:txBody>
                    <a:bodyPr/>
                    <a:lstStyle/>
                    <a:p>
                      <a:r>
                        <a:rPr lang="en-US" sz="1400"/>
                        <a:t>$request-&gt;session()-&gt;forget([...])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Birdən çox açarı silir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971424"/>
                  </a:ext>
                </a:extLst>
              </a:tr>
              <a:tr h="378116">
                <a:tc>
                  <a:txBody>
                    <a:bodyPr/>
                    <a:lstStyle/>
                    <a:p>
                      <a:r>
                        <a:rPr lang="en-US" sz="1400"/>
                        <a:t>session()-&gt;flush()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Bütün sessiya məlumatlarını silir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547298"/>
                  </a:ext>
                </a:extLst>
              </a:tr>
              <a:tr h="378116">
                <a:tc>
                  <a:txBody>
                    <a:bodyPr/>
                    <a:lstStyle/>
                    <a:p>
                      <a:r>
                        <a:rPr lang="en-US" sz="1400"/>
                        <a:t>session()-&gt;invalidate()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Sessiyanı tam </a:t>
                      </a:r>
                      <a:r>
                        <a:rPr lang="en-US" sz="1400" b="1"/>
                        <a:t>başdan sıfırlayır (ID-ni belə dəyişir)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73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bir neçə sessiya açarı bir anda silinir.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forget([...])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 şəklində birdən çox açarı qəbul edir.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Qalan sessiya məlumatları toxunulmaz qalır.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97806-3AB2-62EC-AA0A-8C0D43DC4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476" y="0"/>
            <a:ext cx="4394524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0F07B0F-A54A-919F-4DD0-95DE9EB65C40}"/>
              </a:ext>
            </a:extLst>
          </p:cNvPr>
          <p:cNvGrpSpPr/>
          <p:nvPr/>
        </p:nvGrpSpPr>
        <p:grpSpPr>
          <a:xfrm>
            <a:off x="3534824" y="3880911"/>
            <a:ext cx="3958789" cy="2977089"/>
            <a:chOff x="3449983" y="3473777"/>
            <a:chExt cx="3958789" cy="29770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149916C-1DDC-DD98-E80C-874D1F479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9983" y="3473777"/>
              <a:ext cx="3953427" cy="73352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5E7ECBD-117B-5849-60E1-28D123938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49983" y="4732256"/>
              <a:ext cx="3958789" cy="1718610"/>
            </a:xfrm>
            <a:prstGeom prst="rect">
              <a:avLst/>
            </a:prstGeom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97253EEB-1F74-793D-B6D2-FBFA157788A8}"/>
                </a:ext>
              </a:extLst>
            </p:cNvPr>
            <p:cNvSpPr/>
            <p:nvPr/>
          </p:nvSpPr>
          <p:spPr>
            <a:xfrm>
              <a:off x="5309495" y="4267104"/>
              <a:ext cx="414779" cy="405352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flush()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sessiyadakı bütün məlumatları silir.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Yəni artıq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session()-&gt;all()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içərisində heç nə qalmayacaq.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metod, çox vaxt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istifadəçi çıxış edəndə (logout) istifadə olunur.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NOT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FLUSH</a:t>
            </a:r>
            <a:r>
              <a:rPr lang="az-Latn-AZ" altLang="en-US" sz="1300">
                <a:latin typeface="Arial" panose="020B0604020202020204" pitchFamily="34" charset="0"/>
              </a:rPr>
              <a:t> ilə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FLASH</a:t>
            </a:r>
            <a:r>
              <a:rPr lang="az-Latn-AZ" altLang="en-US" sz="1300">
                <a:latin typeface="Arial" panose="020B0604020202020204" pitchFamily="34" charset="0"/>
              </a:rPr>
              <a:t> -I səhf salmayarsız....!!! Növbəti dərs.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7C0BA-3480-6DFF-5D15-E8E9296C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533" y="0"/>
            <a:ext cx="4829467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E9BCC7A-F623-C38C-3610-BA7DA1953366}"/>
              </a:ext>
            </a:extLst>
          </p:cNvPr>
          <p:cNvGrpSpPr/>
          <p:nvPr/>
        </p:nvGrpSpPr>
        <p:grpSpPr>
          <a:xfrm>
            <a:off x="2926845" y="3202756"/>
            <a:ext cx="3943900" cy="3646195"/>
            <a:chOff x="2926845" y="3202756"/>
            <a:chExt cx="3943900" cy="36461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6A565D1-EB64-0658-3A3B-E52C0445A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6845" y="3202756"/>
              <a:ext cx="3943900" cy="7621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A46A15-BA06-F622-02F9-8ADB85C57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26845" y="4456890"/>
              <a:ext cx="3943900" cy="2392061"/>
            </a:xfrm>
            <a:prstGeom prst="rect">
              <a:avLst/>
            </a:prstGeom>
          </p:spPr>
        </p:pic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B9F4D72F-D232-6BCD-D341-E4B1E6B1DD25}"/>
                </a:ext>
              </a:extLst>
            </p:cNvPr>
            <p:cNvSpPr/>
            <p:nvPr/>
          </p:nvSpPr>
          <p:spPr>
            <a:xfrm>
              <a:off x="4710259" y="4033199"/>
              <a:ext cx="377072" cy="355354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57086-D847-EC5B-2154-3EC66A296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8177E-0132-7AD5-E1B0-C386B824AABC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Təhlükəsizlik Nöqteyi-Nəzərdən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Logout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əməliyyatlarında</a:t>
            </a:r>
            <a:r>
              <a:rPr lang="az-Latn-AZ" altLang="en-US" sz="1300">
                <a:latin typeface="Arial" panose="020B0604020202020204" pitchFamily="34" charset="0"/>
              </a:rPr>
              <a:t>: Bu zaman həm sessiya məlumatları silinir, həm də yeni CSRF token yaradılır. Bu daha təhlükəsiz yanaşmadır.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72B97-6597-8149-060D-5240A5FE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0125"/>
            <a:ext cx="3305636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3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7143-95A0-820A-67BC-CB50D5092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32F36C-5FA7-FED5-1A45-DAAF4F1CA288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invalidate()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Laravel sessiyasını tamamilə sıfırlayır: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Bütün sessiya məlumatlarını silir (yəni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flush()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kimi).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Sessiyanın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-sini dəyişir – yəni yeni bir sessiya açar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yaradır.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invalidate() istifadə olunur?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 əsasən istifadəçini çıxış etdirmək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logout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zamanı istifadə olunur. Çünki təkcə məlumatları silmək kifayət deyil — sessiyanın özünü də sıfırlamaq lazımdır.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flush() </a:t>
            </a:r>
            <a:r>
              <a:rPr lang="az-Latn-AZ" altLang="en-US" sz="1300">
                <a:latin typeface="Arial" panose="020B0604020202020204" pitchFamily="34" charset="0"/>
              </a:rPr>
              <a:t>vs </a:t>
            </a:r>
            <a:r>
              <a:rPr lang="az-Latn-AZ" altLang="en-US" sz="1300" b="1">
                <a:latin typeface="Arial" panose="020B0604020202020204" pitchFamily="34" charset="0"/>
              </a:rPr>
              <a:t>invalidate() </a:t>
            </a:r>
            <a:r>
              <a:rPr lang="az-Latn-AZ" altLang="en-US" sz="1300">
                <a:latin typeface="Arial" panose="020B0604020202020204" pitchFamily="34" charset="0"/>
              </a:rPr>
              <a:t>– Fərq nədir?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DEDBF3-9E31-6B4C-6B8A-D407A09F2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00686"/>
              </p:ext>
            </p:extLst>
          </p:nvPr>
        </p:nvGraphicFramePr>
        <p:xfrm>
          <a:off x="217714" y="4074823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518809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559328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77300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7018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Metod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Məlumatları silir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Sessiya ID dəyişir?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İstifadə sahəsi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81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flush()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Xeyr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Sessiya boşaldır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85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invalidate()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Logout</a:t>
                      </a:r>
                      <a:r>
                        <a:rPr lang="en-US"/>
                        <a:t>, təhlükəsizlik üçün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92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34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BC2F2-B432-825F-36C4-2D1B4DB0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A66CE-1C1F-97A3-24E5-A5AE2B04E12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sən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invalidate()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etsən: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Yeni sessiya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yaradılır  və hücum riski tam aradan qalxır.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36F79-CA79-EBB2-B464-04F75DA2C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103821"/>
            <a:ext cx="5658640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71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4A01-25F3-F2F6-A8AF-2EB90240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4C8206-0799-0378-0292-C2A7C88E2A3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440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785C-BB21-2628-2147-37A96B9F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9CE23-E89A-E6D3-F30A-F96A621BADE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010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2467</TotalTime>
  <Words>313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339</cp:revision>
  <dcterms:created xsi:type="dcterms:W3CDTF">2025-04-12T11:00:44Z</dcterms:created>
  <dcterms:modified xsi:type="dcterms:W3CDTF">2025-05-27T13:08:28Z</dcterms:modified>
</cp:coreProperties>
</file>