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Session mövzusu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Introduction to HTTP Session in Laravel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Session nədir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(sessiya), istifadəçinin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brauzeri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server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arasında bir müddətlik olan əlaqə zamanı saxlanılan məlumatların qorunması üçün istifadə olunur.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protokolu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tərəfsiz, tərəf tutmayan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olduğuna görə, istifadəçinin əvvəlki sorğularla nə etdiyini bilməz. Məhz bu problemin həlli üçün sessiyalar istifadə olunur.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Məsələn, bir istifadəçi sayta daxil olduqda (login), onun məlumatlarını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saxlayaraq digər səhifələrdə bu məlumatlardan istifadə edə bilərik.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storage/framework/sessions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bu nədir?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qovluq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tipli sessiya driveri istifadə olunduqda Laravel-in sessiya məlumatlarını saxladığı yerdir.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Ətraflı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müxtəlif sessiya driver-lərini dəstəkləyir: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və 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SESSION_DRIVER=file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təyin olunarsa, Laravel sessiya məlumatlarını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kimi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storage/framework/sessions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qovluğunda saxlayır.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istifadəçiyə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unikal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verilir, və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əlaqəli məlumat həmin qovluqda bir faylda yazılır (məsələn: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d80f8e05c...session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bir fayl).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Misal fayl tərkibi (şifrələnmiş və serialize olunmuş məlumatdır):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603C8-A23A-3FE0-309B-FEC574ED0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6090"/>
            <a:ext cx="515374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7D51-F983-AF39-161C-90AB9B1A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B7532-CF05-BC65-EA8C-F1F293A66F03}"/>
              </a:ext>
            </a:extLst>
          </p:cNvPr>
          <p:cNvSpPr txBox="1"/>
          <p:nvPr/>
        </p:nvSpPr>
        <p:spPr>
          <a:xfrm>
            <a:off x="217714" y="255046"/>
            <a:ext cx="11756571" cy="615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config/session.php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bu fayl nədir və nə üçün istifadə edilir?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fayl Laravel sessiya sisteminin konfiqurasiya (tənzimləmə) faylıdır. Bütün sessiyaya aid əsas parametrlər buradan təyin edilir.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parametrlər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'driver' =&gt; env('SESSION_DRIVER', 'file')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üçün hansı saxlama mexanizmi istifadə ediləcək (file, database və s.)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Yəni sessiyaları harada saxlayacağıq.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'lifetime' =&gt; env('SESSION_LIFETIME', 120)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Sessiyanın neçə dəqiqə aktiv qalacağını göstərir.</a:t>
            </a:r>
          </a:p>
          <a:p>
            <a:pPr lvl="1"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'expire_on_close' =&gt; false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olsa, brauzer bağlandıqda sessiya bitər.</a:t>
            </a:r>
          </a:p>
          <a:p>
            <a:pPr lvl="1"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'encrypt' =&gt; false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məlumatları şifrələnsinmi?</a:t>
            </a:r>
          </a:p>
          <a:p>
            <a:pPr lvl="1"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'files' =&gt; storage_path('framework/sessions')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driver istifadə olunarsa, sessiya fayllarının saxlandığı yer.</a:t>
            </a:r>
          </a:p>
          <a:p>
            <a:pPr lvl="1"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'cookie' =&gt; env('SESSION_COOKIE', Str::slug(env('APP_NAME', 'laravel'), '_').'_session')</a:t>
            </a:r>
          </a:p>
          <a:p>
            <a:pPr lvl="1">
              <a:lnSpc>
                <a:spcPct val="150000"/>
              </a:lnSpc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üçün istifadə olunan cookie-nin adı.</a:t>
            </a:r>
          </a:p>
        </p:txBody>
      </p:sp>
    </p:spTree>
    <p:extLst>
      <p:ext uri="{BB962C8B-B14F-4D97-AF65-F5344CB8AC3E}">
        <p14:creationId xmlns:p14="http://schemas.microsoft.com/office/powerpoint/2010/main" val="308626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D177-89E1-72F4-955E-352B11CC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F71FD0-3760-EB69-7BB5-B3BEA61D71FA}"/>
              </a:ext>
            </a:extLst>
          </p:cNvPr>
          <p:cNvSpPr txBox="1"/>
          <p:nvPr/>
        </p:nvSpPr>
        <p:spPr>
          <a:xfrm>
            <a:off x="217714" y="255046"/>
            <a:ext cx="11756571" cy="476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faylındakı bu iki sətrin rolu nədir?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SESSION_DRIVER=file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Laravel-ə bildirir ki, sessiya məlumatlarını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fayl sistemi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vasitəsilə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storage/framework/sessions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qovluğunda saxlasın.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burada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yazılsa idi, onda sessiyalar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bir cədvəldə saxlanılacaqdı (və onu yaratmaq üçün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artisan session:table + migrate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lazım olacaq).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SESSION_LIFETIME=120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məlumatlarının 120 dəqiqə (2 saat) aktiv qalacağını göstərir.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müddət ərzində istifadəçi saytda aktivdirsə, sessiya davam edir. Passiv qalarsa, müddət dolduqda sessiya silinir və istifadəçi çıxmış sayılır.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sistemi, istifadəçi məlumatlarını müxtəlif yollarla saxlamağa imkan verir və bu məlumatlar fərdi sorğular arasında daşımaq üçün əvəzolunmazdır. Bu mövzu, giriş-çıxış sistemləri, alış-veriş səbətləri, form məlumatları və s. kimi çox sayda real-world tətbiqdə istifadə olunur.</a:t>
            </a:r>
          </a:p>
        </p:txBody>
      </p:sp>
    </p:spTree>
    <p:extLst>
      <p:ext uri="{BB962C8B-B14F-4D97-AF65-F5344CB8AC3E}">
        <p14:creationId xmlns:p14="http://schemas.microsoft.com/office/powerpoint/2010/main" val="19967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69B6-3B77-4428-7478-59EAB2C3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D325D-D46F-19FC-3790-CF62D583F2E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85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1B2C-3669-CA50-0844-40689013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E8CA0-6073-D2A0-86C6-5F49D1C6F72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36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7A3E-D630-74CB-E445-FD7CABD7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B4A283-9C41-8BDD-2A40-8DE9FC76DC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204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</TotalTime>
  <Words>511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2025-05-26T18:18:30Z</dcterms:modified>
</cp:coreProperties>
</file>