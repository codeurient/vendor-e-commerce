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5:14:48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24518,'0'641'0,"641"-641"0,-641-641 0,-641 641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3732117" cy="2825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>
                <a:solidFill>
                  <a:srgbClr val="FF0000"/>
                </a:solidFill>
              </a:rPr>
              <a:t>Flash Session Data nədir</a:t>
            </a:r>
            <a:r>
              <a:rPr lang="en-US" sz="1400"/>
              <a:t>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sessiyada yalnız bir dəfəlik saxlanılan məlumatdır. 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ilə sessiyaya məlumat əlavə etdikdə, o məlumat yalnız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növbəti request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(yəni növbəti səhifə yüklənməsi) üçün mövcud olur. Daha sonra avtomatik silinir.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04207-BCCF-1D40-3313-4594A566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386" y="0"/>
            <a:ext cx="4474614" cy="6858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CA50681B-E665-AEFD-B080-275D4D2C14EA}"/>
              </a:ext>
            </a:extLst>
          </p:cNvPr>
          <p:cNvGrpSpPr/>
          <p:nvPr/>
        </p:nvGrpSpPr>
        <p:grpSpPr>
          <a:xfrm>
            <a:off x="4139265" y="635728"/>
            <a:ext cx="3086818" cy="6222272"/>
            <a:chOff x="4139265" y="635728"/>
            <a:chExt cx="3086818" cy="6222272"/>
          </a:xfrm>
        </p:grpSpPr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A0868A4B-211E-0A90-017E-8185563B8437}"/>
                </a:ext>
              </a:extLst>
            </p:cNvPr>
            <p:cNvSpPr/>
            <p:nvPr/>
          </p:nvSpPr>
          <p:spPr>
            <a:xfrm>
              <a:off x="5533534" y="3842449"/>
              <a:ext cx="329938" cy="310789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0880B8-54F4-81BB-BC98-A2FD8D9B72B2}"/>
                </a:ext>
              </a:extLst>
            </p:cNvPr>
            <p:cNvGrpSpPr/>
            <p:nvPr/>
          </p:nvGrpSpPr>
          <p:grpSpPr>
            <a:xfrm>
              <a:off x="4139265" y="635728"/>
              <a:ext cx="3086818" cy="6222272"/>
              <a:chOff x="3790473" y="635728"/>
              <a:chExt cx="3086818" cy="62222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C05DCC0-DC2C-5A16-D70F-F7984F0D3455}"/>
                  </a:ext>
                </a:extLst>
              </p:cNvPr>
              <p:cNvGrpSpPr/>
              <p:nvPr/>
            </p:nvGrpSpPr>
            <p:grpSpPr>
              <a:xfrm>
                <a:off x="3790473" y="635728"/>
                <a:ext cx="3086818" cy="6222272"/>
                <a:chOff x="3790473" y="635728"/>
                <a:chExt cx="3086818" cy="6222272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9902AAA5-6739-D30E-2657-9B66F8ADD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90473" y="635728"/>
                  <a:ext cx="3043960" cy="605837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B8D80D64-8765-F61E-A383-C34CF14E98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90473" y="1677676"/>
                  <a:ext cx="3086818" cy="2097967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F8B2CC94-F808-650F-648B-BA01BA8697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90473" y="4220045"/>
                  <a:ext cx="3086818" cy="579220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763528C7-2369-E736-9530-CF29F4162E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0473" y="5243668"/>
                  <a:ext cx="3086818" cy="1614332"/>
                </a:xfrm>
                <a:prstGeom prst="rect">
                  <a:avLst/>
                </a:prstGeom>
              </p:spPr>
            </p:pic>
            <p:sp>
              <p:nvSpPr>
                <p:cNvPr id="17" name="Arrow: Down 16">
                  <a:extLst>
                    <a:ext uri="{FF2B5EF4-FFF2-40B4-BE49-F238E27FC236}">
                      <a16:creationId xmlns:a16="http://schemas.microsoft.com/office/drawing/2014/main" id="{91BC0E6F-100B-B982-2474-1E5F0C6A1A1A}"/>
                    </a:ext>
                  </a:extLst>
                </p:cNvPr>
                <p:cNvSpPr/>
                <p:nvPr/>
              </p:nvSpPr>
              <p:spPr>
                <a:xfrm>
                  <a:off x="5184742" y="1311458"/>
                  <a:ext cx="329938" cy="310789"/>
                </a:xfrm>
                <a:prstGeom prst="downArrow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Arrow: Down 18">
                  <a:extLst>
                    <a:ext uri="{FF2B5EF4-FFF2-40B4-BE49-F238E27FC236}">
                      <a16:creationId xmlns:a16="http://schemas.microsoft.com/office/drawing/2014/main" id="{A07D7D57-1D7E-EAE8-6D6D-6BCCA939F328}"/>
                    </a:ext>
                  </a:extLst>
                </p:cNvPr>
                <p:cNvSpPr/>
                <p:nvPr/>
              </p:nvSpPr>
              <p:spPr>
                <a:xfrm>
                  <a:off x="5184742" y="4866072"/>
                  <a:ext cx="329938" cy="310789"/>
                </a:xfrm>
                <a:prstGeom prst="downArrow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EE076A79-45DF-9A4A-CFE9-C89838120718}"/>
                      </a:ext>
                    </a:extLst>
                  </p14:cNvPr>
                  <p14:cNvContentPartPr/>
                  <p14:nvPr/>
                </p14:nvContentPartPr>
                <p14:xfrm>
                  <a:off x="4312848" y="5307651"/>
                  <a:ext cx="231120" cy="23112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EE076A79-45DF-9A4A-CFE9-C89838120718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306728" y="5301531"/>
                    <a:ext cx="243360" cy="2433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 məqsədi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göndərildikdən sonra status mesajları göstərmək.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Müvəqqəti bildirişlər (success, error).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Yenidən yönləndirmə zamanı bir dəfəlik məlumat ötürmək.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nə edir?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=&gt; true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flash data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əlavə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get-session 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-una yönləndirir.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get-session route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daxil olduqda bu məlumat əlçatan olur.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Ondan sonra avtomatik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silinir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F921D-B13E-E2D4-4034-38099669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1236"/>
            <a:ext cx="4572638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Müqayisə: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flash()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EA4DE1-D75D-D59A-20CA-2F2027389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55423"/>
              </p:ext>
            </p:extLst>
          </p:nvPr>
        </p:nvGraphicFramePr>
        <p:xfrm>
          <a:off x="217714" y="845671"/>
          <a:ext cx="11622353" cy="2218038"/>
        </p:xfrm>
        <a:graphic>
          <a:graphicData uri="http://schemas.openxmlformats.org/drawingml/2006/table">
            <a:tbl>
              <a:tblPr/>
              <a:tblGrid>
                <a:gridCol w="1268531">
                  <a:extLst>
                    <a:ext uri="{9D8B030D-6E8A-4147-A177-3AD203B41FA5}">
                      <a16:colId xmlns:a16="http://schemas.microsoft.com/office/drawing/2014/main" val="1364422659"/>
                    </a:ext>
                  </a:extLst>
                </a:gridCol>
                <a:gridCol w="5176911">
                  <a:extLst>
                    <a:ext uri="{9D8B030D-6E8A-4147-A177-3AD203B41FA5}">
                      <a16:colId xmlns:a16="http://schemas.microsoft.com/office/drawing/2014/main" val="1248162672"/>
                    </a:ext>
                  </a:extLst>
                </a:gridCol>
                <a:gridCol w="5176911">
                  <a:extLst>
                    <a:ext uri="{9D8B030D-6E8A-4147-A177-3AD203B41FA5}">
                      <a16:colId xmlns:a16="http://schemas.microsoft.com/office/drawing/2014/main" val="2572065627"/>
                    </a:ext>
                  </a:extLst>
                </a:gridCol>
              </a:tblGrid>
              <a:tr h="739346"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Saxlanma Müddəti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İstifadə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5648"/>
                  </a:ext>
                </a:extLst>
              </a:tr>
              <a:tr h="739346">
                <a:tc>
                  <a:txBody>
                    <a:bodyPr/>
                    <a:lstStyle/>
                    <a:p>
                      <a:r>
                        <a:rPr lang="en-US"/>
                        <a:t>put()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Sessiya bitənədək (və ya silənədək)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Uzunmüddətli sessiya datası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602816"/>
                  </a:ext>
                </a:extLst>
              </a:tr>
              <a:tr h="739346">
                <a:tc>
                  <a:txBody>
                    <a:bodyPr/>
                    <a:lstStyle/>
                    <a:p>
                      <a:r>
                        <a:rPr lang="en-US"/>
                        <a:t>flash()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Yalnız </a:t>
                      </a:r>
                      <a:r>
                        <a:rPr lang="en-US" b="1"/>
                        <a:t>1 dəfəlik</a:t>
                      </a:r>
                      <a:r>
                        <a:rPr lang="en-US"/>
                        <a:t> – növbəti request üçün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Bildirişlər, mesajlar, redirect sonrası göstərişlər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33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BB82-5A41-D9DE-F510-0FE32BB2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6D3F2-2B3B-2386-F71E-865D31D4862D}"/>
              </a:ext>
            </a:extLst>
          </p:cNvPr>
          <p:cNvSpPr txBox="1"/>
          <p:nvPr/>
        </p:nvSpPr>
        <p:spPr>
          <a:xfrm>
            <a:off x="217714" y="255046"/>
            <a:ext cx="11756571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nümunə: Form göndərilməsi ( Bizd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 mövcud olan bir nümunə deyil. Sadəcə bir nümunədir.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 məlumatı əldə etmək üçün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session('status')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$request-&gt;session()-&gt;get('status')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old()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metodlarından istifadə edə bilərsən.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 session data istifadəçinin qarşısına bir dəfəlik mesajlar çıxarmaq üçün mükəmməldir. Bu üsul müvəqqəti məlumat ötürmək üçün həm təhlükəsiz, həm də praktiki yoldur.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C0105-E5CF-6D61-82F4-D26726AB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95949"/>
            <a:ext cx="5334744" cy="1276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4077C-6F7F-0DE6-1B63-C657C21B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2476368"/>
            <a:ext cx="5334744" cy="90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7D33F1-6C50-3472-1440-C6C56A45A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5" y="3644577"/>
            <a:ext cx="5334744" cy="155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9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C60-0E77-AED6-8921-07F75D69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24F40-A999-A563-4B63-5EF7EFB8D57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879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216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2025-05-27T15:23:54Z</dcterms:modified>
</cp:coreProperties>
</file>