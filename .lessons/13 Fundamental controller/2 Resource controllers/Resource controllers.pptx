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0" r:id="rId2"/>
    <p:sldId id="382" r:id="rId3"/>
    <p:sldId id="383" r:id="rId4"/>
    <p:sldId id="384" r:id="rId5"/>
    <p:sldId id="385" r:id="rId6"/>
    <p:sldId id="386" r:id="rId7"/>
    <p:sldId id="381" r:id="rId8"/>
    <p:sldId id="387" r:id="rId9"/>
    <p:sldId id="388" r:id="rId10"/>
    <p:sldId id="3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EAAA6-221D-FBE8-7A9B-E33D7ABD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AFE6B-3F4E-81D8-1176-2DF328A14425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php artisan route:list nədir?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komanda Laravel layihədə bütün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qeydiyyatdan keçmiş routeların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siyahısını göstərir.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14A2F-2018-8115-A64C-24CA59CF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906"/>
          <a:stretch/>
        </p:blipFill>
        <p:spPr>
          <a:xfrm>
            <a:off x="0" y="3963419"/>
            <a:ext cx="12192000" cy="289458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1CBA01-F48E-5960-1230-68CDFDD75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639469"/>
              </p:ext>
            </p:extLst>
          </p:nvPr>
        </p:nvGraphicFramePr>
        <p:xfrm>
          <a:off x="0" y="1709480"/>
          <a:ext cx="4623324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423">
                  <a:extLst>
                    <a:ext uri="{9D8B030D-6E8A-4147-A177-3AD203B41FA5}">
                      <a16:colId xmlns:a16="http://schemas.microsoft.com/office/drawing/2014/main" val="3963805437"/>
                    </a:ext>
                  </a:extLst>
                </a:gridCol>
                <a:gridCol w="3667901">
                  <a:extLst>
                    <a:ext uri="{9D8B030D-6E8A-4147-A177-3AD203B41FA5}">
                      <a16:colId xmlns:a16="http://schemas.microsoft.com/office/drawing/2014/main" val="3957268490"/>
                    </a:ext>
                  </a:extLst>
                </a:gridCol>
              </a:tblGrid>
              <a:tr h="233862">
                <a:tc gridSpan="2">
                  <a:txBody>
                    <a:bodyPr/>
                    <a:lstStyle/>
                    <a:p>
                      <a:r>
                        <a:rPr lang="en-US" sz="1100"/>
                        <a:t>Göstərilən məlumatlar: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82438"/>
                  </a:ext>
                </a:extLst>
              </a:tr>
              <a:tr h="233862">
                <a:tc>
                  <a:txBody>
                    <a:bodyPr/>
                    <a:lstStyle/>
                    <a:p>
                      <a:r>
                        <a:rPr lang="en-US" sz="1100" b="1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İzah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66909"/>
                  </a:ext>
                </a:extLst>
              </a:tr>
              <a:tr h="233862">
                <a:tc>
                  <a:txBody>
                    <a:bodyPr/>
                    <a:lstStyle/>
                    <a:p>
                      <a:r>
                        <a:rPr lang="en-US" sz="110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HTTP metod (GET, POST, PUT, DELETE, 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683042"/>
                  </a:ext>
                </a:extLst>
              </a:tr>
              <a:tr h="233862">
                <a:tc>
                  <a:txBody>
                    <a:bodyPr/>
                    <a:lstStyle/>
                    <a:p>
                      <a:r>
                        <a:rPr lang="en-US" sz="1100"/>
                        <a:t>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URL ünvanı (məsələn: /blog/create)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723611"/>
                  </a:ext>
                </a:extLst>
              </a:tr>
              <a:tr h="233862">
                <a:tc>
                  <a:txBody>
                    <a:bodyPr/>
                    <a:lstStyle/>
                    <a:p>
                      <a:r>
                        <a:rPr lang="en-US" sz="11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Route üçün verilmiş ad (məsələn: blog.index)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011009"/>
                  </a:ext>
                </a:extLst>
              </a:tr>
              <a:tr h="233862">
                <a:tc>
                  <a:txBody>
                    <a:bodyPr/>
                    <a:lstStyle/>
                    <a:p>
                      <a:r>
                        <a:rPr lang="en-US" sz="110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Hansı controller və method çağırılır (BlogController@index)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811200"/>
                  </a:ext>
                </a:extLst>
              </a:tr>
              <a:tr h="233862">
                <a:tc>
                  <a:txBody>
                    <a:bodyPr/>
                    <a:lstStyle/>
                    <a:p>
                      <a:r>
                        <a:rPr lang="en-US" sz="1100"/>
                        <a:t>Middleware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Əgər varsa, bu routeların qorunduğu middleware-lər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533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30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0FD8-EB24-DBDB-AB5F-2005067C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2D2362-0DAB-3F67-8826-B2702C4BE8F1}"/>
              </a:ext>
            </a:extLst>
          </p:cNvPr>
          <p:cNvSpPr txBox="1"/>
          <p:nvPr/>
        </p:nvSpPr>
        <p:spPr>
          <a:xfrm>
            <a:off x="217714" y="255046"/>
            <a:ext cx="11756571" cy="3869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php artisan make:controller BlogController -r nə edir?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komanda Laravel-də bir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controller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yaradır.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-r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--resource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deməkdir?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qısaltması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--resource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üçündür.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avtomatik olaraq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əməliyyatlarını idarə edən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əsas method-u yaradır.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Əmrin sintaksisi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100" b="1"/>
              <a:t>Nəticə</a:t>
            </a:r>
            <a:r>
              <a:rPr lang="en-US" sz="1100"/>
              <a:t>: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BAFCF5-7747-711B-6B32-0FF8A1A80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56" y="2995367"/>
            <a:ext cx="5182323" cy="581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089E57-9AC3-612F-E0A1-6A30109DE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56" y="4273409"/>
            <a:ext cx="7267168" cy="258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3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68214-ED4C-7F41-9486-9FC878FE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648FCF-6B0C-587A-DB59-EB1093BB728F}"/>
              </a:ext>
            </a:extLst>
          </p:cNvPr>
          <p:cNvSpPr txBox="1"/>
          <p:nvPr/>
        </p:nvSpPr>
        <p:spPr>
          <a:xfrm>
            <a:off x="217714" y="255046"/>
            <a:ext cx="11756571" cy="955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Resource Controller nədir və nə üçün istifadə olunur?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Tərif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Resource controller, Laravel-də CRUD əməliyyatlarını sadələşdirən və standartlaşdıran controller növüdür.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A23221-E0D9-08E5-0B39-D5731BE6D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825684"/>
              </p:ext>
            </p:extLst>
          </p:nvPr>
        </p:nvGraphicFramePr>
        <p:xfrm>
          <a:off x="316322" y="1483237"/>
          <a:ext cx="812799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905">
                  <a:extLst>
                    <a:ext uri="{9D8B030D-6E8A-4147-A177-3AD203B41FA5}">
                      <a16:colId xmlns:a16="http://schemas.microsoft.com/office/drawing/2014/main" val="1354642240"/>
                    </a:ext>
                  </a:extLst>
                </a:gridCol>
                <a:gridCol w="2366128">
                  <a:extLst>
                    <a:ext uri="{9D8B030D-6E8A-4147-A177-3AD203B41FA5}">
                      <a16:colId xmlns:a16="http://schemas.microsoft.com/office/drawing/2014/main" val="1859611153"/>
                    </a:ext>
                  </a:extLst>
                </a:gridCol>
                <a:gridCol w="4239966">
                  <a:extLst>
                    <a:ext uri="{9D8B030D-6E8A-4147-A177-3AD203B41FA5}">
                      <a16:colId xmlns:a16="http://schemas.microsoft.com/office/drawing/2014/main" val="3822248066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/>
                        <a:t>Standart 7 əməliyyat (RESTful):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Metod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Açıklama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92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index()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 /blog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Bütün blogları göstər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16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create()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 /blog/create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Yeni blog </a:t>
                      </a:r>
                      <a:r>
                        <a:rPr lang="az-Latn-AZ"/>
                        <a:t>yaratma</a:t>
                      </a:r>
                      <a:r>
                        <a:rPr lang="en-US"/>
                        <a:t> formunu göstər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820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store()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 /blog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Yeni blogu yadda saxla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13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show()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 /blog/{id}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Tək blogu göstər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64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edit()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 /blog/{id}/edit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Blogu redaktə et formu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96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update()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PUT/PATCH /blog/{id}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Blog məlumatını yenilə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19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destroy()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DELETE /blog/{id}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Blogu sil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59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62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E6F38-22E6-3D18-DCBC-E03BCA7B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3C2727-254B-EF62-524C-11AA8CE3DC3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Tək-tək route yazmaq istə</a:t>
            </a:r>
            <a:r>
              <a:rPr kumimoji="0" lang="az-Latn-AZ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səydiq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65BB76-4570-D6D7-FA15-00E93E53A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692345"/>
              </p:ext>
            </p:extLst>
          </p:nvPr>
        </p:nvGraphicFramePr>
        <p:xfrm>
          <a:off x="217714" y="4490387"/>
          <a:ext cx="93410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2629">
                  <a:extLst>
                    <a:ext uri="{9D8B030D-6E8A-4147-A177-3AD203B41FA5}">
                      <a16:colId xmlns:a16="http://schemas.microsoft.com/office/drawing/2014/main" val="3618801056"/>
                    </a:ext>
                  </a:extLst>
                </a:gridCol>
                <a:gridCol w="5288437">
                  <a:extLst>
                    <a:ext uri="{9D8B030D-6E8A-4147-A177-3AD203B41FA5}">
                      <a16:colId xmlns:a16="http://schemas.microsoft.com/office/drawing/2014/main" val="376557069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/>
                        <a:t>Niyə Resource Controller istifadə edək?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71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Resource Controller ilə Həll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69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Kodlar qarışıq olur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 standart method ilə oxunaqlılıq artır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87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Route-lar əllə yazılır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Route::resource() bir sətirlik yazılışla iş bitir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836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Tətbiq böyüdükcə kod idarəsi çətinləşir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Modular və RESTful struktur sadələşdirir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27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Controller-lərdə qarışıqlıq olur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Hər method öz funksiyasını konkret yerinə yetirir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1922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F10A55-263B-EEE5-0A87-AD0919D3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00100"/>
            <a:ext cx="9050013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8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13BD-7607-0A80-815C-12E43FBE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8E457E-4629-90F3-AF12-8AF0F4B586D1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İki route eyni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-ə malikdir (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/blog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necə qarışıqlıq yaranmır?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Bəli, bu doğrudur.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Bizim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route:list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 bu iki sətir var: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Hər ikisi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/blog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URI-ini istifadə edir, amma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fərqli HTTP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methodlarla.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Cavab: Qarışıqlıq yaranmır çünki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 fərqlidir!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URI + HTTP METHOD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ikilisinə görə route-ları fərqləndirir: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06E2A-D346-D56E-DB06-4AA2B8DD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633229"/>
            <a:ext cx="7697274" cy="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916EC0-7EDB-A9F8-5008-1C98F7D97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353112"/>
            <a:ext cx="988833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8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03EF6-3C72-B56D-5104-E82ECCF0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6B1107-C1F5-52A3-3AC6-093C2A818D53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/blog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eyni olsa belə,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fərqli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methodlardır, Laravel onları qarışdırmır.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name('blog.index')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name('blog.store')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adlandırmaları isə sənə daha rahat və oxunaqlı şəkildə route-ları çağırmağa imkan verir.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9A145-06C6-D3C7-6E2C-89D50B491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4654"/>
            <a:ext cx="12192000" cy="462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7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4384-7AB2-F6BF-D849-C8F653A7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49436F-EC62-0603-FCDC-428B77B34421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7ci slaydda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-də, </a:t>
            </a:r>
            <a:r>
              <a:rPr lang="az-Latn-AZ" altLang="en-US" sz="1300" b="1">
                <a:latin typeface="Arial" panose="020B0604020202020204" pitchFamily="34" charset="0"/>
              </a:rPr>
              <a:t>update() </a:t>
            </a:r>
            <a:r>
              <a:rPr lang="az-Latn-AZ" altLang="en-US" sz="1300">
                <a:latin typeface="Arial" panose="020B0604020202020204" pitchFamily="34" charset="0"/>
              </a:rPr>
              <a:t>metodu içində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$REQUEST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deyilən bir parametr var. Bu təkcə </a:t>
            </a:r>
            <a:r>
              <a:rPr lang="az-Latn-AZ" altLang="en-US" sz="1300" b="1">
                <a:latin typeface="Arial" panose="020B0604020202020204" pitchFamily="34" charset="0"/>
              </a:rPr>
              <a:t>update() </a:t>
            </a:r>
            <a:r>
              <a:rPr lang="az-Latn-AZ" altLang="en-US" sz="1300">
                <a:latin typeface="Arial" panose="020B0604020202020204" pitchFamily="34" charset="0"/>
              </a:rPr>
              <a:t>metoduna aid deyil digər istənilən metod üçün istifadə edilən bir parametrdir. Nədir bu </a:t>
            </a:r>
            <a:r>
              <a:rPr lang="en-US" altLang="en-US" sz="1300" b="1">
                <a:latin typeface="Arial" panose="020B0604020202020204" pitchFamily="34" charset="0"/>
              </a:rPr>
              <a:t>$REQUEST </a:t>
            </a:r>
            <a:r>
              <a:rPr lang="en-US" altLang="en-US" sz="1300">
                <a:latin typeface="Arial" panose="020B0604020202020204" pitchFamily="34" charset="0"/>
              </a:rPr>
              <a:t>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 formdan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(19cu dərs qovluğunda görəcəyik bunu)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-dən,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-dən və s. daxil olan bütün məlumatlara çıxış imkanı verən əsas obyektdir.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Laravel-in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Illuminate\Http\Request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sinifindən gələn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obyekt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olub, istifadəçinin göndərdiyi məlumatları, faylları, header-ləri, method-u, URL-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və s.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özündə ehtiva edir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$request ilə işləyən əsas metodlar və fərqlilikləri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1) 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dd($request); </a:t>
            </a:r>
            <a:r>
              <a:rPr lang="az-Latn-AZ" altLang="en-US" sz="1300">
                <a:latin typeface="Arial" panose="020B0604020202020204" pitchFamily="34" charset="0"/>
              </a:rPr>
              <a:t>- bütün Request obyektini verir. Tam struktur, class, method-lar və 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İstifadə məqsədi</a:t>
            </a:r>
            <a:r>
              <a:rPr lang="az-Latn-AZ" altLang="en-US" sz="1300">
                <a:latin typeface="Arial" panose="020B0604020202020204" pitchFamily="34" charset="0"/>
              </a:rPr>
              <a:t>: Diqqətlə request obyektinin nə olduğunu öyrənmək. Bu Request, çox böyük və texniki ola bilər.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2) 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dd($request-&gt;all());  </a:t>
            </a:r>
            <a:r>
              <a:rPr lang="az-Latn-AZ" altLang="en-US" sz="1300">
                <a:latin typeface="Arial" panose="020B0604020202020204" pitchFamily="34" charset="0"/>
              </a:rPr>
              <a:t>- sadəcə formdan (və ya URL query string-dən) gələn input məlumatlarını göstərir.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sahələrindən (input, textarea, select və s.) gələn name atributlu məlumatları alır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həmçinin GET istəklərində URL-də gələn query-ləri də alır (məs: ?search=kitab)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faylları (&lt;input type="file"&gt;) daxil etmir</a:t>
            </a: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Bu </a:t>
            </a:r>
            <a:r>
              <a:rPr lang="az-Latn-AZ" altLang="en-US" sz="1300" b="1">
                <a:latin typeface="Arial" panose="020B0604020202020204" pitchFamily="34" charset="0"/>
              </a:rPr>
              <a:t>all() </a:t>
            </a:r>
            <a:r>
              <a:rPr lang="az-Latn-AZ" altLang="en-US" sz="1300">
                <a:latin typeface="Arial" panose="020B0604020202020204" pitchFamily="34" charset="0"/>
              </a:rPr>
              <a:t>yaxud </a:t>
            </a:r>
            <a:r>
              <a:rPr lang="az-Latn-AZ" altLang="en-US" sz="1300" b="1">
                <a:latin typeface="Arial" panose="020B0604020202020204" pitchFamily="34" charset="0"/>
              </a:rPr>
              <a:t>file() </a:t>
            </a:r>
            <a:r>
              <a:rPr lang="az-Latn-AZ" altLang="en-US" sz="1300">
                <a:latin typeface="Arial" panose="020B0604020202020204" pitchFamily="34" charset="0"/>
              </a:rPr>
              <a:t>haqqında oxumaq üçün 19cu dərsə bax....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6B24-BB47-B4A0-2F2E-39EFF0F2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95811A-E62F-47C8-39D2-DC530ED3E4C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789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1AEF-5503-FCDE-B9EE-762D1A8A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F2FCE-15BF-6DFB-F903-5F79F87E042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198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C843-C0B2-9A04-F755-02929562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BD3F95-FE37-5AD0-8AC7-CB8CAA343CA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4059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2269</TotalTime>
  <Words>633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294</cp:revision>
  <dcterms:created xsi:type="dcterms:W3CDTF">2025-04-12T11:00:44Z</dcterms:created>
  <dcterms:modified xsi:type="dcterms:W3CDTF">2025-05-10T04:13:33Z</dcterms:modified>
</cp:coreProperties>
</file>