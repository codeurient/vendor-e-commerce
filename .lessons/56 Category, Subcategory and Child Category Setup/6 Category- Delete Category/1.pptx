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Burada sadəcə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CategoryController.php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 əlavlərə edilibdir.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Şəkildə sadəcə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-un həmin controlleri hardan necə çağırdığı göstərilmişdir.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F53BE-8C1C-D4F3-6278-9877DDE3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478" y="1551709"/>
            <a:ext cx="9970522" cy="53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4549</TotalTime>
  <Words>23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2025-08-19T04:25:18Z</dcterms:modified>
</cp:coreProperties>
</file>