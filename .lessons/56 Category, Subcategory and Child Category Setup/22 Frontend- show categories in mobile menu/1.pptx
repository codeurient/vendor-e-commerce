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4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Telefon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-lərin konfiqurasiya edilməsi.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94ADF-099E-83C6-73A3-3DB331B3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523" y="2009098"/>
            <a:ext cx="2343477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E033-0DF3-A79A-FB85-3837BDF4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2510EE-D5F9-6816-2930-CDC5D540D05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58526-E46C-DCBC-E23A-F3D94C68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509" y="933666"/>
            <a:ext cx="7795491" cy="592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2465A-DC5D-29CC-853A-D279BB78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4CA4B-BEDC-5BD5-41FF-E0E12E1D4F2A}"/>
              </a:ext>
            </a:extLst>
          </p:cNvPr>
          <p:cNvSpPr txBox="1"/>
          <p:nvPr/>
        </p:nvSpPr>
        <p:spPr>
          <a:xfrm>
            <a:off x="217714" y="1534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resources\views\frontend\layouts\menu.blade.php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2770-959F-C228-C4A4-F7059B46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63" y="743242"/>
            <a:ext cx="8222241" cy="61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DD16-45CB-C70F-7DD5-1273AA43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17168C-7F36-3DBF-E6E3-DA997C83AD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831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5520</TotalTime>
  <Words>25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356</cp:revision>
  <dcterms:created xsi:type="dcterms:W3CDTF">2025-04-12T11:00:44Z</dcterms:created>
  <dcterms:modified xsi:type="dcterms:W3CDTF">2025-09-05T14:28:20Z</dcterms:modified>
</cp:coreProperties>
</file>