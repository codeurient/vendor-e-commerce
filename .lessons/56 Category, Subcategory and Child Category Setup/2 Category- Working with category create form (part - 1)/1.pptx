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7" r:id="rId5"/>
    <p:sldId id="418" r:id="rId6"/>
    <p:sldId id="419" r:id="rId7"/>
    <p:sldId id="420" r:id="rId8"/>
    <p:sldId id="414" r:id="rId9"/>
    <p:sldId id="400" r:id="rId10"/>
    <p:sldId id="421" r:id="rId11"/>
    <p:sldId id="42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Create s</a:t>
            </a:r>
            <a:r>
              <a:rPr lang="az-Latn-AZ" altLang="en-US" sz="1300">
                <a:latin typeface="Arial" panose="020B0604020202020204" pitchFamily="34" charset="0"/>
              </a:rPr>
              <a:t>əhifəsinə keçmək üçün A elementinə route əlavə edirik və controllerdə yönləndiririk.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7C5C85-7005-8072-1079-51B4F0ABA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564" y="1188226"/>
            <a:ext cx="9864436" cy="566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6B78F-5399-0318-C2BC-9D4E0569A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0677E5-892D-ADCF-8DF6-0176626F9BC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resources\views\admin\category\</a:t>
            </a:r>
            <a:r>
              <a:rPr lang="en-US" altLang="en-US" sz="1300" b="1" u="sng">
                <a:latin typeface="Arial" panose="020B0604020202020204" pitchFamily="34" charset="0"/>
              </a:rPr>
              <a:t>index.blade.php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faylında bu işarətlənən hissəni silməyi unutmuşdum. İndi silək.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EF09D1-4422-97FE-CCEC-BEF3617E3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875" y="1468582"/>
            <a:ext cx="6822125" cy="538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589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06B79-B7C8-4C45-C8DB-DC8F819B4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6B3893-C7ED-6CC2-FBF4-283792AF4058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resources\views\admin\category\</a:t>
            </a:r>
            <a:r>
              <a:rPr lang="en-US" altLang="en-US" sz="1300" b="1" u="sng">
                <a:latin typeface="Arial" panose="020B0604020202020204" pitchFamily="34" charset="0"/>
              </a:rPr>
              <a:t>index.blade.php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faylında </a:t>
            </a:r>
            <a:r>
              <a:rPr lang="en-US" altLang="en-US" sz="1300">
                <a:latin typeface="Arial" panose="020B0604020202020204" pitchFamily="34" charset="0"/>
              </a:rPr>
              <a:t>olan </a:t>
            </a:r>
            <a:r>
              <a:rPr lang="az-Latn-AZ" altLang="en-US" sz="1300">
                <a:latin typeface="Arial" panose="020B0604020202020204" pitchFamily="34" charset="0"/>
              </a:rPr>
              <a:t>məlumatları, </a:t>
            </a:r>
            <a:r>
              <a:rPr lang="en-US" altLang="en-US" sz="1300" b="1">
                <a:latin typeface="Arial" panose="020B0604020202020204" pitchFamily="34" charset="0"/>
              </a:rPr>
              <a:t>resources\views\admin\category\</a:t>
            </a:r>
            <a:r>
              <a:rPr lang="en-US" altLang="en-US" sz="1300" b="1" u="sng">
                <a:latin typeface="Arial" panose="020B0604020202020204" pitchFamily="34" charset="0"/>
              </a:rPr>
              <a:t>create.blade.php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faylına köçürürük və lazım olmayan elementləri silərək </a:t>
            </a:r>
            <a:r>
              <a:rPr lang="az-Latn-AZ" altLang="en-US" sz="1300" b="1">
                <a:latin typeface="Arial" panose="020B0604020202020204" pitchFamily="34" charset="0"/>
              </a:rPr>
              <a:t>form tag </a:t>
            </a:r>
            <a:r>
              <a:rPr lang="az-Latn-AZ" altLang="en-US" sz="1300">
                <a:latin typeface="Arial" panose="020B0604020202020204" pitchFamily="34" charset="0"/>
              </a:rPr>
              <a:t>-inə lazım olan </a:t>
            </a:r>
            <a:r>
              <a:rPr lang="az-Latn-AZ" altLang="en-US" sz="1300" b="1">
                <a:latin typeface="Arial" panose="020B0604020202020204" pitchFamily="34" charset="0"/>
              </a:rPr>
              <a:t>elementləri</a:t>
            </a:r>
            <a:r>
              <a:rPr lang="az-Latn-AZ" altLang="en-US" sz="1300">
                <a:latin typeface="Arial" panose="020B0604020202020204" pitchFamily="34" charset="0"/>
              </a:rPr>
              <a:t> əlavə edirik. </a:t>
            </a:r>
            <a:endParaRPr lang="en-US" altLang="en-US" sz="13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7B2457-83B3-F28F-556D-5A1B17391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461" y="1376218"/>
            <a:ext cx="10236538" cy="548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337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1B343-5C53-AD3A-B9DF-A11757455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872888-B5F0-5107-5816-B383070449B1}"/>
              </a:ext>
            </a:extLst>
          </p:cNvPr>
          <p:cNvSpPr txBox="1"/>
          <p:nvPr/>
        </p:nvSpPr>
        <p:spPr>
          <a:xfrm>
            <a:off x="217715" y="255046"/>
            <a:ext cx="5425704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Əlavə etdiyimiz elementlər qırmızı ilə işarətlənənlərdir.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Tez olması üçün bu elementləri </a:t>
            </a:r>
            <a:r>
              <a:rPr lang="en-US" altLang="en-US" sz="1300" b="1">
                <a:latin typeface="Arial" panose="020B0604020202020204" pitchFamily="34" charset="0"/>
              </a:rPr>
              <a:t>resources\views\admin\</a:t>
            </a:r>
            <a:r>
              <a:rPr lang="en-US" altLang="en-US" sz="1300" b="1" u="sng">
                <a:latin typeface="Arial" panose="020B0604020202020204" pitchFamily="34" charset="0"/>
              </a:rPr>
              <a:t>slider\create.blade.php</a:t>
            </a:r>
            <a:r>
              <a:rPr lang="az-Latn-AZ" altLang="en-US" sz="1300">
                <a:latin typeface="Arial" panose="020B0604020202020204" pitchFamily="34" charset="0"/>
              </a:rPr>
              <a:t> faylından götürə bilərsiz.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Burada </a:t>
            </a:r>
            <a:r>
              <a:rPr lang="az-Latn-AZ" altLang="en-US" sz="1300" b="1">
                <a:latin typeface="Arial" panose="020B0604020202020204" pitchFamily="34" charset="0"/>
              </a:rPr>
              <a:t>1ci input</a:t>
            </a:r>
            <a:r>
              <a:rPr lang="az-Latn-AZ" altLang="en-US" sz="1300">
                <a:latin typeface="Arial" panose="020B0604020202020204" pitchFamily="34" charset="0"/>
              </a:rPr>
              <a:t> taginin </a:t>
            </a:r>
            <a:r>
              <a:rPr lang="az-Latn-AZ" altLang="en-US" sz="1300" b="1">
                <a:latin typeface="Arial" panose="020B0604020202020204" pitchFamily="34" charset="0"/>
              </a:rPr>
              <a:t>type</a:t>
            </a:r>
            <a:r>
              <a:rPr lang="az-Latn-AZ" altLang="en-US" sz="1300">
                <a:latin typeface="Arial" panose="020B0604020202020204" pitchFamily="34" charset="0"/>
              </a:rPr>
              <a:t> atributu </a:t>
            </a:r>
            <a:r>
              <a:rPr lang="az-Latn-AZ" altLang="en-US" sz="1300" b="1">
                <a:latin typeface="Arial" panose="020B0604020202020204" pitchFamily="34" charset="0"/>
              </a:rPr>
              <a:t>text</a:t>
            </a:r>
            <a:r>
              <a:rPr lang="az-Latn-AZ" altLang="en-US" sz="1300">
                <a:latin typeface="Arial" panose="020B0604020202020204" pitchFamily="34" charset="0"/>
              </a:rPr>
              <a:t> dəyərindədir. Bura bootstrap-in icon üçün istifadə edilən class adlarını qoya bilərik.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Həmin bootstrap üçün `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https://victor-valencia.github.io/bootstrap-iconpicker/</a:t>
            </a:r>
            <a:r>
              <a:rPr lang="az-Latn-AZ" altLang="en-US" sz="1300">
                <a:latin typeface="Arial" panose="020B0604020202020204" pitchFamily="34" charset="0"/>
              </a:rPr>
              <a:t>` bu saytdan </a:t>
            </a:r>
            <a:r>
              <a:rPr lang="az-Latn-AZ" altLang="en-US" sz="1300" b="1">
                <a:latin typeface="Arial" panose="020B0604020202020204" pitchFamily="34" charset="0"/>
              </a:rPr>
              <a:t>bootsrap js və css icon </a:t>
            </a:r>
            <a:r>
              <a:rPr lang="az-Latn-AZ" altLang="en-US" sz="1300">
                <a:latin typeface="Arial" panose="020B0604020202020204" pitchFamily="34" charset="0"/>
              </a:rPr>
              <a:t>fayllarını endiririk.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8E2E60-7E5B-4BFA-1DDA-C57471BA9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297" y="0"/>
            <a:ext cx="645170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BFCF37-E2E0-678B-35ED-0A4B7D68C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50209"/>
            <a:ext cx="4492087" cy="19077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1440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050CB-694A-DA75-E84F-07C9A8997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9AD785-A17D-7141-0558-22EC485FB773}"/>
              </a:ext>
            </a:extLst>
          </p:cNvPr>
          <p:cNvSpPr txBox="1"/>
          <p:nvPr/>
        </p:nvSpPr>
        <p:spPr>
          <a:xfrm>
            <a:off x="217713" y="116501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RAR</a:t>
            </a:r>
            <a:r>
              <a:rPr lang="az-Latn-AZ" altLang="en-US" sz="1300">
                <a:latin typeface="Arial" panose="020B0604020202020204" pitchFamily="34" charset="0"/>
              </a:rPr>
              <a:t> içindən, </a:t>
            </a:r>
            <a:r>
              <a:rPr lang="az-Latn-AZ" altLang="en-US" sz="1300" b="1">
                <a:latin typeface="Arial" panose="020B0604020202020204" pitchFamily="34" charset="0"/>
              </a:rPr>
              <a:t>JS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CSS</a:t>
            </a:r>
            <a:r>
              <a:rPr lang="az-Latn-AZ" altLang="en-US" sz="1300">
                <a:latin typeface="Arial" panose="020B0604020202020204" pitchFamily="34" charset="0"/>
              </a:rPr>
              <a:t> fayllarını  `</a:t>
            </a:r>
            <a:r>
              <a:rPr lang="az-Latn-AZ" altLang="en-US" sz="1300" b="1">
                <a:latin typeface="Arial" panose="020B0604020202020204" pitchFamily="34" charset="0"/>
              </a:rPr>
              <a:t>public\backend\assets\js</a:t>
            </a:r>
            <a:r>
              <a:rPr lang="az-Latn-AZ" altLang="en-US" sz="1300">
                <a:latin typeface="Arial" panose="020B0604020202020204" pitchFamily="34" charset="0"/>
              </a:rPr>
              <a:t>`  və  `</a:t>
            </a:r>
            <a:r>
              <a:rPr lang="az-Latn-AZ" altLang="en-US" sz="1300" b="1">
                <a:latin typeface="Arial" panose="020B0604020202020204" pitchFamily="34" charset="0"/>
              </a:rPr>
              <a:t>public\backend\assets\css</a:t>
            </a:r>
            <a:r>
              <a:rPr lang="az-Latn-AZ" altLang="en-US" sz="1300">
                <a:latin typeface="Arial" panose="020B0604020202020204" pitchFamily="34" charset="0"/>
              </a:rPr>
              <a:t>` qovluğuna köçürürük.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BB6DF1-C032-EF57-0586-1EB2D99AE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38964"/>
            <a:ext cx="12192000" cy="35088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62EB17-EAAE-2523-97DC-6C04E2B28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0808"/>
            <a:ext cx="12192000" cy="22871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8751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F0461-CA5E-BB26-9C56-D15BA0ED9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276987-6AFE-D8B2-74EE-15FE0252EE4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Həmin bootstrap icon fayllarını </a:t>
            </a:r>
            <a:r>
              <a:rPr lang="az-Latn-AZ" altLang="en-US" sz="1300" b="1">
                <a:latin typeface="Arial" panose="020B0604020202020204" pitchFamily="34" charset="0"/>
              </a:rPr>
              <a:t>link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script</a:t>
            </a:r>
            <a:r>
              <a:rPr lang="az-Latn-AZ" altLang="en-US" sz="1300">
                <a:latin typeface="Arial" panose="020B0604020202020204" pitchFamily="34" charset="0"/>
              </a:rPr>
              <a:t> tagləri ilə, `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resources\views\admin\layouts\master.blade.php </a:t>
            </a:r>
            <a:r>
              <a:rPr lang="az-Latn-AZ" altLang="en-US" sz="1300">
                <a:latin typeface="Arial" panose="020B0604020202020204" pitchFamily="34" charset="0"/>
              </a:rPr>
              <a:t>` faylına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D36678-E10B-3A17-5DD8-A3D84A520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362" y="868218"/>
            <a:ext cx="6193638" cy="598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08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EDB39-2977-43D1-DB6F-EDB19AF23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B77334-150A-7AAE-C0CA-0B50D4680DA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Bootstrap icon syatından BUTTON elementini götürürük və create.blade.php faylına yerləşdiririk.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7B6178-4D54-2154-8BA5-F6AD9EEA0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0" y="927700"/>
            <a:ext cx="8636000" cy="59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39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6932B8-FB30-F0C1-57D8-E86C34AE3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1965"/>
            <a:ext cx="12192000" cy="46760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AF69D-5583-0382-9BEF-94DD4CA27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34524A-3CFF-D0DF-DD1E-B2ADD4A37FA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6116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A5FB4-CBA1-F3D2-E204-04D70C1A9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AE6BB9-E7A7-C452-95A3-F1784A36FE8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4735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4666</TotalTime>
  <Words>235</Words>
  <Application>Microsoft Office PowerPoint</Application>
  <PresentationFormat>Widescreen</PresentationFormat>
  <Paragraphs>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362</cp:revision>
  <dcterms:created xsi:type="dcterms:W3CDTF">2025-04-12T11:00:44Z</dcterms:created>
  <dcterms:modified xsi:type="dcterms:W3CDTF">2025-08-16T19:51:35Z</dcterms:modified>
</cp:coreProperties>
</file>