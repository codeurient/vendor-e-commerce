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00" r:id="rId6"/>
    <p:sldId id="4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STATUS</a:t>
            </a:r>
            <a:r>
              <a:rPr lang="az-Latn-AZ" altLang="en-US" sz="1300">
                <a:latin typeface="Arial" panose="020B0604020202020204" pitchFamily="34" charset="0"/>
              </a:rPr>
              <a:t> -un dinamik dəyişdirilməsi mövzunu işləyəcəyik.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altLang="en-US" sz="1300">
                <a:latin typeface="Arial" panose="020B0604020202020204" pitchFamily="34" charset="0"/>
              </a:rPr>
              <a:t>1️⃣ Route – routes\admin.php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sətir </a:t>
            </a:r>
            <a:r>
              <a:rPr lang="en-US" altLang="en-US" sz="1300" b="1">
                <a:latin typeface="Arial" panose="020B0604020202020204" pitchFamily="34" charset="0"/>
              </a:rPr>
              <a:t>PUT</a:t>
            </a:r>
            <a:r>
              <a:rPr lang="en-US" altLang="en-US" sz="1300">
                <a:latin typeface="Arial" panose="020B0604020202020204" pitchFamily="34" charset="0"/>
              </a:rPr>
              <a:t> request qəbul edən bir route yaradır.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URL → </a:t>
            </a:r>
            <a:r>
              <a:rPr lang="en-US" altLang="en-US" sz="1300" b="1">
                <a:latin typeface="Arial" panose="020B0604020202020204" pitchFamily="34" charset="0"/>
              </a:rPr>
              <a:t>/change-status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Controller method → </a:t>
            </a:r>
            <a:r>
              <a:rPr lang="en-US" altLang="en-US" sz="1300" b="1">
                <a:latin typeface="Arial" panose="020B0604020202020204" pitchFamily="34" charset="0"/>
              </a:rPr>
              <a:t>CategoryController@changeStatus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Route name → </a:t>
            </a:r>
            <a:r>
              <a:rPr lang="en-US" altLang="en-US" sz="1300" b="1">
                <a:latin typeface="Arial" panose="020B0604020202020204" pitchFamily="34" charset="0"/>
              </a:rPr>
              <a:t>admin.category.change-status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Yəni </a:t>
            </a:r>
            <a:r>
              <a:rPr lang="en-US" altLang="en-US" sz="1300" b="1">
                <a:latin typeface="Arial" panose="020B0604020202020204" pitchFamily="34" charset="0"/>
              </a:rPr>
              <a:t>AJAX</a:t>
            </a:r>
            <a:r>
              <a:rPr lang="en-US" altLang="en-US" sz="1300">
                <a:latin typeface="Arial" panose="020B0604020202020204" pitchFamily="34" charset="0"/>
              </a:rPr>
              <a:t> ilə </a:t>
            </a:r>
            <a:r>
              <a:rPr lang="en-US" altLang="en-US" sz="1300" b="1">
                <a:latin typeface="Arial" panose="020B0604020202020204" pitchFamily="34" charset="0"/>
              </a:rPr>
              <a:t>PUT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request</a:t>
            </a:r>
            <a:r>
              <a:rPr lang="en-US" altLang="en-US" sz="1300">
                <a:latin typeface="Arial" panose="020B0604020202020204" pitchFamily="34" charset="0"/>
              </a:rPr>
              <a:t> göndərsən, Laravel bu </a:t>
            </a:r>
            <a:r>
              <a:rPr lang="en-US" altLang="en-US" sz="1300" b="1">
                <a:latin typeface="Arial" panose="020B0604020202020204" pitchFamily="34" charset="0"/>
              </a:rPr>
              <a:t>methodu</a:t>
            </a:r>
            <a:r>
              <a:rPr lang="en-US" altLang="en-US" sz="1300">
                <a:latin typeface="Arial" panose="020B0604020202020204" pitchFamily="34" charset="0"/>
              </a:rPr>
              <a:t> işlədəcək.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FF63F-D6B9-96DF-98F3-C6E696E8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228" y="0"/>
            <a:ext cx="5424772" cy="349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346B-F588-E7F5-AC3D-12FF72337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A4B6A6-08E4-3106-D8DC-AAE42F0E4FC9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2️⃣ DataTable sütun kodu – app\DataTables\CategoryDataTable.php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 hər bir </a:t>
            </a:r>
            <a:r>
              <a:rPr lang="en-US" altLang="en-US" sz="1300" b="1">
                <a:latin typeface="Arial" panose="020B0604020202020204" pitchFamily="34" charset="0"/>
              </a:rPr>
              <a:t>Category</a:t>
            </a:r>
            <a:r>
              <a:rPr lang="en-US" altLang="en-US" sz="1300">
                <a:latin typeface="Arial" panose="020B0604020202020204" pitchFamily="34" charset="0"/>
              </a:rPr>
              <a:t> üçün </a:t>
            </a:r>
            <a:r>
              <a:rPr lang="en-US" altLang="en-US" sz="1300" b="1">
                <a:latin typeface="Arial" panose="020B0604020202020204" pitchFamily="34" charset="0"/>
              </a:rPr>
              <a:t>status</a:t>
            </a:r>
            <a:r>
              <a:rPr lang="en-US" altLang="en-US" sz="1300">
                <a:latin typeface="Arial" panose="020B0604020202020204" pitchFamily="34" charset="0"/>
              </a:rPr>
              <a:t> sütununa </a:t>
            </a:r>
            <a:r>
              <a:rPr lang="en-US" altLang="en-US" sz="1300" b="1">
                <a:latin typeface="Arial" panose="020B0604020202020204" pitchFamily="34" charset="0"/>
              </a:rPr>
              <a:t>checkbox</a:t>
            </a:r>
            <a:r>
              <a:rPr lang="en-US" altLang="en-US" sz="1300">
                <a:latin typeface="Arial" panose="020B0604020202020204" pitchFamily="34" charset="0"/>
              </a:rPr>
              <a:t> qoyulur.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a) </a:t>
            </a:r>
            <a:r>
              <a:rPr lang="en-US" altLang="en-US" sz="1300" b="1">
                <a:latin typeface="Arial" panose="020B0604020202020204" pitchFamily="34" charset="0"/>
              </a:rPr>
              <a:t>data-id="'.$query-&gt;id.'"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atributla biz hər </a:t>
            </a:r>
            <a:r>
              <a:rPr lang="en-US" altLang="en-US" sz="1300" b="1">
                <a:latin typeface="Arial" panose="020B0604020202020204" pitchFamily="34" charset="0"/>
              </a:rPr>
              <a:t>checkbox</a:t>
            </a:r>
            <a:r>
              <a:rPr lang="en-US" altLang="en-US" sz="1300">
                <a:latin typeface="Arial" panose="020B0604020202020204" pitchFamily="34" charset="0"/>
              </a:rPr>
              <a:t>-a həmin kategoriya </a:t>
            </a:r>
            <a:r>
              <a:rPr lang="en-US" altLang="en-US" sz="1300" b="1">
                <a:latin typeface="Arial" panose="020B0604020202020204" pitchFamily="34" charset="0"/>
              </a:rPr>
              <a:t>ID</a:t>
            </a:r>
            <a:r>
              <a:rPr lang="en-US" altLang="en-US" sz="1300">
                <a:latin typeface="Arial" panose="020B0604020202020204" pitchFamily="34" charset="0"/>
              </a:rPr>
              <a:t>-sini əlavə edirik.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en-US" altLang="en-US" sz="1300" b="1">
                <a:latin typeface="Arial" panose="020B0604020202020204" pitchFamily="34" charset="0"/>
              </a:rPr>
              <a:t>JS</a:t>
            </a:r>
            <a:r>
              <a:rPr lang="en-US" altLang="en-US" sz="1300">
                <a:latin typeface="Arial" panose="020B0604020202020204" pitchFamily="34" charset="0"/>
              </a:rPr>
              <a:t> tərəfində </a:t>
            </a:r>
            <a:r>
              <a:rPr lang="en-US" altLang="en-US" sz="1300" b="1">
                <a:latin typeface="Arial" panose="020B0604020202020204" pitchFamily="34" charset="0"/>
              </a:rPr>
              <a:t>$(this).data('id') </a:t>
            </a:r>
            <a:r>
              <a:rPr lang="en-US" altLang="en-US" sz="1300">
                <a:latin typeface="Arial" panose="020B0604020202020204" pitchFamily="34" charset="0"/>
              </a:rPr>
              <a:t>deyə bilirik → bu </a:t>
            </a:r>
            <a:r>
              <a:rPr lang="en-US" altLang="en-US" sz="1300" b="1">
                <a:latin typeface="Arial" panose="020B0604020202020204" pitchFamily="34" charset="0"/>
              </a:rPr>
              <a:t>checkbox</a:t>
            </a:r>
            <a:r>
              <a:rPr lang="en-US" altLang="en-US" sz="1300">
                <a:latin typeface="Arial" panose="020B0604020202020204" pitchFamily="34" charset="0"/>
              </a:rPr>
              <a:t>-un aid olduğu </a:t>
            </a:r>
            <a:r>
              <a:rPr lang="en-US" altLang="en-US" sz="1300" b="1">
                <a:latin typeface="Arial" panose="020B0604020202020204" pitchFamily="34" charset="0"/>
              </a:rPr>
              <a:t>category id</a:t>
            </a:r>
            <a:r>
              <a:rPr lang="en-US" altLang="en-US" sz="1300">
                <a:latin typeface="Arial" panose="020B0604020202020204" pitchFamily="34" charset="0"/>
              </a:rPr>
              <a:t>-ni götürmək üçün.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b) </a:t>
            </a:r>
            <a:r>
              <a:rPr lang="en-US" altLang="en-US" sz="1300" b="1">
                <a:latin typeface="Arial" panose="020B0604020202020204" pitchFamily="34" charset="0"/>
              </a:rPr>
              <a:t>class="custom-switch-input change-status"</a:t>
            </a: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custom-switch-input</a:t>
            </a:r>
            <a:r>
              <a:rPr lang="en-US" altLang="en-US" sz="1300">
                <a:latin typeface="Arial" panose="020B0604020202020204" pitchFamily="34" charset="0"/>
              </a:rPr>
              <a:t> → dizayn/stylesheet üçündür (CSS ilə işləyir).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change-status</a:t>
            </a:r>
            <a:r>
              <a:rPr lang="en-US" altLang="en-US" sz="1300">
                <a:latin typeface="Arial" panose="020B0604020202020204" pitchFamily="34" charset="0"/>
              </a:rPr>
              <a:t> → biz JS-də bu class-a qulaq asırıq: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049D8-9179-3466-1095-EF51EC2A9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64" y="4607586"/>
            <a:ext cx="9458036" cy="2250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2112F9-913B-04B9-8F2C-EE5F79AFF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87" y="3574362"/>
            <a:ext cx="3962953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6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BA62-F201-1FEF-6864-8BB13632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A7B5D7-C0C9-0D70-9941-521FB419B463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3️⃣ Blade – resources\views\admin\category\index.blade.php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➡️ Bu script checkbox kliklənəndə işə düşür.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1) </a:t>
            </a:r>
            <a:r>
              <a:rPr lang="en-US" altLang="en-US" sz="1300" b="1">
                <a:latin typeface="Arial" panose="020B0604020202020204" pitchFamily="34" charset="0"/>
              </a:rPr>
              <a:t>Checkbox</a:t>
            </a:r>
            <a:r>
              <a:rPr lang="en-US" altLang="en-US" sz="1300">
                <a:latin typeface="Arial" panose="020B0604020202020204" pitchFamily="34" charset="0"/>
              </a:rPr>
              <a:t>-un seçilib–seçilmədiyini yoxlayır.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latin typeface="Arial" panose="020B0604020202020204" pitchFamily="34" charset="0"/>
              </a:rPr>
              <a:t>data-id</a:t>
            </a:r>
            <a:r>
              <a:rPr lang="en-US" altLang="en-US" sz="1300">
                <a:latin typeface="Arial" panose="020B0604020202020204" pitchFamily="34" charset="0"/>
              </a:rPr>
              <a:t> vasitəsilə category id-ni götürür.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3) PUT AJAX request göndərir → serverə </a:t>
            </a:r>
            <a:r>
              <a:rPr lang="en-US" altLang="en-US" sz="1300" b="1">
                <a:latin typeface="Arial" panose="020B0604020202020204" pitchFamily="34" charset="0"/>
              </a:rPr>
              <a:t>id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isChecked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Buda kodun tam şəkli. Toastr ilə olan tam halı.</a:t>
            </a: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DE6DF9-DC1A-9AF3-2F50-41FC65FC7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201" y="0"/>
            <a:ext cx="6620799" cy="5420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D3EA1-27C9-6670-7C8E-201A32EE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703782"/>
            <a:ext cx="3109932" cy="31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5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4️⃣ Controller – app\Http\Controllers\Backend\CategoryController.php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➡️ Bu method AJAX-dan gələn məlumatı alır: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id → hansı category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isChecked → true/false (checkbox seçilib ya yox)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Həmin category tapılır.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status dəyəri 1 və ya 0 olaraq yenilənir.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DB-yə save olunur.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AJAX-a cavab göndərilir: "Status has been updated!".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F5464-AADC-F864-7C53-2D412D676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426"/>
            <a:ext cx="6906589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Qısaca bütün proses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DataTable-də hər category yanında checkbox göstərilir (status).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Hər checkbox-a həmin category ID-si (data-id) qoyulur.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change-status class-ı ilə JS həmin checkbox-u tanıyır.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İstifadəçi checkbox-a klik edəndə → AJAX request göndərilir (PUT /change-status).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Controller request-i alır, DB-də status dəyişir.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>
                <a:latin typeface="Arial" panose="020B0604020202020204" pitchFamily="34" charset="0"/>
              </a:rPr>
              <a:t>Cavab JSON qaytarılır (Status has been updated!).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ED99D-CE3D-A2D9-66E2-70854DEC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A5F3B5-97D6-B9AF-0C9E-D34FFAB97AC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874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5075</TotalTime>
  <Words>341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2025-08-19T13:53:54Z</dcterms:modified>
</cp:coreProperties>
</file>