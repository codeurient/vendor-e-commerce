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9" r:id="rId8"/>
    <p:sldId id="420" r:id="rId9"/>
    <p:sldId id="421" r:id="rId10"/>
    <p:sldId id="41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D16D4-2566-0D60-EDC6-29767483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92"/>
          <a:stretch>
            <a:fillRect/>
          </a:stretch>
        </p:blipFill>
        <p:spPr>
          <a:xfrm>
            <a:off x="-1" y="0"/>
            <a:ext cx="12192000" cy="33435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CB9455-7393-0CBA-8638-76C9B94F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012987"/>
            <a:ext cx="12192000" cy="28450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3514437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-ləri sildik, </a:t>
            </a:r>
            <a:r>
              <a:rPr lang="az-Latn-AZ" altLang="en-US" sz="1300" b="1">
                <a:latin typeface="Arial" panose="020B0604020202020204" pitchFamily="34" charset="0"/>
              </a:rPr>
              <a:t>Sub Category </a:t>
            </a:r>
            <a:r>
              <a:rPr lang="az-Latn-AZ" altLang="en-US" sz="1300">
                <a:latin typeface="Arial" panose="020B0604020202020204" pitchFamily="34" charset="0"/>
              </a:rPr>
              <a:t>-lər açılmır.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Səbəb isə, </a:t>
            </a:r>
            <a:r>
              <a:rPr lang="az-Latn-AZ" altLang="en-US" sz="1300" b="1">
                <a:latin typeface="Arial" panose="020B0604020202020204" pitchFamily="34" charset="0"/>
              </a:rPr>
              <a:t>Sub Category </a:t>
            </a:r>
            <a:r>
              <a:rPr lang="az-Latn-AZ" altLang="en-US" sz="1300">
                <a:latin typeface="Arial" panose="020B0604020202020204" pitchFamily="34" charset="0"/>
              </a:rPr>
              <a:t>-inin məlumatlarının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-də hələdə mövcud olması ilə bağlıdır. </a:t>
            </a:r>
            <a:r>
              <a:rPr lang="az-Latn-AZ" altLang="en-US" sz="1300" b="1">
                <a:latin typeface="Arial" panose="020B0604020202020204" pitchFamily="34" charset="0"/>
              </a:rPr>
              <a:t>Manual</a:t>
            </a:r>
            <a:r>
              <a:rPr lang="az-Latn-AZ" altLang="en-US" sz="1300">
                <a:latin typeface="Arial" panose="020B0604020202020204" pitchFamily="34" charset="0"/>
              </a:rPr>
              <a:t> olaraq bu məlumatları silsək onda, şablonda olan xətanı artıq görməyəcəyik. Mən sildim.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85D99-AD52-8CA6-E320-0519F0CE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236"/>
          <a:stretch>
            <a:fillRect/>
          </a:stretch>
        </p:blipFill>
        <p:spPr>
          <a:xfrm>
            <a:off x="0" y="1280162"/>
            <a:ext cx="10974332" cy="185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AD3007-6255-A76B-C616-DAEA9B203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23838"/>
            <a:ext cx="10993384" cy="31341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Sildim.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7F50C-50CE-B700-75FE-8DFF30874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038308"/>
            <a:ext cx="10964805" cy="29341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EC04-4DB1-0488-098A-DC17927A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DE4844-D8EC-8BC1-F420-A8F6AACAFF7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Yeni </a:t>
            </a:r>
            <a:r>
              <a:rPr lang="az-Latn-AZ" altLang="en-US" sz="1300" b="1">
                <a:latin typeface="Arial" panose="020B0604020202020204" pitchFamily="34" charset="0"/>
              </a:rPr>
              <a:t>Fashion</a:t>
            </a:r>
            <a:r>
              <a:rPr lang="az-Latn-AZ" altLang="en-US" sz="1300">
                <a:latin typeface="Arial" panose="020B0604020202020204" pitchFamily="34" charset="0"/>
              </a:rPr>
              <a:t> adında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3149E-94A8-2AA4-7FE1-32C58874A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801"/>
            <a:ext cx="12192000" cy="36923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231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9F5B-F403-653A-966B-5CF573E7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163ED5-A8B8-1934-511E-730A02D7FCB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Fashion</a:t>
            </a:r>
            <a:r>
              <a:rPr lang="az-Latn-AZ" altLang="en-US" sz="1300">
                <a:latin typeface="Arial" panose="020B0604020202020204" pitchFamily="34" charset="0"/>
              </a:rPr>
              <a:t> adındakı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latin typeface="Arial" panose="020B0604020202020204" pitchFamily="34" charset="0"/>
              </a:rPr>
              <a:t> üçün </a:t>
            </a:r>
            <a:r>
              <a:rPr lang="az-Latn-AZ" altLang="en-US" sz="1300" b="1">
                <a:latin typeface="Arial" panose="020B0604020202020204" pitchFamily="34" charset="0"/>
              </a:rPr>
              <a:t>Men</a:t>
            </a:r>
            <a:r>
              <a:rPr lang="az-Latn-AZ" altLang="en-US" sz="1300">
                <a:latin typeface="Arial" panose="020B0604020202020204" pitchFamily="34" charset="0"/>
              </a:rPr>
              <a:t> adında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Sub Category </a:t>
            </a:r>
            <a:r>
              <a:rPr lang="az-Latn-AZ" altLang="en-US" sz="1300">
                <a:latin typeface="Arial" panose="020B0604020202020204" pitchFamily="34" charset="0"/>
              </a:rPr>
              <a:t>əlavə edirik.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1E2F9-8387-A962-5D65-2BD82DA45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114"/>
            <a:ext cx="12192000" cy="3667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6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9D8D-56E0-A94D-1C65-A1F671458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58E50-0D0A-79CB-0E5B-CDA1F18B5B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Men</a:t>
            </a:r>
            <a:r>
              <a:rPr lang="az-Latn-AZ" altLang="en-US" sz="1300">
                <a:latin typeface="Arial" panose="020B0604020202020204" pitchFamily="34" charset="0"/>
              </a:rPr>
              <a:t> adında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Sub</a:t>
            </a:r>
            <a:r>
              <a:rPr lang="az-Latn-AZ" altLang="en-US" sz="13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üçün </a:t>
            </a:r>
            <a:r>
              <a:rPr lang="az-Latn-AZ" altLang="en-US" sz="1300" b="1">
                <a:latin typeface="Arial" panose="020B0604020202020204" pitchFamily="34" charset="0"/>
              </a:rPr>
              <a:t>Shirt </a:t>
            </a:r>
            <a:r>
              <a:rPr lang="az-Latn-AZ" altLang="en-US" sz="1300">
                <a:latin typeface="Arial" panose="020B0604020202020204" pitchFamily="34" charset="0"/>
              </a:rPr>
              <a:t>adında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Child</a:t>
            </a:r>
            <a:r>
              <a:rPr lang="az-Latn-AZ" altLang="en-US" sz="13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Category</a:t>
            </a:r>
            <a:r>
              <a:rPr lang="az-Latn-AZ" altLang="en-US" sz="13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əlavə edirik.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59E980-5964-EFAD-143E-213F0B24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424"/>
            <a:ext cx="12192000" cy="36531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8483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709B5-17E1-1D2B-DC70-6DBBBD46A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024B0-E556-97F2-DF7B-DA9E80A5F830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elə edəcəyik ki, əgər Category -nin, SubCategory -si, yaxud SubCategory -nin, ChildCategory -si varsa onda onu silmək mümkün olmasın.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app\Http\Controllers\Backend\CategoryController.php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app\Http\Controllers\Backend\SubCategoryController.php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72CAA-7B72-BDF7-C801-B829E318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82" y="1695994"/>
            <a:ext cx="8285018" cy="516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8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637DA-05B8-BE0F-5776-FA23D516F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A0F4C-47F9-9C98-409B-B350806A33AE}"/>
              </a:ext>
            </a:extLst>
          </p:cNvPr>
          <p:cNvSpPr txBox="1"/>
          <p:nvPr/>
        </p:nvSpPr>
        <p:spPr>
          <a:xfrm>
            <a:off x="217715" y="255046"/>
            <a:ext cx="7152904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DELETE</a:t>
            </a:r>
            <a:r>
              <a:rPr lang="az-Latn-AZ" altLang="en-US" sz="1300">
                <a:latin typeface="Arial" panose="020B0604020202020204" pitchFamily="34" charset="0"/>
              </a:rPr>
              <a:t> düyməsini kliklədikdə,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resources\views\admin\layouts\master.blade.php </a:t>
            </a:r>
            <a:r>
              <a:rPr lang="az-Latn-AZ" altLang="en-US" sz="1300">
                <a:latin typeface="Arial" panose="020B0604020202020204" pitchFamily="34" charset="0"/>
              </a:rPr>
              <a:t>` faylındakı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Jquery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ilə yazdığımız kod vasitəsi ilə, </a:t>
            </a:r>
            <a:r>
              <a:rPr lang="az-Latn-AZ" altLang="en-US" sz="1300" b="1">
                <a:latin typeface="Arial" panose="020B0604020202020204" pitchFamily="34" charset="0"/>
              </a:rPr>
              <a:t>response</a:t>
            </a:r>
            <a:r>
              <a:rPr lang="az-Latn-AZ" altLang="en-US" sz="1300">
                <a:latin typeface="Arial" panose="020B0604020202020204" pitchFamily="34" charset="0"/>
              </a:rPr>
              <a:t> -u tuturuq və buna görə mesaj əks etdiririk.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6ADD6B-202D-2CD8-9D4C-E5FF2981B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020" y="0"/>
            <a:ext cx="4746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4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D7CA-7805-48EE-76D6-607EC0EE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75994-210E-88E5-7FD5-6672B5C50C0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5633A-0978-0510-66E0-84A7D5AC8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5698"/>
            <a:ext cx="12192000" cy="43266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4861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E183A-48ED-98CD-146E-3E858ADD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FE28C1-34D2-3076-1349-C3B2F64E777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922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4870</TotalTime>
  <Words>167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366</cp:revision>
  <dcterms:created xsi:type="dcterms:W3CDTF">2025-04-12T11:00:44Z</dcterms:created>
  <dcterms:modified xsi:type="dcterms:W3CDTF">2025-08-28T14:05:24Z</dcterms:modified>
</cp:coreProperties>
</file>