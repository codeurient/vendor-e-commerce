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17" r:id="rId7"/>
    <p:sldId id="418" r:id="rId8"/>
    <p:sldId id="41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app\DataTables\ChildCategoryDataTable.php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CD2900-764F-7EAE-3914-159C8453B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656" y="0"/>
            <a:ext cx="4751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app\Models\ChildCategory.php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B34902-63FA-BCB2-EA5B-8A6FD07F7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891" y="956917"/>
            <a:ext cx="4782217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app\DataTables\ChildCategoryDataTable.php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F362B1-0A5D-D039-F8A9-7AD0CB948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737" y="0"/>
            <a:ext cx="4382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10F6E-645D-8727-8B9D-1FEEA070E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6D6567-6E7B-301F-6C5A-AD3641A912D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9EA9B-25D6-B58E-469C-1F30C4031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30051"/>
            <a:ext cx="12192000" cy="652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63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4CA8-95B7-8594-5F4E-BB08082F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098972-5A62-96FC-F463-B928A908C18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app\DataTables\ChildCategoryDataTable.php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96FEC-06B0-ED32-E6E5-014ABB25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491" y="659394"/>
            <a:ext cx="8460509" cy="61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05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D00C-74F4-C0CB-AAED-E7A79B77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C4EBD8-733F-513F-F861-FCE6A0387A0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app\DataTables\ChildCategoryDataTable.php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A28E7-791A-F47F-01FD-1F8B8D3CB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028" y="0"/>
            <a:ext cx="4347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61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F5124-0249-119A-B22D-53B26905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33FAE4-BD90-5719-56FB-2EB4A338570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90E981-BAAA-7C51-ABE0-672D7E707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7594"/>
            <a:ext cx="12192000" cy="38628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597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A603-5986-1B34-2528-BE9E8A100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6029C5-447B-E519-1799-25BB3B38A50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6544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4557</TotalTime>
  <Words>38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353</cp:revision>
  <dcterms:created xsi:type="dcterms:W3CDTF">2025-04-12T11:00:44Z</dcterms:created>
  <dcterms:modified xsi:type="dcterms:W3CDTF">2025-08-27T06:29:57Z</dcterms:modified>
</cp:coreProperties>
</file>