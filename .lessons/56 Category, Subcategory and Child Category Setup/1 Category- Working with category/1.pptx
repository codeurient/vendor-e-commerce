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6" r:id="rId2"/>
    <p:sldId id="413" r:id="rId3"/>
    <p:sldId id="414" r:id="rId4"/>
    <p:sldId id="415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17" r:id="rId13"/>
    <p:sldId id="425" r:id="rId14"/>
    <p:sldId id="426" r:id="rId15"/>
    <p:sldId id="400" r:id="rId16"/>
    <p:sldId id="427" r:id="rId17"/>
    <p:sldId id="428" r:id="rId18"/>
    <p:sldId id="42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3626-5BED-5790-4FA7-AC474459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536871-A18E-C0A7-90F2-7D5686A18C9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dərsdə kateqoriyalar necə yaradılır haqqında öyrənəcəyik.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olaraq isə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səhifəsinə keçid linkini redakde edək.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43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5B7D4-FEED-7662-D78A-920DE543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382" y="818716"/>
            <a:ext cx="9910617" cy="603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E38E0-B03B-E0CD-5151-B2638DBBA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904"/>
            <a:ext cx="12192000" cy="53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2500A-D7D5-90D2-A577-BB6E45F77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AA2D7B-BE5F-C1D7-BFCA-2F0869BE6C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6D00A-1D23-184D-88A2-9F961D4AF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3555"/>
            <a:ext cx="12192000" cy="56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4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FCE1-D90B-1AB6-6CD0-793AC8E7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1B06A9-C41F-5824-2CA0-37B58C8E0F4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Kateqoriya </a:t>
            </a:r>
            <a:r>
              <a:rPr lang="az-Latn-AZ" altLang="en-US" sz="1300">
                <a:latin typeface="Arial" panose="020B0604020202020204" pitchFamily="34" charset="0"/>
              </a:rPr>
              <a:t>üçün kontroller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EF6B3-28C2-31D5-084D-810854557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7471"/>
            <a:ext cx="11526859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5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633FE-765E-9907-4F0F-5CD41597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ADF17-90C8-7879-9324-3EF5B7D3C26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Model və migration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079B11-9A5A-D943-4929-AE6700DE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5976"/>
            <a:ext cx="12192000" cy="196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75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CF4A-1F78-C42A-F70B-E87FEA65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1F05CB-F366-927D-D3DD-8D41240287B9}"/>
              </a:ext>
            </a:extLst>
          </p:cNvPr>
          <p:cNvSpPr txBox="1"/>
          <p:nvPr/>
        </p:nvSpPr>
        <p:spPr>
          <a:xfrm>
            <a:off x="217713" y="49279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Cədvəlin sütunlarını təyin edərək onu </a:t>
            </a:r>
            <a:r>
              <a:rPr lang="az-Latn-AZ" altLang="en-US" sz="1300" b="1"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8730B-2BB0-4F51-EA93-83BDB4DFE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0813"/>
            <a:ext cx="12192000" cy="640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1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5E10-5C6E-C14F-ADE1-78128823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793D03-F4CA-654C-6792-A86D77AC0F9D}"/>
              </a:ext>
            </a:extLst>
          </p:cNvPr>
          <p:cNvSpPr txBox="1"/>
          <p:nvPr/>
        </p:nvSpPr>
        <p:spPr>
          <a:xfrm>
            <a:off x="217713" y="64653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routes\admin.php</a:t>
            </a:r>
            <a:r>
              <a:rPr lang="en-US" altLang="en-US" sz="1300">
                <a:latin typeface="Arial" panose="020B0604020202020204" pitchFamily="34" charset="0"/>
              </a:rPr>
              <a:t>` fay</a:t>
            </a:r>
            <a:r>
              <a:rPr lang="az-Latn-AZ" altLang="en-US" sz="1300">
                <a:latin typeface="Arial" panose="020B0604020202020204" pitchFamily="34" charset="0"/>
              </a:rPr>
              <a:t>lına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route -unu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5BF27-DE25-FB4D-F604-EFE8B082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8751"/>
            <a:ext cx="12192000" cy="637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85512-7CDA-8104-639A-9E6E3C84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EDFA0A-F765-FF86-6DB3-4EBF343ADE8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Kateqoriya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üçün hazır </a:t>
            </a:r>
            <a:r>
              <a:rPr lang="az-Latn-AZ" altLang="en-US" sz="1300" b="1">
                <a:latin typeface="Arial" panose="020B0604020202020204" pitchFamily="34" charset="0"/>
              </a:rPr>
              <a:t>datatables</a:t>
            </a:r>
            <a:r>
              <a:rPr lang="az-Latn-AZ" altLang="en-US" sz="1300">
                <a:latin typeface="Arial" panose="020B0604020202020204" pitchFamily="34" charset="0"/>
              </a:rPr>
              <a:t> strukturunu istifadə edə bilməmiz üçün Category adında datatable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0138D-8D98-2207-F13F-D9194FF4E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5813"/>
            <a:ext cx="12192000" cy="169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43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65A1-C3CB-2547-D0FF-71E098F7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7E1BF-C175-3C44-405C-F681B6E4979E}"/>
              </a:ext>
            </a:extLst>
          </p:cNvPr>
          <p:cNvSpPr txBox="1"/>
          <p:nvPr/>
        </p:nvSpPr>
        <p:spPr>
          <a:xfrm>
            <a:off x="217713" y="101411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Kateqoriya əlavə etmək, update etmək və görüntüləmək üçün istifadə ediləcək şablonlarımızı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9920F-2D85-F46B-9A3B-829E087A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02945"/>
            <a:ext cx="12192000" cy="63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4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F379-5E89-050B-59B6-321ED929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667B44-6487-EA2A-6678-4E1FAD8C30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&lt;a&gt; </a:t>
            </a:r>
            <a:r>
              <a:rPr lang="az-Latn-AZ" altLang="en-US" sz="1300">
                <a:latin typeface="Arial" panose="020B0604020202020204" pitchFamily="34" charset="0"/>
              </a:rPr>
              <a:t>elementi əlavə edirik Kateqoriya şablonuna keçid etmək üçün.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7C7E5-A906-E743-7154-7F51B4602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436" y="849744"/>
            <a:ext cx="9199564" cy="600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90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6334-0647-1FD2-E6B6-445922AE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3D9EC-078F-DE4F-FCF8-07CC7601E667}"/>
              </a:ext>
            </a:extLst>
          </p:cNvPr>
          <p:cNvSpPr txBox="1"/>
          <p:nvPr/>
        </p:nvSpPr>
        <p:spPr>
          <a:xfrm>
            <a:off x="217715" y="255046"/>
            <a:ext cx="572126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CategoryController</a:t>
            </a:r>
            <a:r>
              <a:rPr lang="az-Latn-AZ" altLang="en-US" sz="1300">
                <a:latin typeface="Arial" panose="020B0604020202020204" pitchFamily="34" charset="0"/>
              </a:rPr>
              <a:t> də,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az-Latn-AZ" altLang="en-US" sz="1300">
                <a:latin typeface="Arial" panose="020B0604020202020204" pitchFamily="34" charset="0"/>
              </a:rPr>
              <a:t>metoduna yazırıq ki, hansı şablonu göstərsin.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22D21-F674-FBCD-E1AC-B4E0554A2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521" y="0"/>
            <a:ext cx="61434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4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9A55-3BC6-3344-0990-F4BF0E978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04D27F-3418-3E4E-CE24-76FF0BCED04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Hazırki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47E60-97BE-88D9-5682-5416B82D2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948184"/>
            <a:ext cx="12192000" cy="2909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0373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578A-50D8-0E83-D2F1-5AF727B8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35EDB-3D19-0215-CB7A-FED0C1481213}"/>
              </a:ext>
            </a:extLst>
          </p:cNvPr>
          <p:cNvSpPr txBox="1"/>
          <p:nvPr/>
        </p:nvSpPr>
        <p:spPr>
          <a:xfrm>
            <a:off x="217714" y="5541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slider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/index.blade.php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faylını kopyalayırıq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/index.blade.php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faylına və hələlik bir-iki hissədə dəyişiklik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9F3E4-6331-1638-8BD2-0D5D25467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247"/>
            <a:ext cx="12192000" cy="637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99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D7AC6-45C5-CA11-F822-AD178D63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0601"/>
            <a:ext cx="12192000" cy="3837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77A0-C57A-F150-9227-860591EF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7EE90-81DA-E5D5-9C38-0AD7FA78162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3149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84C9-CA10-46B8-7E43-A0216F10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E8B820-2613-97CE-151D-51AFDA6697F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396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1550D-99B4-D65B-8340-BD64FF1F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CF2A40-A348-4BA5-5879-ED0EDF34E5C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848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4603</TotalTime>
  <Words>141</Words>
  <Application>Microsoft Office PowerPoint</Application>
  <PresentationFormat>Widescreen</PresentationFormat>
  <Paragraphs>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372</cp:revision>
  <dcterms:created xsi:type="dcterms:W3CDTF">2025-04-12T11:00:44Z</dcterms:created>
  <dcterms:modified xsi:type="dcterms:W3CDTF">2025-08-10T11:27:10Z</dcterms:modified>
</cp:coreProperties>
</file>