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6" r:id="rId4"/>
    <p:sldId id="414" r:id="rId5"/>
    <p:sldId id="417" r:id="rId6"/>
    <p:sldId id="418" r:id="rId7"/>
    <p:sldId id="419" r:id="rId8"/>
    <p:sldId id="420" r:id="rId9"/>
    <p:sldId id="40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Status</a:t>
            </a:r>
            <a:r>
              <a:rPr lang="en-US" altLang="en-US" sz="1300">
                <a:latin typeface="Arial" panose="020B0604020202020204" pitchFamily="34" charset="0"/>
              </a:rPr>
              <a:t> -dan asılı olaraq kateqoriyaları göstərm</a:t>
            </a:r>
            <a:r>
              <a:rPr lang="az-Latn-AZ" altLang="en-US" sz="1300">
                <a:latin typeface="Arial" panose="020B0604020202020204" pitchFamily="34" charset="0"/>
              </a:rPr>
              <a:t>ək.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Bunun </a:t>
            </a:r>
            <a:r>
              <a:rPr lang="az-Latn-AZ" altLang="en-US" sz="1300">
                <a:latin typeface="Arial" panose="020B0604020202020204" pitchFamily="34" charset="0"/>
              </a:rPr>
              <a:t>üçün </a:t>
            </a:r>
            <a:r>
              <a:rPr lang="en-US" altLang="en-US" sz="1300" b="1">
                <a:latin typeface="Arial" panose="020B0604020202020204" pitchFamily="34" charset="0"/>
              </a:rPr>
              <a:t>where() </a:t>
            </a:r>
            <a:r>
              <a:rPr lang="en-US" altLang="en-US" sz="1300">
                <a:latin typeface="Arial" panose="020B0604020202020204" pitchFamily="34" charset="0"/>
              </a:rPr>
              <a:t>metodu istifad</a:t>
            </a:r>
            <a:r>
              <a:rPr lang="az-Latn-AZ" altLang="en-US" sz="1300">
                <a:latin typeface="Arial" panose="020B0604020202020204" pitchFamily="34" charset="0"/>
              </a:rPr>
              <a:t>ə edirik.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6C94F3-6157-9F0D-AE3D-39F00CCC7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061" y="1339273"/>
            <a:ext cx="8707939" cy="551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BE1CB-418C-4E42-37B9-280D1743C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B0F3F5-0F44-BE12-03DF-0532723E3A5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Fashion </a:t>
            </a:r>
            <a:r>
              <a:rPr lang="az-Latn-AZ" altLang="en-US" sz="1300" b="1">
                <a:latin typeface="Arial" panose="020B0604020202020204" pitchFamily="34" charset="0"/>
              </a:rPr>
              <a:t>Category</a:t>
            </a:r>
            <a:r>
              <a:rPr lang="az-Latn-AZ" altLang="en-US" sz="1300">
                <a:latin typeface="Arial" panose="020B0604020202020204" pitchFamily="34" charset="0"/>
              </a:rPr>
              <a:t> -sini söndürürük.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2C3694-3116-E119-F76A-C31796868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4671"/>
            <a:ext cx="12192000" cy="466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294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D6735-66A9-7338-0A08-0C020DD7D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FDC4FF-3868-EDBD-F6D9-AF5C44D4CFB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Fashion artıq tətbiqdə görünmür.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2914E1-3259-C040-F264-1DA5342ED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12192000" cy="339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429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Ancaq bu hələki </a:t>
            </a:r>
            <a:r>
              <a:rPr lang="az-Latn-AZ" altLang="en-US" sz="1300" b="1">
                <a:latin typeface="Arial" panose="020B0604020202020204" pitchFamily="34" charset="0"/>
              </a:rPr>
              <a:t>Child Category </a:t>
            </a:r>
            <a:r>
              <a:rPr lang="az-Latn-AZ" altLang="en-US" sz="1300">
                <a:latin typeface="Arial" panose="020B0604020202020204" pitchFamily="34" charset="0"/>
              </a:rPr>
              <a:t>-yə aid deyil.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Məsələn, </a:t>
            </a:r>
            <a:r>
              <a:rPr lang="az-Latn-AZ" altLang="en-US" sz="1300" b="1">
                <a:latin typeface="Arial" panose="020B0604020202020204" pitchFamily="34" charset="0"/>
              </a:rPr>
              <a:t>Canon</a:t>
            </a:r>
            <a:r>
              <a:rPr lang="az-Latn-AZ" altLang="en-US" sz="1300">
                <a:latin typeface="Arial" panose="020B0604020202020204" pitchFamily="34" charset="0"/>
              </a:rPr>
              <a:t> sönülüdür.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6DB2B8-A97F-599F-5810-AFDB192B9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1397"/>
            <a:ext cx="12192000" cy="432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90F9F-4C04-E6E9-3991-CCD0C75AB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CBF3E1-7A05-18E3-49DC-B46B1CD6514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Ancaq görünür.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1F0BC2-3ACA-B57C-6146-9573D703B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827" y="1904309"/>
            <a:ext cx="10736173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948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952AB-E1F2-D1B6-EF3F-DF5F83886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3F458F-AF9C-D1D1-DF4C-680DB19076EB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H</a:t>
            </a:r>
            <a:r>
              <a:rPr lang="az-Latn-AZ" altLang="en-US" sz="1300">
                <a:latin typeface="Arial" panose="020B0604020202020204" pitchFamily="34" charset="0"/>
              </a:rPr>
              <a:t>əm </a:t>
            </a:r>
            <a:r>
              <a:rPr lang="az-Latn-AZ" altLang="en-US" sz="1300" b="1">
                <a:latin typeface="Arial" panose="020B0604020202020204" pitchFamily="34" charset="0"/>
              </a:rPr>
              <a:t>SubCategory</a:t>
            </a:r>
            <a:r>
              <a:rPr lang="az-Latn-AZ" altLang="en-US" sz="1300">
                <a:latin typeface="Arial" panose="020B0604020202020204" pitchFamily="34" charset="0"/>
              </a:rPr>
              <a:t> həmdə </a:t>
            </a:r>
            <a:r>
              <a:rPr lang="az-Latn-AZ" altLang="en-US" sz="1300" b="1">
                <a:latin typeface="Arial" panose="020B0604020202020204" pitchFamily="34" charset="0"/>
              </a:rPr>
              <a:t>ChildCategory</a:t>
            </a:r>
            <a:r>
              <a:rPr lang="az-Latn-AZ" altLang="en-US" sz="1300">
                <a:latin typeface="Arial" panose="020B0604020202020204" pitchFamily="34" charset="0"/>
              </a:rPr>
              <a:t> üçün də, status əsaslı görünüm yaratmaq istəyiriksə onda, </a:t>
            </a:r>
            <a:r>
              <a:rPr lang="en-US" altLang="en-US" sz="1300" b="1">
                <a:latin typeface="Arial" panose="020B0604020202020204" pitchFamily="34" charset="0"/>
              </a:rPr>
              <a:t>with() </a:t>
            </a:r>
            <a:r>
              <a:rPr lang="az-Latn-AZ" altLang="en-US" sz="1300">
                <a:latin typeface="Arial" panose="020B0604020202020204" pitchFamily="34" charset="0"/>
              </a:rPr>
              <a:t>metodundan istifadə edə bilərik.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solidFill>
                  <a:schemeClr val="accent2"/>
                </a:solidFill>
                <a:latin typeface="Arial" panose="020B0604020202020204" pitchFamily="34" charset="0"/>
              </a:rPr>
              <a:t>NOT:</a:t>
            </a:r>
            <a:r>
              <a:rPr lang="az-Latn-AZ" altLang="en-US" sz="1300">
                <a:latin typeface="Arial" panose="020B0604020202020204" pitchFamily="34" charset="0"/>
              </a:rPr>
              <a:t> burada yazılan, </a:t>
            </a:r>
            <a:r>
              <a:rPr lang="az-Latn-AZ" altLang="en-US" sz="1300" b="1">
                <a:latin typeface="Arial" panose="020B0604020202020204" pitchFamily="34" charset="0"/>
              </a:rPr>
              <a:t>subCategories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childCategories</a:t>
            </a:r>
            <a:r>
              <a:rPr lang="az-Latn-AZ" altLang="en-US" sz="1300">
                <a:latin typeface="Arial" panose="020B0604020202020204" pitchFamily="34" charset="0"/>
              </a:rPr>
              <a:t> yazıları, 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-in,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relationship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-ində istfiadə edil</a:t>
            </a:r>
            <a:r>
              <a:rPr lang="az-Latn-AZ" altLang="en-US" sz="1300">
                <a:latin typeface="Arial" panose="020B0604020202020204" pitchFamily="34" charset="0"/>
              </a:rPr>
              <a:t>ən funksiyaların adlarıdır.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DB271B-6FD0-B765-5484-523EC6BD1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833" y="1189834"/>
            <a:ext cx="6211167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916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C9584-4EF3-E044-998F-382A6BE91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99E502-136E-71EC-9785-79C27628326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EEE359-7451-4253-6A62-92AD04A6E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9353"/>
            <a:ext cx="12192000" cy="435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332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701ED-FD8B-6963-C2E3-AD10ABBB7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46B81A-14FD-BE87-0B06-8EE409D9C28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135D75-F30D-EBBB-35F1-FD61D9DE5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987" y="1237466"/>
            <a:ext cx="9412013" cy="56205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2311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5122</TotalTime>
  <Words>95</Words>
  <Application>Microsoft Office PowerPoint</Application>
  <PresentationFormat>Widescreen</PresentationFormat>
  <Paragraphs>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361</cp:revision>
  <dcterms:created xsi:type="dcterms:W3CDTF">2025-04-12T11:00:44Z</dcterms:created>
  <dcterms:modified xsi:type="dcterms:W3CDTF">2025-08-30T18:11:41Z</dcterms:modified>
</cp:coreProperties>
</file>