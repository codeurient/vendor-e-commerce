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resources\views\admin\category\create.blade.php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738A89-7441-DF84-D5D1-4B5A490C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055" y="914514"/>
            <a:ext cx="9180945" cy="594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73892" y="255046"/>
            <a:ext cx="7481454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Burada </a:t>
            </a:r>
            <a:r>
              <a:rPr lang="en-US" altLang="en-US" sz="1300" b="1">
                <a:latin typeface="Arial" panose="020B0604020202020204" pitchFamily="34" charset="0"/>
              </a:rPr>
              <a:t>'not_in:empty</a:t>
            </a:r>
            <a:r>
              <a:rPr lang="en-US" altLang="en-US" sz="1300">
                <a:latin typeface="Arial" panose="020B0604020202020204" pitchFamily="34" charset="0"/>
              </a:rPr>
              <a:t>’ </a:t>
            </a:r>
            <a:r>
              <a:rPr lang="az-Latn-AZ" altLang="en-US" sz="1300">
                <a:latin typeface="Arial" panose="020B0604020202020204" pitchFamily="34" charset="0"/>
              </a:rPr>
              <a:t>yazmaqda məqsəd odur ki, əgər </a:t>
            </a:r>
            <a:r>
              <a:rPr lang="az-Latn-AZ" altLang="en-US" sz="1300" b="1">
                <a:latin typeface="Arial" panose="020B0604020202020204" pitchFamily="34" charset="0"/>
              </a:rPr>
              <a:t>ikon</a:t>
            </a:r>
            <a:r>
              <a:rPr lang="az-Latn-AZ" altLang="en-US" sz="1300">
                <a:latin typeface="Arial" panose="020B0604020202020204" pitchFamily="34" charset="0"/>
              </a:rPr>
              <a:t> seçilməyibsə həmin </a:t>
            </a:r>
            <a:r>
              <a:rPr lang="az-Latn-AZ" altLang="en-US" sz="1300" b="1">
                <a:latin typeface="Arial" panose="020B0604020202020204" pitchFamily="34" charset="0"/>
              </a:rPr>
              <a:t>icon</a:t>
            </a:r>
            <a:r>
              <a:rPr lang="az-Latn-AZ" altLang="en-US" sz="1300">
                <a:latin typeface="Arial" panose="020B0604020202020204" pitchFamily="34" charset="0"/>
              </a:rPr>
              <a:t> sahəsinin dəyərinin </a:t>
            </a:r>
            <a:r>
              <a:rPr lang="az-Latn-AZ" altLang="en-US" sz="1300" b="1">
                <a:latin typeface="Arial" panose="020B0604020202020204" pitchFamily="34" charset="0"/>
              </a:rPr>
              <a:t>EMPTY</a:t>
            </a:r>
            <a:r>
              <a:rPr lang="az-Latn-AZ" altLang="en-US" sz="1300">
                <a:latin typeface="Arial" panose="020B0604020202020204" pitchFamily="34" charset="0"/>
              </a:rPr>
              <a:t> olmasıdır. Və bizdə deyirik ki, əgər boş deyilsə.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74F49-27DF-8E4D-9526-ED4E9655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430" y="0"/>
            <a:ext cx="456057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6F2ED7-2F50-6814-D197-CDB9517D7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0574"/>
            <a:ext cx="6597737" cy="179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ED560-5581-6939-B001-81DD30F5E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4BC804-A21E-C9F3-19F5-93AEB7C30CE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Digər əsas məsələ odur ki, laraveldə bu cür ara boşluqları xətaya səbəb ola bilər.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4381F-65B7-9295-7209-DE9D1C582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608" y="0"/>
            <a:ext cx="5611391" cy="43133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B08FCD-1D04-7A23-A101-ECE80D70B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0366"/>
            <a:ext cx="7468642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10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9A516-856B-4C32-E2EF-ED595472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01E06C-AE78-937D-6A03-4DC0B00BD8D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Əlavə edilən data.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0B87B-3CED-47BB-4450-43AE5E76B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2519235"/>
            <a:ext cx="10983858" cy="18195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899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474D7-3B50-CDBF-9FBA-1BB8E63A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16C944-9640-30A6-5F60-CD7E425D4FE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965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4625</TotalTime>
  <Words>66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355</cp:revision>
  <dcterms:created xsi:type="dcterms:W3CDTF">2025-04-12T11:00:44Z</dcterms:created>
  <dcterms:modified xsi:type="dcterms:W3CDTF">2025-08-18T12:59:52Z</dcterms:modified>
</cp:coreProperties>
</file>