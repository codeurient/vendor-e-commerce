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resources\views\admin\category\</a:t>
            </a:r>
            <a:r>
              <a:rPr lang="en-US" altLang="en-US" sz="1300" b="1" u="sng">
                <a:latin typeface="Arial" panose="020B0604020202020204" pitchFamily="34" charset="0"/>
              </a:rPr>
              <a:t>edit.blade.php</a:t>
            </a:r>
            <a:r>
              <a:rPr lang="az-Latn-AZ" altLang="en-US" sz="1300">
                <a:latin typeface="Arial" panose="020B0604020202020204" pitchFamily="34" charset="0"/>
              </a:rPr>
              <a:t>` faylını hazırlayırıq.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Bunun üçün </a:t>
            </a:r>
            <a:r>
              <a:rPr lang="az-Latn-AZ" altLang="en-US" sz="1300" b="1">
                <a:latin typeface="Arial" panose="020B0604020202020204" pitchFamily="34" charset="0"/>
              </a:rPr>
              <a:t>create.blade.php </a:t>
            </a:r>
            <a:r>
              <a:rPr lang="az-Latn-AZ" altLang="en-US" sz="1300">
                <a:latin typeface="Arial" panose="020B0604020202020204" pitchFamily="34" charset="0"/>
              </a:rPr>
              <a:t>faylını ilk olaraq </a:t>
            </a:r>
            <a:r>
              <a:rPr lang="az-Latn-AZ" altLang="en-US" sz="1300" b="1">
                <a:latin typeface="Arial" panose="020B0604020202020204" pitchFamily="34" charset="0"/>
              </a:rPr>
              <a:t>edit.blade.php </a:t>
            </a:r>
            <a:r>
              <a:rPr lang="az-Latn-AZ" altLang="en-US" sz="1300">
                <a:latin typeface="Arial" panose="020B0604020202020204" pitchFamily="34" charset="0"/>
              </a:rPr>
              <a:t>faylına kopyalayırıq.</a:t>
            </a:r>
          </a:p>
          <a:p>
            <a:pPr>
              <a:lnSpc>
                <a:spcPct val="150000"/>
              </a:lnSpc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app\Http\Controllers\Backend\CategoryController.php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faylında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modelindəki dataları çəkərək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edit.blade.php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faylına göndəririk.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 b="1">
                <a:latin typeface="Arial" panose="020B0604020202020204" pitchFamily="34" charset="0"/>
              </a:rPr>
              <a:t>edit.blade.php </a:t>
            </a:r>
            <a:r>
              <a:rPr lang="az-Latn-AZ" altLang="en-US" sz="1300">
                <a:latin typeface="Arial" panose="020B0604020202020204" pitchFamily="34" charset="0"/>
              </a:rPr>
              <a:t>faylında, </a:t>
            </a:r>
            <a:r>
              <a:rPr lang="az-Latn-AZ" altLang="en-US" sz="1300" b="1">
                <a:latin typeface="Arial" panose="020B0604020202020204" pitchFamily="34" charset="0"/>
              </a:rPr>
              <a:t>button</a:t>
            </a:r>
            <a:r>
              <a:rPr lang="az-Latn-AZ" altLang="en-US" sz="1300">
                <a:latin typeface="Arial" panose="020B0604020202020204" pitchFamily="34" charset="0"/>
              </a:rPr>
              <a:t> tagində `</a:t>
            </a:r>
            <a:r>
              <a:rPr lang="az-Latn-AZ" altLang="en-US" sz="1300" b="1">
                <a:latin typeface="Arial" panose="020B0604020202020204" pitchFamily="34" charset="0"/>
              </a:rPr>
              <a:t>data-icon="{{ $category-&gt;icon }}"</a:t>
            </a:r>
            <a:r>
              <a:rPr lang="az-Latn-AZ" altLang="en-US" sz="1300">
                <a:latin typeface="Arial" panose="020B0604020202020204" pitchFamily="34" charset="0"/>
              </a:rPr>
              <a:t>` yazırıq ki, şablonda ikonu göstərə bilək. Bu atributun istifadə edilməsi haqqında bootstrap ikonunun dokumentasiyasından qeyd edilmişdir. Bu atribut </a:t>
            </a:r>
            <a:r>
              <a:rPr lang="az-Latn-AZ" altLang="en-US" sz="1300" b="1">
                <a:latin typeface="Arial" panose="020B0604020202020204" pitchFamily="34" charset="0"/>
              </a:rPr>
              <a:t>VALUE</a:t>
            </a:r>
            <a:r>
              <a:rPr lang="az-Latn-AZ" altLang="en-US" sz="1300">
                <a:latin typeface="Arial" panose="020B0604020202020204" pitchFamily="34" charset="0"/>
              </a:rPr>
              <a:t> atributunun rolunu oynayır.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0EB43-88CF-2E96-C3BF-71C97D6B1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982" y="3058020"/>
            <a:ext cx="7269015" cy="379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Hal-hazırki 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09ED7-468C-D53A-96C6-6877CAB79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3618"/>
            <a:ext cx="12192000" cy="45743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153060" y="259702"/>
            <a:ext cx="6552540" cy="587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Bu Laravel-in </a:t>
            </a:r>
            <a:r>
              <a:rPr lang="en-US" altLang="en-US" sz="1200" b="1">
                <a:latin typeface="Arial" panose="020B0604020202020204" pitchFamily="34" charset="0"/>
              </a:rPr>
              <a:t>unique validation rule </a:t>
            </a:r>
            <a:r>
              <a:rPr lang="en-US" altLang="en-US" sz="1200">
                <a:latin typeface="Arial" panose="020B0604020202020204" pitchFamily="34" charset="0"/>
              </a:rPr>
              <a:t>-unun istifadəsidir.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Laravel-də unique qaydasının sintaksisi: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latin typeface="Arial" panose="020B0604020202020204" pitchFamily="34" charset="0"/>
              </a:rPr>
              <a:t>table</a:t>
            </a:r>
            <a:r>
              <a:rPr lang="en-US" altLang="en-US" sz="1200">
                <a:latin typeface="Arial" panose="020B0604020202020204" pitchFamily="34" charset="0"/>
              </a:rPr>
              <a:t> → hansı cədvələ baxsın (categories)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latin typeface="Arial" panose="020B0604020202020204" pitchFamily="34" charset="0"/>
              </a:rPr>
              <a:t>column</a:t>
            </a:r>
            <a:r>
              <a:rPr lang="en-US" altLang="en-US" sz="1200">
                <a:latin typeface="Arial" panose="020B0604020202020204" pitchFamily="34" charset="0"/>
              </a:rPr>
              <a:t> → hansı sahəni yoxlasın (name)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latin typeface="Arial" panose="020B0604020202020204" pitchFamily="34" charset="0"/>
              </a:rPr>
              <a:t>except</a:t>
            </a:r>
            <a:r>
              <a:rPr lang="en-US" altLang="en-US" sz="1200">
                <a:latin typeface="Arial" panose="020B0604020202020204" pitchFamily="34" charset="0"/>
              </a:rPr>
              <a:t> → hansı id-li sətri nəzərə almasın ( bu hiss</a:t>
            </a:r>
            <a:r>
              <a:rPr lang="az-Latn-AZ" altLang="en-US" sz="1200">
                <a:latin typeface="Arial" panose="020B0604020202020204" pitchFamily="34" charset="0"/>
              </a:rPr>
              <a:t>ə yoxdur bizdə </a:t>
            </a:r>
            <a:r>
              <a:rPr lang="en-US" altLang="en-US" sz="1200">
                <a:latin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latin typeface="Arial" panose="020B0604020202020204" pitchFamily="34" charset="0"/>
              </a:rPr>
              <a:t>idColumn</a:t>
            </a:r>
            <a:r>
              <a:rPr lang="en-US" altLang="en-US" sz="1200">
                <a:latin typeface="Arial" panose="020B0604020202020204" pitchFamily="34" charset="0"/>
              </a:rPr>
              <a:t> → hansı sütun </a:t>
            </a:r>
            <a:r>
              <a:rPr lang="en-US" altLang="en-US" sz="1200" b="1">
                <a:latin typeface="Arial" panose="020B0604020202020204" pitchFamily="34" charset="0"/>
              </a:rPr>
              <a:t>id</a:t>
            </a:r>
            <a:r>
              <a:rPr lang="en-US" altLang="en-US" sz="1200">
                <a:latin typeface="Arial" panose="020B0604020202020204" pitchFamily="34" charset="0"/>
              </a:rPr>
              <a:t> kimi istifadə olunur (id)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200">
                <a:latin typeface="Arial" panose="020B0604020202020204" pitchFamily="34" charset="0"/>
              </a:rPr>
              <a:t>Məsələn, yeni kateqoriya əlavə edəndə </a:t>
            </a:r>
            <a:r>
              <a:rPr lang="en-US" altLang="en-US" sz="1200" b="1">
                <a:latin typeface="Arial" panose="020B0604020202020204" pitchFamily="34" charset="0"/>
              </a:rPr>
              <a:t>name unikal </a:t>
            </a:r>
            <a:r>
              <a:rPr lang="en-US" altLang="en-US" sz="1200">
                <a:latin typeface="Arial" panose="020B0604020202020204" pitchFamily="34" charset="0"/>
              </a:rPr>
              <a:t>olmalıdır. Amma </a:t>
            </a:r>
            <a:r>
              <a:rPr lang="en-US" altLang="en-US" sz="1200" b="1">
                <a:latin typeface="Arial" panose="020B0604020202020204" pitchFamily="34" charset="0"/>
              </a:rPr>
              <a:t>update</a:t>
            </a:r>
            <a:r>
              <a:rPr lang="en-US" altLang="en-US" sz="1200">
                <a:latin typeface="Arial" panose="020B0604020202020204" pitchFamily="34" charset="0"/>
              </a:rPr>
              <a:t> zamanı problem olur: Əgər sən </a:t>
            </a:r>
            <a:r>
              <a:rPr lang="en-US" altLang="en-US" sz="1200" b="1">
                <a:latin typeface="Arial" panose="020B0604020202020204" pitchFamily="34" charset="0"/>
              </a:rPr>
              <a:t>name</a:t>
            </a:r>
            <a:r>
              <a:rPr lang="en-US" altLang="en-US" sz="1200">
                <a:latin typeface="Arial" panose="020B0604020202020204" pitchFamily="34" charset="0"/>
              </a:rPr>
              <a:t> sahəsini dəyişməsən, </a:t>
            </a:r>
            <a:r>
              <a:rPr lang="en-US" altLang="en-US" sz="1200" b="1">
                <a:latin typeface="Arial" panose="020B0604020202020204" pitchFamily="34" charset="0"/>
              </a:rPr>
              <a:t>unique</a:t>
            </a:r>
            <a:r>
              <a:rPr lang="en-US" altLang="en-US" sz="1200">
                <a:latin typeface="Arial" panose="020B0604020202020204" pitchFamily="34" charset="0"/>
              </a:rPr>
              <a:t> deyəcək ki bu ad artıq mövcuddur. 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200">
                <a:latin typeface="Arial" panose="020B0604020202020204" pitchFamily="34" charset="0"/>
              </a:rPr>
              <a:t>Bunu həll etmək üçün deyirik: "bu cədvəldə </a:t>
            </a:r>
            <a:r>
              <a:rPr lang="en-US" altLang="en-US" sz="1200" b="1">
                <a:latin typeface="Arial" panose="020B0604020202020204" pitchFamily="34" charset="0"/>
              </a:rPr>
              <a:t>name unikal olsun</a:t>
            </a:r>
            <a:r>
              <a:rPr lang="en-US" altLang="en-US" sz="1200">
                <a:latin typeface="Arial" panose="020B0604020202020204" pitchFamily="34" charset="0"/>
              </a:rPr>
              <a:t>, amma </a:t>
            </a: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id = $id </a:t>
            </a:r>
            <a:r>
              <a:rPr lang="en-US" altLang="en-US" sz="1200">
                <a:latin typeface="Arial" panose="020B0604020202020204" pitchFamily="34" charset="0"/>
              </a:rPr>
              <a:t>olan sətri nəzərə alma".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200" b="1">
                <a:solidFill>
                  <a:srgbClr val="0070C0"/>
                </a:solidFill>
                <a:latin typeface="Arial" panose="020B0604020202020204" pitchFamily="34" charset="0"/>
              </a:rPr>
              <a:t>D</a:t>
            </a:r>
            <a:r>
              <a:rPr lang="en-US" altLang="en-US" sz="1200" b="1">
                <a:solidFill>
                  <a:srgbClr val="0070C0"/>
                </a:solidFill>
                <a:latin typeface="Arial" panose="020B0604020202020204" pitchFamily="34" charset="0"/>
              </a:rPr>
              <a:t>aha oxunaqlı variant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06346D-ED49-87A1-C347-C6CE8452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446" y="0"/>
            <a:ext cx="531055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21D8B7-B642-322C-33F3-EFAED90CE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529"/>
            <a:ext cx="2381582" cy="400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8F57B4-2B19-3301-4E2B-2F91B7092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786" y="2055394"/>
            <a:ext cx="2762636" cy="3238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A4C84A-4B95-33DD-9347-D7174F67F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18083"/>
            <a:ext cx="6382641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F985-63D5-1F61-8F11-9BB62372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431F6E-02B6-42F1-18B2-EB2B7E9FDED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Update edirik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C5886-2EA4-EC9F-FD8E-5B064B13C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3870"/>
            <a:ext cx="12192000" cy="45172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309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B6473-F23F-8330-6372-516F8695F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819647-50E5-5D2D-C4EA-D3EFA8590E5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87F2D-3F7E-9C0F-1C7D-2FB2E3F39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29182"/>
            <a:ext cx="12192000" cy="40152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0840F9-84A4-DA60-6AB3-C0832FA7A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520087"/>
            <a:ext cx="7999748" cy="13379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777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807F-CCA6-F8DB-4A76-49CE6B90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494B70-B3BE-4CD5-E44E-0225D61C1AA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815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4610</TotalTime>
  <Words>226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364</cp:revision>
  <dcterms:created xsi:type="dcterms:W3CDTF">2025-04-12T11:00:44Z</dcterms:created>
  <dcterms:modified xsi:type="dcterms:W3CDTF">2025-08-18T20:27:31Z</dcterms:modified>
</cp:coreProperties>
</file>