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məlumatlarını,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>
                <a:latin typeface="Arial" panose="020B0604020202020204" pitchFamily="34" charset="0"/>
              </a:rPr>
              <a:t>` şablonunda əks etdirəcəyik.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İlk olaraq `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app\Models\</a:t>
            </a:r>
            <a:r>
              <a:rPr lang="az-Latn-AZ" altLang="en-US" sz="1300" b="1" u="sng">
                <a:solidFill>
                  <a:srgbClr val="00B050"/>
                </a:solidFill>
                <a:latin typeface="Arial" panose="020B0604020202020204" pitchFamily="34" charset="0"/>
              </a:rPr>
              <a:t>SubCategory.php</a:t>
            </a:r>
            <a:r>
              <a:rPr lang="az-Latn-AZ" altLang="en-US" sz="1300">
                <a:latin typeface="Arial" panose="020B0604020202020204" pitchFamily="34" charset="0"/>
              </a:rPr>
              <a:t>` modelinə,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app\Models\</a:t>
            </a: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Category.php</a:t>
            </a:r>
            <a:r>
              <a:rPr lang="az-Latn-AZ" altLang="en-US" sz="1300">
                <a:latin typeface="Arial" panose="020B0604020202020204" pitchFamily="34" charset="0"/>
              </a:rPr>
              <a:t>` modeli ilə qohumluq əlaqəsinin qurulmasında köməklik göstərəcək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category() </a:t>
            </a:r>
            <a:r>
              <a:rPr lang="az-Latn-AZ" altLang="en-US" sz="1300">
                <a:latin typeface="Arial" panose="020B0604020202020204" pitchFamily="34" charset="0"/>
              </a:rPr>
              <a:t>metodunu əlavə edirik.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Bu əlaqə vasitəsi ilə, məsələn, `</a:t>
            </a:r>
            <a:r>
              <a:rPr lang="az-Latn-AZ" altLang="en-US" sz="1300" b="1">
                <a:latin typeface="Arial" panose="020B0604020202020204" pitchFamily="34" charset="0"/>
              </a:rPr>
              <a:t>app\DataTables\SubCategoryDataTable.php</a:t>
            </a:r>
            <a:r>
              <a:rPr lang="az-Latn-AZ" altLang="en-US" sz="1300">
                <a:latin typeface="Arial" panose="020B0604020202020204" pitchFamily="34" charset="0"/>
              </a:rPr>
              <a:t>` faylındakı kimi yazaraq </a:t>
            </a:r>
            <a:r>
              <a:rPr lang="az-Latn-AZ" altLang="en-US" sz="1300" b="1">
                <a:latin typeface="Arial" panose="020B0604020202020204" pitchFamily="34" charset="0"/>
              </a:rPr>
              <a:t>SubCategory</a:t>
            </a:r>
            <a:r>
              <a:rPr lang="az-Latn-AZ" altLang="en-US" sz="1300">
                <a:latin typeface="Arial" panose="020B0604020202020204" pitchFamily="34" charset="0"/>
              </a:rPr>
              <a:t> -inin aid olduğu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>
                <a:latin typeface="Arial" panose="020B0604020202020204" pitchFamily="34" charset="0"/>
              </a:rPr>
              <a:t>` şablonunda əks etdirə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A25F5-BDDF-8997-FDFC-A02531815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792" y="2687782"/>
            <a:ext cx="7497207" cy="417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A4F58-DD5D-01CF-396F-D1DF8E9B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510"/>
            <a:ext cx="12192000" cy="37249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4590</TotalTime>
  <Words>110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2025-08-20T14:55:38Z</dcterms:modified>
</cp:coreProperties>
</file>