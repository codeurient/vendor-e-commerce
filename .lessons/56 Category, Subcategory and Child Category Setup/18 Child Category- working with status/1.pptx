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4" r:id="rId4"/>
    <p:sldId id="40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routes\admin.php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3E09EF-19BD-ACED-A83F-800637788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193" y="0"/>
            <a:ext cx="86278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250B5-57B2-5008-A3DE-913C21BDB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844A37-6849-EE84-059C-738B083B8E4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resources\views\admin\child-category\index.blade.php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D6EC65-0B50-F4A3-AF31-BCD02CDE46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49"/>
          <a:stretch>
            <a:fillRect/>
          </a:stretch>
        </p:blipFill>
        <p:spPr>
          <a:xfrm>
            <a:off x="4698320" y="0"/>
            <a:ext cx="74936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176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app\Http\Controllers\Backend\ChildCategoryController.php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AE97FB-4CFA-5094-272C-4F114DEDA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360" y="113359"/>
            <a:ext cx="6201640" cy="674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4538</TotalTime>
  <Words>30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353</cp:revision>
  <dcterms:created xsi:type="dcterms:W3CDTF">2025-04-12T11:00:44Z</dcterms:created>
  <dcterms:modified xsi:type="dcterms:W3CDTF">2025-08-28T07:41:49Z</dcterms:modified>
</cp:coreProperties>
</file>