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98028"/>
            <a:ext cx="11756571" cy="830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 </a:t>
            </a:r>
            <a:r>
              <a:rPr lang="az-Latn-AZ" altLang="en-US" sz="1300" b="1">
                <a:latin typeface="Arial" panose="020B0604020202020204" pitchFamily="34" charset="0"/>
              </a:rPr>
              <a:t>EDİT</a:t>
            </a:r>
            <a:r>
              <a:rPr lang="az-Latn-AZ" altLang="en-US" sz="1300">
                <a:latin typeface="Arial" panose="020B0604020202020204" pitchFamily="34" charset="0"/>
              </a:rPr>
              <a:t> şablonunu konfiqruyasi edəcəyik. </a:t>
            </a:r>
            <a:r>
              <a:rPr lang="az-Latn-AZ" altLang="en-US" sz="1300" b="1">
                <a:latin typeface="Arial" panose="020B0604020202020204" pitchFamily="34" charset="0"/>
              </a:rPr>
              <a:t>Create</a:t>
            </a:r>
            <a:r>
              <a:rPr lang="az-Latn-AZ" altLang="en-US" sz="1300">
                <a:latin typeface="Arial" panose="020B0604020202020204" pitchFamily="34" charset="0"/>
              </a:rPr>
              <a:t> ilə </a:t>
            </a:r>
            <a:r>
              <a:rPr lang="az-Latn-AZ" altLang="en-US" sz="1300" b="1">
                <a:latin typeface="Arial" panose="020B0604020202020204" pitchFamily="34" charset="0"/>
              </a:rPr>
              <a:t>Edit</a:t>
            </a:r>
            <a:r>
              <a:rPr lang="az-Latn-AZ" altLang="en-US" sz="1300">
                <a:latin typeface="Arial" panose="020B0604020202020204" pitchFamily="34" charset="0"/>
              </a:rPr>
              <a:t> demək olarki eyni olduqlarından,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resources\views\admin\sub-category\create.blade.php</a:t>
            </a:r>
            <a:r>
              <a:rPr lang="az-Latn-AZ" altLang="en-US" sz="1300">
                <a:latin typeface="Arial" panose="020B0604020202020204" pitchFamily="34" charset="0"/>
              </a:rPr>
              <a:t>` faylını,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resources\views\admin\sub-category\edit.blade.php</a:t>
            </a:r>
            <a:r>
              <a:rPr lang="az-Latn-AZ" altLang="en-US" sz="1300">
                <a:latin typeface="Arial" panose="020B0604020202020204" pitchFamily="34" charset="0"/>
              </a:rPr>
              <a:t>` faylına kopyalayırıq.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3804C-A641-3815-F53A-6A761D46D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747" y="1136072"/>
            <a:ext cx="5354253" cy="572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latin typeface="Arial" panose="020B0604020202020204" pitchFamily="34" charset="0"/>
              </a:rPr>
              <a:t>app\Http\Controllers\Backend\SubCategoryController.php</a:t>
            </a:r>
            <a:r>
              <a:rPr lang="az-Latn-AZ" altLang="en-US" sz="1300">
                <a:latin typeface="Arial" panose="020B0604020202020204" pitchFamily="34" charset="0"/>
              </a:rPr>
              <a:t>` faylında </a:t>
            </a:r>
            <a:r>
              <a:rPr lang="az-Latn-AZ" altLang="en-US" sz="1300" b="1">
                <a:latin typeface="Arial" panose="020B0604020202020204" pitchFamily="34" charset="0"/>
              </a:rPr>
              <a:t>EDİT()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metoduna şablonu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deyirik.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EE3C91-DB2C-F235-705A-2ECD02E31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169" y="0"/>
            <a:ext cx="5360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69CE-CB29-94A1-23DB-42AC4EBC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CAA0CA-F6E3-B783-4B1A-14547C2D579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resources\views\admin\sub-category\edit.blade.php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4AD6D-909D-A6B8-F98E-CB5AF3F3B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18" y="922190"/>
            <a:ext cx="8986982" cy="593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8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3D97-A37E-48A7-52A9-CEE724C3C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DCB0AD-A223-7543-3700-611602EF197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app\Http\Controllers\Backend\SubCategoryController.php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5CCB86-991C-A547-B9E0-CEEA4C7D5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755" y="0"/>
            <a:ext cx="51682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33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CC27-165D-0DD8-3409-8C14A3FBC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A2AF2D-A04C-9BF4-D9FD-4419CDEF795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6075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5675</TotalTime>
  <Words>98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2025-08-21T10:01:12Z</dcterms:modified>
</cp:coreProperties>
</file>