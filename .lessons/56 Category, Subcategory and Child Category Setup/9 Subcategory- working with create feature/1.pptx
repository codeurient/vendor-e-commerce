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4" r:id="rId7"/>
    <p:sldId id="400" r:id="rId8"/>
    <p:sldId id="419" r:id="rId9"/>
    <p:sldId id="42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88791"/>
            <a:ext cx="11756571" cy="1630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</a:t>
            </a:r>
            <a:r>
              <a:rPr lang="en-US" altLang="en-US" sz="1300" b="1" u="sng">
                <a:latin typeface="Arial" panose="020B0604020202020204" pitchFamily="34" charset="0"/>
              </a:rPr>
              <a:t>create.blade.php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şbalonuna keçmək üçün,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faylındakı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&lt;a&gt; </a:t>
            </a:r>
            <a:r>
              <a:rPr lang="az-Latn-AZ" altLang="en-US" sz="1300">
                <a:latin typeface="Arial" panose="020B0604020202020204" pitchFamily="34" charset="0"/>
              </a:rPr>
              <a:t>elementinə `</a:t>
            </a:r>
            <a:r>
              <a:rPr lang="az-Latn-AZ" altLang="en-US" sz="1300" b="1">
                <a:latin typeface="Arial" panose="020B0604020202020204" pitchFamily="34" charset="0"/>
              </a:rPr>
              <a:t>admin.sub-category.create</a:t>
            </a:r>
            <a:r>
              <a:rPr lang="az-Latn-AZ" altLang="en-US" sz="1300">
                <a:latin typeface="Arial" panose="020B0604020202020204" pitchFamily="34" charset="0"/>
              </a:rPr>
              <a:t>` route -unu əlavə edirik. </a:t>
            </a:r>
          </a:p>
          <a:p>
            <a:pPr>
              <a:lnSpc>
                <a:spcPct val="20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2) </a:t>
            </a:r>
            <a:r>
              <a:rPr lang="az-Latn-AZ" altLang="en-US" sz="1300">
                <a:latin typeface="Arial" panose="020B0604020202020204" pitchFamily="34" charset="0"/>
              </a:rPr>
              <a:t>Statusu </a:t>
            </a:r>
            <a:r>
              <a:rPr lang="az-Latn-AZ" altLang="en-US" sz="1300" b="1">
                <a:latin typeface="Arial" panose="020B0604020202020204" pitchFamily="34" charset="0"/>
              </a:rPr>
              <a:t>qapadıb-açmaq</a:t>
            </a:r>
            <a:r>
              <a:rPr lang="az-Latn-AZ" altLang="en-US" sz="1300">
                <a:latin typeface="Arial" panose="020B0604020202020204" pitchFamily="34" charset="0"/>
              </a:rPr>
              <a:t> üçün istifadə edilən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adınıda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F1364-C712-3E88-8F12-EEBD487D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428" y="1985818"/>
            <a:ext cx="7580571" cy="487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895C8-8D39-2C01-4BA7-D04CB7F80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EF418B-BDD2-B4ED-4ECD-2BE78D53D359}"/>
              </a:ext>
            </a:extLst>
          </p:cNvPr>
          <p:cNvSpPr txBox="1"/>
          <p:nvPr/>
        </p:nvSpPr>
        <p:spPr>
          <a:xfrm>
            <a:off x="217715" y="255046"/>
            <a:ext cx="7199086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resources\views\admin\sub-category\create.blade.php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şablonuna,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-ləri göndəririk.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B32CC-98C6-03D8-17BF-C09F4F071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77" y="0"/>
            <a:ext cx="46421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84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B7E37-383D-B079-B218-7C1E0970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892480-76E7-5001-9FBC-074EE59D2730}"/>
              </a:ext>
            </a:extLst>
          </p:cNvPr>
          <p:cNvSpPr txBox="1"/>
          <p:nvPr/>
        </p:nvSpPr>
        <p:spPr>
          <a:xfrm>
            <a:off x="217715" y="255046"/>
            <a:ext cx="4843812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Kateqoriləri əlavə edirik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Sub sözlərini əlavə edirik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Form elementinə route əlavə edirik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9A184E-DF35-DD35-657C-8A74BA169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829" y="0"/>
            <a:ext cx="6959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5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EAC6-C49F-E0E6-831B-81D09002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CB150F-022F-50BF-EADE-C51788497078}"/>
              </a:ext>
            </a:extLst>
          </p:cNvPr>
          <p:cNvSpPr txBox="1"/>
          <p:nvPr/>
        </p:nvSpPr>
        <p:spPr>
          <a:xfrm>
            <a:off x="217714" y="255046"/>
            <a:ext cx="11756571" cy="830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elementi </a:t>
            </a:r>
            <a:r>
              <a:rPr lang="az-Latn-AZ" altLang="en-US" sz="1300" b="1">
                <a:latin typeface="Arial" panose="020B0604020202020204" pitchFamily="34" charset="0"/>
              </a:rPr>
              <a:t>submit</a:t>
            </a:r>
            <a:r>
              <a:rPr lang="az-Latn-AZ" altLang="en-US" sz="1300">
                <a:latin typeface="Arial" panose="020B0604020202020204" pitchFamily="34" charset="0"/>
              </a:rPr>
              <a:t> edildikdə, `</a:t>
            </a:r>
            <a:r>
              <a:rPr lang="az-Latn-AZ" altLang="en-US" sz="1300" b="1">
                <a:latin typeface="Arial" panose="020B0604020202020204" pitchFamily="34" charset="0"/>
              </a:rPr>
              <a:t>route('admin.sub-category.store’)</a:t>
            </a:r>
            <a:r>
              <a:rPr lang="az-Latn-AZ" altLang="en-US" sz="1300">
                <a:latin typeface="Arial" panose="020B0604020202020204" pitchFamily="34" charset="0"/>
              </a:rPr>
              <a:t>` adlı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çağrılacaq və </a:t>
            </a:r>
          </a:p>
          <a:p>
            <a:pPr>
              <a:lnSpc>
                <a:spcPct val="20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datalar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verilənlər bazasında 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sub_categories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cədvəlinə yazılacaq.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7831D-4E62-C01B-CE23-36C136738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43" y="0"/>
            <a:ext cx="4736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4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9B3E-CF95-731A-1412-00AE7DDF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21E54C-D673-009C-CEF6-E4579B418FA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33028E-727B-02D6-2F60-3AED47934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842"/>
            <a:ext cx="12192000" cy="44583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598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82382-1E99-8C1B-85D2-09200AC09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1953"/>
            <a:ext cx="12192000" cy="36340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08402-E540-797B-199D-19F1D2EEB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1809524"/>
            <a:ext cx="10955279" cy="32389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F1BF-34E9-9191-3612-C63EDBBC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F19235-EE7F-F940-2FA5-EA34F4A7423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259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3CFA-1082-4A5D-E7B4-9E460C8B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035A3-2463-1B81-F7A0-C0C8A18E52D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613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</TotalTime>
  <Words>134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2025-08-20T13:21:37Z</dcterms:modified>
</cp:coreProperties>
</file>