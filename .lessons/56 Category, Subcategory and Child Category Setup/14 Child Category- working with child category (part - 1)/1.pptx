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5" r:id="rId3"/>
    <p:sldId id="416" r:id="rId4"/>
    <p:sldId id="417" r:id="rId5"/>
    <p:sldId id="414" r:id="rId6"/>
    <p:sldId id="418" r:id="rId7"/>
    <p:sldId id="419" r:id="rId8"/>
    <p:sldId id="420" r:id="rId9"/>
    <p:sldId id="421" r:id="rId10"/>
    <p:sldId id="424" r:id="rId11"/>
    <p:sldId id="423" r:id="rId12"/>
    <p:sldId id="426" r:id="rId13"/>
    <p:sldId id="427" r:id="rId14"/>
    <p:sldId id="425" r:id="rId15"/>
    <p:sldId id="428" r:id="rId16"/>
    <p:sldId id="429" r:id="rId17"/>
    <p:sldId id="430" r:id="rId18"/>
    <p:sldId id="422" r:id="rId19"/>
    <p:sldId id="432" r:id="rId20"/>
    <p:sldId id="433" r:id="rId21"/>
    <p:sldId id="43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D30FDC-C84E-E14F-13C9-0D528A952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827" y="4038206"/>
            <a:ext cx="10374173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215EE-00F6-704E-D615-C14F2F0EC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625B29-2A24-70D2-B4E5-0FBC38D22BD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CTRL + C ,   CTRL - V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4CC97B-8D8E-B29E-9CB5-F964ACC2A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3615" y="0"/>
            <a:ext cx="25583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494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E48EE-121F-B970-A975-91FA2BD12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E95272-BFDE-A47F-944A-374A09DB4AA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CFBC90-2CF7-F79D-3FA3-B4C56010C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316" y="0"/>
            <a:ext cx="92026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904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3632B-FB0E-3475-523A-06E5A1784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A780B6-6BB1-70DF-0378-E878891E38B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22A06F-48E4-C0F1-DD25-19B600E42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283" y="2495419"/>
            <a:ext cx="8659433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084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app\Http\Controllers\Backend\ChildCategoryController.php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D4839F-BDE2-37FC-1116-5250DFB18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962" y="0"/>
            <a:ext cx="4518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C25DA-8163-4169-0673-F3865FC95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7C4E8D-B0D7-41F2-F1D8-2B5B23858C7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resources\views\admin\layouts\sidebar.blade.php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9CF479-A400-990E-692F-8207689B6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982" y="1519132"/>
            <a:ext cx="8793018" cy="533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936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2F7F7-223C-F34A-D09E-8AC053EF8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F087A8-62E5-5648-03E3-6D51B974FF0B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resources\views\admin\</a:t>
            </a:r>
            <a:r>
              <a:rPr lang="en-US" altLang="en-US" sz="1300" b="1" u="sng">
                <a:latin typeface="Arial" panose="020B0604020202020204" pitchFamily="34" charset="0"/>
              </a:rPr>
              <a:t>child-category\index.blade.php</a:t>
            </a:r>
            <a:endParaRPr lang="en-US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1595B7-022B-1DAB-D4B6-B50CD7E4C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0366" y="0"/>
            <a:ext cx="64716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881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9523C-081E-4D8B-A4F0-BF26CF9E0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0C6D9C-31B0-CA0F-EF9E-61984983764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A8287E-EFF7-C24C-29CA-7920837F9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725" y="0"/>
            <a:ext cx="49862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720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AA836-528A-E95A-E7ED-BDB67E50B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02719F-88F7-36A3-1610-027AD0736656}"/>
              </a:ext>
            </a:extLst>
          </p:cNvPr>
          <p:cNvSpPr txBox="1"/>
          <p:nvPr/>
        </p:nvSpPr>
        <p:spPr>
          <a:xfrm>
            <a:off x="217714" y="255046"/>
            <a:ext cx="11756571" cy="275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resources\views\admin\child-category\create.blade.php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Dəyişiklikləri xırda-xırda edirik.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Məqsədimiz</a:t>
            </a:r>
            <a:r>
              <a:rPr lang="az-Latn-AZ" altLang="en-US" sz="1300">
                <a:latin typeface="Arial" panose="020B0604020202020204" pitchFamily="34" charset="0"/>
              </a:rPr>
              <a:t>, </a:t>
            </a:r>
            <a:r>
              <a:rPr lang="az-Latn-AZ" altLang="en-US" sz="1300" b="1">
                <a:latin typeface="Arial" panose="020B0604020202020204" pitchFamily="34" charset="0"/>
              </a:rPr>
              <a:t>kateqoriyalara</a:t>
            </a:r>
            <a:r>
              <a:rPr lang="az-Latn-AZ" altLang="en-US" sz="1300">
                <a:latin typeface="Arial" panose="020B0604020202020204" pitchFamily="34" charset="0"/>
              </a:rPr>
              <a:t> uyğun gələn </a:t>
            </a:r>
            <a:r>
              <a:rPr lang="az-Latn-AZ" altLang="en-US" sz="1300" b="1">
                <a:latin typeface="Arial" panose="020B0604020202020204" pitchFamily="34" charset="0"/>
              </a:rPr>
              <a:t>sub kateqoriyaları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əldə etmək onları göstərmək olacaq.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356333-3DD9-1004-3FA6-2B0965F39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283" y="0"/>
            <a:ext cx="67547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860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A7315-C3A4-F284-FDEC-EAC9D524D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FE50B6-4982-E707-22DA-D3D1DCEEB1BF}"/>
              </a:ext>
            </a:extLst>
          </p:cNvPr>
          <p:cNvSpPr txBox="1"/>
          <p:nvPr/>
        </p:nvSpPr>
        <p:spPr>
          <a:xfrm>
            <a:off x="1" y="171918"/>
            <a:ext cx="6221655" cy="310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resources\views\admin\child-category\create.blade.php</a:t>
            </a: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 b="1">
                <a:latin typeface="Arial" panose="020B0604020202020204" pitchFamily="34" charset="0"/>
              </a:rPr>
              <a:t>Category </a:t>
            </a:r>
            <a:r>
              <a:rPr lang="az-Latn-AZ" altLang="en-US" sz="1200" b="1">
                <a:latin typeface="Arial" panose="020B0604020202020204" pitchFamily="34" charset="0"/>
              </a:rPr>
              <a:t>select</a:t>
            </a:r>
            <a:r>
              <a:rPr lang="az-Latn-AZ" altLang="en-US" sz="1200">
                <a:latin typeface="Arial" panose="020B0604020202020204" pitchFamily="34" charset="0"/>
              </a:rPr>
              <a:t> elementi </a:t>
            </a:r>
            <a:r>
              <a:rPr lang="az-Latn-AZ" altLang="en-US" sz="1200" b="1">
                <a:latin typeface="Arial" panose="020B0604020202020204" pitchFamily="34" charset="0"/>
              </a:rPr>
              <a:t>change</a:t>
            </a:r>
            <a:r>
              <a:rPr lang="az-Latn-AZ" altLang="en-US" sz="1200">
                <a:latin typeface="Arial" panose="020B0604020202020204" pitchFamily="34" charset="0"/>
              </a:rPr>
              <a:t> olduqda həmin elementin </a:t>
            </a:r>
            <a:r>
              <a:rPr lang="az-Latn-AZ" altLang="en-US" sz="1200" b="1">
                <a:latin typeface="Arial" panose="020B0604020202020204" pitchFamily="34" charset="0"/>
              </a:rPr>
              <a:t>identifikatoru</a:t>
            </a:r>
            <a:r>
              <a:rPr lang="en-US" altLang="en-US" sz="1200" b="1"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200" b="1">
                <a:latin typeface="Arial" panose="020B0604020202020204" pitchFamily="34" charset="0"/>
              </a:rPr>
              <a:t>get</a:t>
            </a:r>
            <a:r>
              <a:rPr lang="az-Latn-AZ" altLang="en-US" sz="1200">
                <a:latin typeface="Arial" panose="020B0604020202020204" pitchFamily="34" charset="0"/>
              </a:rPr>
              <a:t> sorğu ilə əldə edilir.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200" b="1">
                <a:latin typeface="Arial" panose="020B0604020202020204" pitchFamily="34" charset="0"/>
              </a:rPr>
              <a:t>Gedən</a:t>
            </a:r>
            <a:r>
              <a:rPr lang="az-Latn-AZ" altLang="en-US" sz="1200">
                <a:latin typeface="Arial" panose="020B0604020202020204" pitchFamily="34" charset="0"/>
              </a:rPr>
              <a:t> və </a:t>
            </a:r>
            <a:r>
              <a:rPr lang="az-Latn-AZ" altLang="en-US" sz="1200" b="1">
                <a:latin typeface="Arial" panose="020B0604020202020204" pitchFamily="34" charset="0"/>
              </a:rPr>
              <a:t>Gələn</a:t>
            </a:r>
            <a:r>
              <a:rPr lang="az-Latn-AZ" altLang="en-US" sz="1200">
                <a:latin typeface="Arial" panose="020B0604020202020204" pitchFamily="34" charset="0"/>
              </a:rPr>
              <a:t> sorğuları </a:t>
            </a:r>
            <a:r>
              <a:rPr lang="en-US" altLang="en-US" sz="1200" b="1">
                <a:latin typeface="Arial" panose="020B0604020202020204" pitchFamily="34" charset="0"/>
              </a:rPr>
              <a:t>Network</a:t>
            </a:r>
            <a:r>
              <a:rPr lang="en-US" altLang="en-US" sz="1200">
                <a:latin typeface="Arial" panose="020B0604020202020204" pitchFamily="34" charset="0"/>
              </a:rPr>
              <a:t> </a:t>
            </a:r>
            <a:r>
              <a:rPr lang="az-Latn-AZ" altLang="en-US" sz="1200">
                <a:latin typeface="Arial" panose="020B0604020202020204" pitchFamily="34" charset="0"/>
              </a:rPr>
              <a:t>bölməsindən görə bilərik.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</a:rPr>
              <a:t>Əldə etdiyimiz </a:t>
            </a:r>
            <a:r>
              <a:rPr lang="az-Latn-AZ" altLang="en-US" sz="1200" b="1">
                <a:latin typeface="Arial" panose="020B0604020202020204" pitchFamily="34" charset="0"/>
              </a:rPr>
              <a:t>identifikatoru</a:t>
            </a:r>
            <a:r>
              <a:rPr lang="az-Latn-AZ" altLang="en-US" sz="1200">
                <a:latin typeface="Arial" panose="020B0604020202020204" pitchFamily="34" charset="0"/>
              </a:rPr>
              <a:t> yeni </a:t>
            </a:r>
            <a:r>
              <a:rPr lang="az-Latn-AZ" altLang="en-US" sz="1200" b="1">
                <a:latin typeface="Arial" panose="020B0604020202020204" pitchFamily="34" charset="0"/>
              </a:rPr>
              <a:t>route</a:t>
            </a:r>
            <a:r>
              <a:rPr lang="az-Latn-AZ" altLang="en-US" sz="1200">
                <a:latin typeface="Arial" panose="020B0604020202020204" pitchFamily="34" charset="0"/>
              </a:rPr>
              <a:t> yaradaraq həmin </a:t>
            </a:r>
            <a:r>
              <a:rPr lang="az-Latn-AZ" altLang="en-US" sz="1200" b="1">
                <a:latin typeface="Arial" panose="020B0604020202020204" pitchFamily="34" charset="0"/>
              </a:rPr>
              <a:t>route</a:t>
            </a:r>
            <a:r>
              <a:rPr lang="az-Latn-AZ" altLang="en-US" sz="1200">
                <a:latin typeface="Arial" panose="020B0604020202020204" pitchFamily="34" charset="0"/>
              </a:rPr>
              <a:t> ilə bu kontrollerə göndərəcəyik: </a:t>
            </a:r>
            <a:r>
              <a:rPr lang="az-Latn-AZ" altLang="en-US" sz="1200" b="1">
                <a:latin typeface="Arial" panose="020B0604020202020204" pitchFamily="34" charset="0"/>
              </a:rPr>
              <a:t>app\Http\Controllers\Backend\</a:t>
            </a:r>
            <a:r>
              <a:rPr lang="az-Latn-AZ" altLang="en-US" sz="1200" b="1" u="sng">
                <a:latin typeface="Arial" panose="020B0604020202020204" pitchFamily="34" charset="0"/>
              </a:rPr>
              <a:t>ChildCategoryController.php</a:t>
            </a:r>
          </a:p>
          <a:p>
            <a:pPr>
              <a:lnSpc>
                <a:spcPct val="150000"/>
              </a:lnSpc>
              <a:buNone/>
            </a:pPr>
            <a:endParaRPr lang="en-US" altLang="en-US" sz="120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78AF42-A786-B58B-7760-55C4E521F1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148"/>
          <a:stretch>
            <a:fillRect/>
          </a:stretch>
        </p:blipFill>
        <p:spPr>
          <a:xfrm>
            <a:off x="6221657" y="0"/>
            <a:ext cx="5970341" cy="68579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C23AA1-3E86-9E82-5B88-E4118EB6D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71983"/>
            <a:ext cx="4453072" cy="36860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2912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93F16-CD9C-E9C0-B81F-912DF1783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28CFC8-4643-160D-8A9C-9DBFE4EAE17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route -u yaradırıq.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BA0FD8-CBFF-AB52-B8B2-FF355D7F7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339" y="0"/>
            <a:ext cx="87096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897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6F097-EC2A-48E4-D22F-C4844724F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9D90BC-12B1-303E-5693-9CCCB57CA5F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route</a:t>
            </a:r>
            <a:r>
              <a:rPr lang="en-US" altLang="en-US" sz="1300">
                <a:latin typeface="Arial" panose="020B0604020202020204" pitchFamily="34" charset="0"/>
              </a:rPr>
              <a:t> -u </a:t>
            </a:r>
            <a:r>
              <a:rPr lang="az-Latn-AZ" altLang="en-US" sz="1300">
                <a:latin typeface="Arial" panose="020B0604020202020204" pitchFamily="34" charset="0"/>
              </a:rPr>
              <a:t>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CC32D1-5D73-561A-A5AA-2D7F0DCBF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0"/>
            <a:ext cx="6068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694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06538-4710-2CAC-0CC3-4E65D9E29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710F35-9E53-022F-30E0-D52B2FA31EC0}"/>
              </a:ext>
            </a:extLst>
          </p:cNvPr>
          <p:cNvSpPr txBox="1"/>
          <p:nvPr/>
        </p:nvSpPr>
        <p:spPr>
          <a:xfrm>
            <a:off x="108857" y="171918"/>
            <a:ext cx="11974286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$request-&gt;id </a:t>
            </a:r>
            <a:r>
              <a:rPr lang="en-US" altLang="en-US" sz="1300">
                <a:latin typeface="Arial" panose="020B0604020202020204" pitchFamily="34" charset="0"/>
              </a:rPr>
              <a:t>il</a:t>
            </a:r>
            <a:r>
              <a:rPr lang="az-Latn-AZ" altLang="en-US" sz="1300">
                <a:latin typeface="Arial" panose="020B0604020202020204" pitchFamily="34" charset="0"/>
              </a:rPr>
              <a:t>ə əldə etdiyimiz </a:t>
            </a:r>
            <a:r>
              <a:rPr lang="az-Latn-AZ" altLang="en-US" sz="1300" b="1">
                <a:latin typeface="Arial" panose="020B0604020202020204" pitchFamily="34" charset="0"/>
              </a:rPr>
              <a:t>identifikator</a:t>
            </a:r>
            <a:r>
              <a:rPr lang="az-Latn-AZ" altLang="en-US" sz="1300">
                <a:latin typeface="Arial" panose="020B0604020202020204" pitchFamily="34" charset="0"/>
              </a:rPr>
              <a:t>,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Category</a:t>
            </a:r>
            <a:r>
              <a:rPr lang="en-US" altLang="en-US" sz="1300">
                <a:latin typeface="Arial" panose="020B0604020202020204" pitchFamily="34" charset="0"/>
              </a:rPr>
              <a:t> modelinin </a:t>
            </a:r>
            <a:r>
              <a:rPr lang="en-US" altLang="en-US" sz="1300" b="1">
                <a:latin typeface="Arial" panose="020B0604020202020204" pitchFamily="34" charset="0"/>
              </a:rPr>
              <a:t>identifikatorudur</a:t>
            </a:r>
            <a:r>
              <a:rPr lang="en-US" altLang="en-US" sz="1300">
                <a:latin typeface="Arial" panose="020B0604020202020204" pitchFamily="34" charset="0"/>
              </a:rPr>
              <a:t>. </a:t>
            </a:r>
            <a:r>
              <a:rPr lang="az-Latn-AZ" altLang="en-US" sz="1300">
                <a:latin typeface="Arial" panose="020B0604020202020204" pitchFamily="34" charset="0"/>
              </a:rPr>
              <a:t>Bizdə </a:t>
            </a:r>
            <a:r>
              <a:rPr lang="en-US" altLang="en-US" sz="1300" b="1">
                <a:latin typeface="Arial" panose="020B0604020202020204" pitchFamily="34" charset="0"/>
              </a:rPr>
              <a:t>where() </a:t>
            </a:r>
            <a:r>
              <a:rPr lang="en-US" altLang="en-US" sz="1300">
                <a:latin typeface="Arial" panose="020B0604020202020204" pitchFamily="34" charset="0"/>
              </a:rPr>
              <a:t>metodundan istifad</a:t>
            </a:r>
            <a:r>
              <a:rPr lang="az-Latn-AZ" altLang="en-US" sz="1300">
                <a:latin typeface="Arial" panose="020B0604020202020204" pitchFamily="34" charset="0"/>
              </a:rPr>
              <a:t>ə edərək deyirik ki, harada </a:t>
            </a:r>
            <a:r>
              <a:rPr lang="az-Latn-AZ" altLang="en-US" sz="1300" b="1">
                <a:latin typeface="Arial" panose="020B0604020202020204" pitchFamily="34" charset="0"/>
              </a:rPr>
              <a:t>SubCategory</a:t>
            </a:r>
            <a:r>
              <a:rPr lang="az-Latn-AZ" altLang="en-US" sz="1300">
                <a:latin typeface="Arial" panose="020B0604020202020204" pitchFamily="34" charset="0"/>
              </a:rPr>
              <a:t> modelinin </a:t>
            </a:r>
            <a:r>
              <a:rPr lang="az-Latn-AZ" altLang="en-US" sz="1300" b="1">
                <a:latin typeface="Arial" panose="020B0604020202020204" pitchFamily="34" charset="0"/>
              </a:rPr>
              <a:t>cateogry_id </a:t>
            </a:r>
            <a:r>
              <a:rPr lang="az-Latn-AZ" altLang="en-US" sz="1300">
                <a:latin typeface="Arial" panose="020B0604020202020204" pitchFamily="34" charset="0"/>
              </a:rPr>
              <a:t>sütununun dəyərləri ilə </a:t>
            </a:r>
            <a:r>
              <a:rPr lang="en-US" altLang="en-US" sz="1300" b="1">
                <a:latin typeface="Arial" panose="020B0604020202020204" pitchFamily="34" charset="0"/>
              </a:rPr>
              <a:t>Category</a:t>
            </a:r>
            <a:r>
              <a:rPr lang="en-US" altLang="en-US" sz="1300">
                <a:latin typeface="Arial" panose="020B0604020202020204" pitchFamily="34" charset="0"/>
              </a:rPr>
              <a:t> modelinin </a:t>
            </a:r>
            <a:r>
              <a:rPr lang="az-Latn-AZ" altLang="en-US" sz="1300" b="1">
                <a:latin typeface="Arial" panose="020B0604020202020204" pitchFamily="34" charset="0"/>
              </a:rPr>
              <a:t>identifikatoru</a:t>
            </a:r>
            <a:r>
              <a:rPr lang="az-Latn-AZ" altLang="en-US" sz="1300">
                <a:latin typeface="Arial" panose="020B0604020202020204" pitchFamily="34" charset="0"/>
              </a:rPr>
              <a:t> üst-üstə düşürsə, buna uyğun gələn adları </a:t>
            </a:r>
            <a:r>
              <a:rPr lang="az-Latn-AZ" altLang="en-US" sz="1300" b="1">
                <a:latin typeface="Arial" panose="020B0604020202020204" pitchFamily="34" charset="0"/>
              </a:rPr>
              <a:t>get() </a:t>
            </a:r>
            <a:r>
              <a:rPr lang="az-Latn-AZ" altLang="en-US" sz="1300">
                <a:latin typeface="Arial" panose="020B0604020202020204" pitchFamily="34" charset="0"/>
              </a:rPr>
              <a:t>meotdu ilə əldə et.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049F2F-67DD-E804-3EDC-5F50D987B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600" y="1159346"/>
            <a:ext cx="4978400" cy="56986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3D5A38-2F17-15D4-A935-89DA3F0A1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04654"/>
            <a:ext cx="5972691" cy="425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505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A793B-6D72-6204-48CD-81151F98F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9E280F-5D64-C3AA-FFCE-4C21B5EE047D}"/>
              </a:ext>
            </a:extLst>
          </p:cNvPr>
          <p:cNvSpPr txBox="1"/>
          <p:nvPr/>
        </p:nvSpPr>
        <p:spPr>
          <a:xfrm>
            <a:off x="88405" y="208862"/>
            <a:ext cx="3015013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Məsələn, Geyim </a:t>
            </a:r>
            <a:r>
              <a:rPr lang="az-Latn-AZ" altLang="en-US" sz="1300" b="1">
                <a:latin typeface="Arial" panose="020B0604020202020204" pitchFamily="34" charset="0"/>
              </a:rPr>
              <a:t>Category</a:t>
            </a:r>
            <a:r>
              <a:rPr lang="az-Latn-AZ" altLang="en-US" sz="1300">
                <a:latin typeface="Arial" panose="020B0604020202020204" pitchFamily="34" charset="0"/>
              </a:rPr>
              <a:t> üçün</a:t>
            </a:r>
          </a:p>
          <a:p>
            <a:pPr algn="just"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subCategory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əlavə edilmədiyi üçün</a:t>
            </a:r>
          </a:p>
          <a:p>
            <a:pPr algn="just"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boş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qayıdır.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8CD381-09C1-4001-E328-08C260399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471" y="0"/>
            <a:ext cx="9009529" cy="685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2185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342AD-5CB6-5DA8-024C-1951A6DB3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985BFC-38F4-3610-2A69-A1A287DD1914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resources\views\admin\child-category\create.blade.php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Category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seçdikdə, geriyə bizə </a:t>
            </a:r>
            <a:r>
              <a:rPr lang="az-Latn-AZ" altLang="en-US" sz="1300" b="1">
                <a:latin typeface="Arial" panose="020B0604020202020204" pitchFamily="34" charset="0"/>
              </a:rPr>
              <a:t>data</a:t>
            </a:r>
            <a:r>
              <a:rPr lang="az-Latn-AZ" altLang="en-US" sz="1300">
                <a:latin typeface="Arial" panose="020B0604020202020204" pitchFamily="34" charset="0"/>
              </a:rPr>
              <a:t> return olur. Bu datanı </a:t>
            </a:r>
            <a:r>
              <a:rPr lang="az-Latn-AZ" altLang="en-US" sz="1300" b="1">
                <a:latin typeface="Arial" panose="020B0604020202020204" pitchFamily="34" charset="0"/>
              </a:rPr>
              <a:t>console</a:t>
            </a:r>
            <a:r>
              <a:rPr lang="az-Latn-AZ" altLang="en-US" sz="1300">
                <a:latin typeface="Arial" panose="020B0604020202020204" pitchFamily="34" charset="0"/>
              </a:rPr>
              <a:t> pəncərəsində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görə bilərik.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3F95FC-17A3-83BD-9F24-8C81550C0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180" y="0"/>
            <a:ext cx="500782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88B19E-0CD2-4CD7-F5B8-D209D058A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33600"/>
            <a:ext cx="5383293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657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C4B62-CB55-6636-A58C-62EF8F43A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B10755-8E12-2279-FAA2-9E098124690D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resources\views\admin\child-category\create.blade.php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sub-category</a:t>
            </a:r>
            <a:r>
              <a:rPr lang="az-Latn-AZ" altLang="en-US" sz="1300">
                <a:latin typeface="Arial" panose="020B0604020202020204" pitchFamily="34" charset="0"/>
              </a:rPr>
              <a:t> klas adı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E9FBA3-0A12-7827-ECB1-95576DDA3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5233" y="0"/>
            <a:ext cx="69967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333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978D4-6BD9-5DE8-A946-5EB47A21B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0DBF21-98C4-D039-811B-1D4CFCA3E417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resources\views\admin\child-category\create.blade.php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1A4F76-6B76-6EEE-7150-F83F10A10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63" y="0"/>
            <a:ext cx="71879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744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56B21-8167-FB13-5DD3-BFF429BF2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65B10B-9BB7-151C-C27E-6D60C3E3A9E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FFDCC1-47AF-75A6-4FEA-393E22F48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0569" y="151464"/>
            <a:ext cx="721143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8533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A5E91-7740-38D2-4162-DADCBB962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6B5BA9-B909-A52F-F966-A2B5C425E3D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88351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00F42-5DF8-3B0B-6FAA-A53124E85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A34ACD-A6BA-7E45-FC6F-1ECD3D5632D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4488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21B6C-C31E-7C57-404E-AE2B12FE4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AFB857-F9D5-BAC7-5FCD-40FFD1ADE3A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6741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7963</TotalTime>
  <Words>277</Words>
  <Application>Microsoft Office PowerPoint</Application>
  <PresentationFormat>Widescreen</PresentationFormat>
  <Paragraphs>46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376</cp:revision>
  <dcterms:created xsi:type="dcterms:W3CDTF">2025-04-12T11:00:44Z</dcterms:created>
  <dcterms:modified xsi:type="dcterms:W3CDTF">2025-08-27T05:26:51Z</dcterms:modified>
</cp:coreProperties>
</file>