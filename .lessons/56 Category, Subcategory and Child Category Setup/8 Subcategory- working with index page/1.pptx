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4" r:id="rId5"/>
    <p:sldId id="417" r:id="rId6"/>
    <p:sldId id="418" r:id="rId7"/>
    <p:sldId id="419" r:id="rId8"/>
    <p:sldId id="420" r:id="rId9"/>
    <p:sldId id="421" r:id="rId10"/>
    <p:sldId id="422" r:id="rId11"/>
    <p:sldId id="4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SubCategory </a:t>
            </a:r>
            <a:r>
              <a:rPr lang="az-Latn-AZ" altLang="en-US" sz="1300">
                <a:latin typeface="Arial" panose="020B0604020202020204" pitchFamily="34" charset="0"/>
              </a:rPr>
              <a:t>üçün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model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0F5337-09D5-A3EF-D7F1-360E0C506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8887"/>
            <a:ext cx="10488489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5512-A818-976B-9CA3-B8E8F2E14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01F3CE-637C-3226-55AC-1C128F6FBBA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SubCategory </a:t>
            </a:r>
            <a:r>
              <a:rPr lang="az-Latn-AZ" altLang="en-US" sz="1300">
                <a:latin typeface="Arial" panose="020B0604020202020204" pitchFamily="34" charset="0"/>
              </a:rPr>
              <a:t>üçün </a:t>
            </a:r>
            <a:r>
              <a:rPr lang="en-US" altLang="en-US" sz="1300" b="1">
                <a:latin typeface="Arial" panose="020B0604020202020204" pitchFamily="34" charset="0"/>
              </a:rPr>
              <a:t>datatable </a:t>
            </a:r>
            <a:r>
              <a:rPr lang="az-Latn-AZ" altLang="en-US" sz="1300">
                <a:latin typeface="Arial" panose="020B0604020202020204" pitchFamily="34" charset="0"/>
              </a:rPr>
              <a:t>yaradırıq.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FC053C-B8B8-F93B-BD47-B7DB59E9D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67103"/>
            <a:ext cx="8087854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1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2A1E8-6475-B8D9-A21D-D0AB2972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3464CB-02D3-4E5D-9BA3-26E9BD420D1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-də istifadə edilən şablonları, </a:t>
            </a:r>
            <a:r>
              <a:rPr lang="az-Latn-AZ" altLang="en-US" sz="1300" b="1">
                <a:latin typeface="Arial" panose="020B0604020202020204" pitchFamily="34" charset="0"/>
              </a:rPr>
              <a:t>SubCategory</a:t>
            </a:r>
            <a:r>
              <a:rPr lang="az-Latn-AZ" altLang="en-US" sz="1300">
                <a:latin typeface="Arial" panose="020B0604020202020204" pitchFamily="34" charset="0"/>
              </a:rPr>
              <a:t> adında qovluq yaradaraq bu qovluğa kopyalayırıq.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F81BF-9E7B-3CC6-07A4-87DF186FC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954" y="0"/>
            <a:ext cx="1833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6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5878285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database\migrations\2025_08_20_033135_create_sub_categories_table.php </a:t>
            </a:r>
            <a:r>
              <a:rPr lang="az-Latn-AZ" altLang="en-US" sz="1200">
                <a:latin typeface="Arial" panose="020B0604020202020204" pitchFamily="34" charset="0"/>
              </a:rPr>
              <a:t>cədvəlində göstəriləcək sütun adlarını təyin edirik və terminalda </a:t>
            </a:r>
            <a:r>
              <a:rPr lang="az-Latn-AZ" altLang="en-US" sz="1200" b="1">
                <a:latin typeface="Arial" panose="020B0604020202020204" pitchFamily="34" charset="0"/>
              </a:rPr>
              <a:t>migrate</a:t>
            </a:r>
            <a:r>
              <a:rPr lang="az-Latn-AZ" altLang="en-US" sz="1200">
                <a:latin typeface="Arial" panose="020B0604020202020204" pitchFamily="34" charset="0"/>
              </a:rPr>
              <a:t> əmri ilə </a:t>
            </a:r>
            <a:r>
              <a:rPr lang="az-Latn-AZ" altLang="en-US" sz="1200" b="1">
                <a:latin typeface="Arial" panose="020B0604020202020204" pitchFamily="34" charset="0"/>
              </a:rPr>
              <a:t>sub_categories </a:t>
            </a:r>
            <a:r>
              <a:rPr lang="az-Latn-AZ" altLang="en-US" sz="1200">
                <a:latin typeface="Arial" panose="020B0604020202020204" pitchFamily="34" charset="0"/>
              </a:rPr>
              <a:t>cədvəlini, verilənlər bazasına yerləşdiririk.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23EF7A-B7C6-4262-64FA-91B1DAD01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7801"/>
            <a:ext cx="5421803" cy="8891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9B4453-CD16-2A07-B663-C1E0A5508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950" y="0"/>
            <a:ext cx="5970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8D7D-CEAE-3C13-9C8C-9626CEF8C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19C4AF-5287-AC68-5B6D-6C08E367BB4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routes\admin.php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-də, </a:t>
            </a:r>
            <a:r>
              <a:rPr lang="az-Latn-AZ" altLang="en-US" sz="1300" b="1">
                <a:latin typeface="Arial" panose="020B0604020202020204" pitchFamily="34" charset="0"/>
              </a:rPr>
              <a:t>SubCategory</a:t>
            </a:r>
            <a:r>
              <a:rPr lang="az-Latn-AZ" altLang="en-US" sz="1300">
                <a:latin typeface="Arial" panose="020B0604020202020204" pitchFamily="34" charset="0"/>
              </a:rPr>
              <a:t> üçün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-lar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9C5AAE-8504-592D-248F-976A1698F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418" y="929598"/>
            <a:ext cx="9088582" cy="592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164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706D-94FB-A76E-6398-1C40353E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5ECEA7-F38C-A47E-7F0E-273F9DAB73C9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resources\views\admin\sub-category\</a:t>
            </a:r>
            <a:r>
              <a:rPr lang="en-US" altLang="en-US" sz="1300" b="1" u="sng">
                <a:latin typeface="Arial" panose="020B0604020202020204" pitchFamily="34" charset="0"/>
              </a:rPr>
              <a:t>index.blade.php</a:t>
            </a:r>
            <a:r>
              <a:rPr lang="az-Latn-AZ" altLang="en-US" sz="1300">
                <a:latin typeface="Arial" panose="020B0604020202020204" pitchFamily="34" charset="0"/>
              </a:rPr>
              <a:t>` şablonunu çağırmaq üçün,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resources\views\admin\layouts\</a:t>
            </a:r>
            <a:r>
              <a:rPr lang="en-US" altLang="en-US" sz="1300" b="1" u="sng">
                <a:latin typeface="Arial" panose="020B0604020202020204" pitchFamily="34" charset="0"/>
              </a:rPr>
              <a:t>sidebar.blade.php</a:t>
            </a:r>
            <a:r>
              <a:rPr lang="az-Latn-AZ" altLang="en-US" sz="1300">
                <a:latin typeface="Arial" panose="020B0604020202020204" pitchFamily="34" charset="0"/>
              </a:rPr>
              <a:t>` faylında olan </a:t>
            </a:r>
            <a:r>
              <a:rPr lang="en-US" altLang="en-US" sz="1300" b="1">
                <a:latin typeface="Arial" panose="020B0604020202020204" pitchFamily="34" charset="0"/>
              </a:rPr>
              <a:t>&lt;a&gt; </a:t>
            </a:r>
            <a:r>
              <a:rPr lang="az-Latn-AZ" altLang="en-US" sz="1300">
                <a:latin typeface="Arial" panose="020B0604020202020204" pitchFamily="34" charset="0"/>
              </a:rPr>
              <a:t>elementinə `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route('admin.sub-category.index’)</a:t>
            </a:r>
            <a:r>
              <a:rPr lang="az-Latn-AZ" altLang="en-US" sz="1300">
                <a:latin typeface="Arial" panose="020B0604020202020204" pitchFamily="34" charset="0"/>
              </a:rPr>
              <a:t>` adlı routu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B3241-8681-A70F-1BEB-EA987C35F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706" y="1671782"/>
            <a:ext cx="9396294" cy="518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24C03-D92D-E179-AD4D-B45532EE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B4E3DA-E9B9-2650-BBC2-51A82BE95400}"/>
              </a:ext>
            </a:extLst>
          </p:cNvPr>
          <p:cNvSpPr txBox="1"/>
          <p:nvPr/>
        </p:nvSpPr>
        <p:spPr>
          <a:xfrm>
            <a:off x="0" y="190392"/>
            <a:ext cx="8209708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&lt;a&gt; </a:t>
            </a:r>
            <a:r>
              <a:rPr lang="az-Latn-AZ" altLang="en-US" sz="1300">
                <a:latin typeface="Arial" panose="020B0604020202020204" pitchFamily="34" charset="0"/>
              </a:rPr>
              <a:t>elementinə klikləndikdə, həmin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`</a:t>
            </a:r>
            <a:r>
              <a:rPr lang="az-Latn-AZ" altLang="en-US" sz="1300" b="1">
                <a:latin typeface="Arial" panose="020B0604020202020204" pitchFamily="34" charset="0"/>
              </a:rPr>
              <a:t>app\Http\Controllers\Backend\</a:t>
            </a:r>
            <a:r>
              <a:rPr lang="az-Latn-AZ" altLang="en-US" sz="1300" b="1" u="sng">
                <a:latin typeface="Arial" panose="020B0604020202020204" pitchFamily="34" charset="0"/>
              </a:rPr>
              <a:t>SubCategoryController.php</a:t>
            </a:r>
            <a:r>
              <a:rPr lang="az-Latn-AZ" altLang="en-US" sz="1300">
                <a:latin typeface="Arial" panose="020B0604020202020204" pitchFamily="34" charset="0"/>
              </a:rPr>
              <a:t>` adlı kontrollerin </a:t>
            </a:r>
            <a:r>
              <a:rPr lang="az-Latn-AZ" altLang="en-US" sz="1300" b="1">
                <a:latin typeface="Arial" panose="020B0604020202020204" pitchFamily="34" charset="0"/>
              </a:rPr>
              <a:t>index() </a:t>
            </a:r>
            <a:r>
              <a:rPr lang="az-Latn-AZ" altLang="en-US" sz="1300">
                <a:latin typeface="Arial" panose="020B0604020202020204" pitchFamily="34" charset="0"/>
              </a:rPr>
              <a:t>metodunu işə salır və şablon yüklənir.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B99749-8588-46F3-A3D4-A50F6EFB6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708" y="0"/>
            <a:ext cx="39822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58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3CFDF-A285-2084-D3BD-DB03612C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1CF118-625A-9C63-F534-D15AFD09F066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>
                <a:latin typeface="Arial" panose="020B0604020202020204" pitchFamily="34" charset="0"/>
              </a:rPr>
              <a:t>resources\views\admin\sub-category\index.blade.php</a:t>
            </a:r>
            <a:r>
              <a:rPr lang="az-Latn-AZ" altLang="en-US" sz="1300">
                <a:latin typeface="Arial" panose="020B0604020202020204" pitchFamily="34" charset="0"/>
              </a:rPr>
              <a:t>` şablonunda, çox bir dəyişiklik etmirik. Sonra edəcəyik.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İndilik isə, qırmızı ilə işarətlənən yerləri dəyişdirdik.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DC329-B87D-A4D9-6695-90D721771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456" y="1414847"/>
            <a:ext cx="6664544" cy="544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2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D0D51-EAD9-C870-B036-E015C7710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40E685-66F8-0E47-8676-EC7CA8C7828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3C84E1-B0B8-5BC5-8F36-18D4D4F44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743"/>
            <a:ext cx="12192000" cy="35825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3946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B3941-1D82-4E0C-1CBB-C08E16B50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A102C6-550A-0FF4-E492-498667FA69F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DB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56C15E-1D94-43B0-31C9-C8E9C8812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32" y="1857155"/>
            <a:ext cx="10955279" cy="31436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4108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5822</TotalTime>
  <Words>202</Words>
  <Application>Microsoft Office PowerPoint</Application>
  <PresentationFormat>Widescreen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362</cp:revision>
  <dcterms:created xsi:type="dcterms:W3CDTF">2025-04-12T11:00:44Z</dcterms:created>
  <dcterms:modified xsi:type="dcterms:W3CDTF">2025-08-20T11:24:34Z</dcterms:modified>
</cp:coreProperties>
</file>