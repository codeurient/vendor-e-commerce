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EDIT </a:t>
            </a:r>
            <a:r>
              <a:rPr lang="az-Latn-AZ" altLang="en-US" sz="1300">
                <a:latin typeface="Arial" panose="020B0604020202020204" pitchFamily="34" charset="0"/>
              </a:rPr>
              <a:t>şablonunu hazır edirik.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create şablonu ilə eyni olduğu 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üçün, həmin şablonu</a:t>
            </a:r>
            <a:r>
              <a:rPr lang="az-Latn-AZ" altLang="en-US" sz="1300">
                <a:latin typeface="Arial" panose="020B0604020202020204" pitchFamily="34" charset="0"/>
              </a:rPr>
              <a:t>, edit faylına 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past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677D1D-9FB5-6273-CF99-7834F504B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868" y="0"/>
            <a:ext cx="91871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app\Http\Controllers\Backend\ChildCategoryController.php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89250A-E0A9-E354-25F7-218F13722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567" y="0"/>
            <a:ext cx="6661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4F983-1E7E-2FD8-A70B-8909FF92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81C772-EE85-7F82-2E22-8DA1C5ABB4A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resources\views\admin\child-category\edit.blade.php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53817A-F844-5D0E-32C7-D4A60F659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691" y="887200"/>
            <a:ext cx="9781309" cy="597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08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B5C94-5051-0B20-9BAE-95336D1AF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EB7F34-4456-D581-49FD-1E4835CC436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app\Http\Controllers\Backend\ChildCategoryController.php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C60CCD-E0F8-75BD-0BB2-7609BC384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444" y="0"/>
            <a:ext cx="71565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57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B083-066F-FA09-F9D1-183B62564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A7EB65-46F2-03DA-0B3E-BC3E18BF9F4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5462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5673</TotalTime>
  <Words>57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356</cp:revision>
  <dcterms:created xsi:type="dcterms:W3CDTF">2025-04-12T11:00:44Z</dcterms:created>
  <dcterms:modified xsi:type="dcterms:W3CDTF">2025-08-28T07:35:00Z</dcterms:modified>
</cp:coreProperties>
</file>