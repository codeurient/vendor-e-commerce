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resources\views\admin\child-category\create.blade.php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A894F-1135-3BF0-2B79-CC269EBA1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40" y="0"/>
            <a:ext cx="6922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database\migrations\2025_08_23_043341_create_child_categories_table.php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B3341-B738-8F41-AC2C-DBEA35462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886" y="846886"/>
            <a:ext cx="6373114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771AE-DDF7-2CFC-9BBD-8EB723229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136B7E-30F9-F55C-D936-92A857615B3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F21C7-B093-5042-DF0D-C5A8CC9C8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1" y="2638314"/>
            <a:ext cx="10078857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5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B545C-3EAE-F746-8A75-4C31FB061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DDC6AF-8345-B19C-9C5D-360FC74F779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app\Http\Controllers\Backend\ChildCategoryController.php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A64D5-394A-C587-C6E6-4D24E2DAB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701" y="0"/>
            <a:ext cx="4078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9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3EEE0-0F6F-418A-72CD-08EB9EB2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14B0F6-F7F1-F200-4EE5-EED323A6671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F0B06-5CBB-23F2-A005-66FF202C6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51091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89E8DD-EBA0-0315-133A-8ABCC36879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768" b="22801"/>
          <a:stretch>
            <a:fillRect/>
          </a:stretch>
        </p:blipFill>
        <p:spPr>
          <a:xfrm>
            <a:off x="5747159" y="2180181"/>
            <a:ext cx="6430838" cy="21520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ACFD27E0-E605-2D0B-961B-C5E220A75EF6}"/>
              </a:ext>
            </a:extLst>
          </p:cNvPr>
          <p:cNvSpPr/>
          <p:nvPr/>
        </p:nvSpPr>
        <p:spPr>
          <a:xfrm>
            <a:off x="4890507" y="3017227"/>
            <a:ext cx="517236" cy="47798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66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A7F1-C9AC-8F97-5EBB-67645514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BE0963-4809-C267-EA47-7E423CA2F7B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app\Http\Controllers\Backend\ChildCategoryController.php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6487E3-6E2C-38A7-0FB4-A9E989D30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469" y="0"/>
            <a:ext cx="47875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9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25950-EE05-5072-8296-E6E644D42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24256B-9107-3B3B-126F-286F01E8DF3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A1FD8D-60FB-2DCA-2D26-60670E9B6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84" y="0"/>
            <a:ext cx="5773830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866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359F9-0FA4-247A-03A4-7A6C61B21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9F723-CF18-6ACE-82E1-02EA05186C3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8D701-2C41-C1F3-05F5-EB8284782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99247"/>
            <a:ext cx="12192000" cy="36595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704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7844-1D98-49B8-F11C-58F095DCF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2F0EC4-6B51-94ED-F601-043F380CC3E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363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B377A-5DFC-C8D0-186F-F2686D54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E3584D-4572-9452-DAC3-7D6309F4160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6273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4567</TotalTime>
  <Words>57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355</cp:revision>
  <dcterms:created xsi:type="dcterms:W3CDTF">2025-04-12T11:00:44Z</dcterms:created>
  <dcterms:modified xsi:type="dcterms:W3CDTF">2025-08-27T06:05:03Z</dcterms:modified>
</cp:coreProperties>
</file>