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00" r:id="rId3"/>
    <p:sldId id="41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>
                <a:latin typeface="Arial" panose="020B0604020202020204" pitchFamily="34" charset="0"/>
              </a:rPr>
              <a:t>resources\views\admin\sub-category\index.blade.php</a:t>
            </a:r>
          </a:p>
          <a:p>
            <a:pPr marL="342900" indent="-342900">
              <a:lnSpc>
                <a:spcPct val="150000"/>
              </a:lnSpc>
              <a:buAutoNum type="arabicParenR"/>
            </a:pPr>
            <a:r>
              <a:rPr lang="en-US" altLang="en-US" sz="1300">
                <a:latin typeface="Arial" panose="020B0604020202020204" pitchFamily="34" charset="0"/>
              </a:rPr>
              <a:t>app\Http\Controllers\Backend\SubCategoryController.php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547D3E-8B7B-FE23-4DBE-C3DA80D28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8" y="1460240"/>
            <a:ext cx="9421091" cy="53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B9D8-0E45-FA68-F76F-3C61845AC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760074-CF6F-B9E8-6689-401A03CEEFF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6469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4623</TotalTime>
  <Words>26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2025-08-22T17:54:41Z</dcterms:modified>
</cp:coreProperties>
</file>