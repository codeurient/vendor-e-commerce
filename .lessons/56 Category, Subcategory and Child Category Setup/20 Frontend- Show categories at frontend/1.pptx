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00" r:id="rId9"/>
    <p:sldId id="420" r:id="rId10"/>
    <p:sldId id="421" r:id="rId11"/>
    <p:sldId id="422" r:id="rId12"/>
    <p:sldId id="423" r:id="rId13"/>
    <p:sldId id="424" r:id="rId14"/>
    <p:sldId id="425" r:id="rId15"/>
    <p:sldId id="426" r:id="rId16"/>
    <p:sldId id="427" r:id="rId17"/>
    <p:sldId id="42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E1653-342D-2BB1-462D-63BB66914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0512"/>
            <a:ext cx="12192000" cy="4656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7BCDB-0E45-F34C-90DB-C2BFBD9E9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09589"/>
            <a:ext cx="12192000" cy="52668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BD25-D151-EF28-7470-186464CD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978EDF-253F-604E-1825-7947A35E4D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0729B-39FE-AA28-7D88-54C64E9C5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4582"/>
            <a:ext cx="12192000" cy="42888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07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55D2-25C3-354C-17D0-67F2840F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7E11E0-4758-3615-5149-21DA5FE472E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resources\views\frontend\layouts\menu.blade.php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2301B-6504-C0C9-4E7D-BF6FF1AC6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770" y="877454"/>
            <a:ext cx="8025229" cy="598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76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DCAC6-16FA-330D-FA17-5F3E2412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ADB6FA-B43B-E2F4-7C7E-35B91182C72C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Controllerdən də, bütün Categor -ləri göndərə bilərdik. Əslində bizim yazdığımız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@php $categories = \App\Models\Category::all(); @endphp </a:t>
            </a:r>
            <a:r>
              <a:rPr lang="az-Latn-AZ" altLang="en-US" sz="1300">
                <a:latin typeface="Arial" panose="020B0604020202020204" pitchFamily="34" charset="0"/>
              </a:rPr>
              <a:t>kodu işləyir, amma professional yanaşma sayılmır. Blade faylında birbaşa model çağırmaq MVC (Model–View–Controller) prinsipini pozur. Yəni View (blade) içində Model-dən məlumat çəkmək əvəzinə, məlumatı Controller və ya View Composer ilə göndərmək daha düzgündür.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Controller-dən göndərmək (ən sadə və məsləhətli yol)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Məsələn HomeController-də: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Bu yol ən çox istifadə olunan və təmiz yanaşmadır.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❌ Amma hər səhifədə $categories lazım olacaqsa, hər kontrollerdə 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yenidən yazmalı olursan.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1EA279-727F-5403-AE69-D7D4A1C4E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49819"/>
            <a:ext cx="6096000" cy="45081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7A56F8-0D10-CB47-AFBF-929757C10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490989"/>
            <a:ext cx="4982270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10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5189-6759-7C6F-6520-FA5432EC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FB0FB-0CD5-698C-4BBD-C04CE5AFD936}"/>
              </a:ext>
            </a:extLst>
          </p:cNvPr>
          <p:cNvSpPr txBox="1"/>
          <p:nvPr/>
        </p:nvSpPr>
        <p:spPr>
          <a:xfrm>
            <a:off x="217714" y="255046"/>
            <a:ext cx="11756571" cy="575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View Composer ilə paylaşmaq (</a:t>
            </a:r>
            <a:r>
              <a:rPr lang="en-US" altLang="en-US" sz="1300" b="1">
                <a:latin typeface="Arial" panose="020B0604020202020204" pitchFamily="34" charset="0"/>
              </a:rPr>
              <a:t>qlobal</a:t>
            </a:r>
            <a:r>
              <a:rPr lang="en-US" altLang="en-US" sz="1300">
                <a:latin typeface="Arial" panose="020B0604020202020204" pitchFamily="34" charset="0"/>
              </a:rPr>
              <a:t> etmək)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hər səhifədə </a:t>
            </a:r>
            <a:r>
              <a:rPr lang="en-US" altLang="en-US" sz="1300" b="1">
                <a:latin typeface="Arial" panose="020B0604020202020204" pitchFamily="34" charset="0"/>
              </a:rPr>
              <a:t>menu.blade.php </a:t>
            </a:r>
            <a:r>
              <a:rPr lang="en-US" altLang="en-US" sz="1300">
                <a:latin typeface="Arial" panose="020B0604020202020204" pitchFamily="34" charset="0"/>
              </a:rPr>
              <a:t>istifadə olunursa, </a:t>
            </a:r>
            <a:r>
              <a:rPr lang="en-US" altLang="en-US" sz="1300" b="1">
                <a:latin typeface="Arial" panose="020B0604020202020204" pitchFamily="34" charset="0"/>
              </a:rPr>
              <a:t>$categories</a:t>
            </a:r>
            <a:r>
              <a:rPr lang="en-US" altLang="en-US" sz="1300">
                <a:latin typeface="Arial" panose="020B0604020202020204" pitchFamily="34" charset="0"/>
              </a:rPr>
              <a:t>-i hər kontrollerdə yazmaq əvəzinə, </a:t>
            </a:r>
            <a:r>
              <a:rPr lang="en-US" altLang="en-US" sz="1300" b="1">
                <a:latin typeface="Arial" panose="020B0604020202020204" pitchFamily="34" charset="0"/>
              </a:rPr>
              <a:t>View Composer </a:t>
            </a:r>
            <a:r>
              <a:rPr lang="en-US" altLang="en-US" sz="1300">
                <a:latin typeface="Arial" panose="020B0604020202020204" pitchFamily="34" charset="0"/>
              </a:rPr>
              <a:t>istifadə edə bilərsən.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App\Providers\AppServiceProvider.php → </a:t>
            </a:r>
            <a:r>
              <a:rPr lang="en-US" altLang="en-US" sz="1300" b="1">
                <a:latin typeface="Arial" panose="020B0604020202020204" pitchFamily="34" charset="0"/>
              </a:rPr>
              <a:t>boot() </a:t>
            </a:r>
            <a:r>
              <a:rPr lang="en-US" altLang="en-US" sz="1300">
                <a:latin typeface="Arial" panose="020B0604020202020204" pitchFamily="34" charset="0"/>
              </a:rPr>
              <a:t>metoduna yaz: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Bununla artıq menu.blade.php faylına </a:t>
            </a:r>
            <a:r>
              <a:rPr lang="en-US" altLang="en-US" sz="1300" b="1">
                <a:latin typeface="Arial" panose="020B0604020202020204" pitchFamily="34" charset="0"/>
              </a:rPr>
              <a:t>$categories </a:t>
            </a:r>
            <a:r>
              <a:rPr lang="en-US" altLang="en-US" sz="1300">
                <a:latin typeface="Arial" panose="020B0604020202020204" pitchFamily="34" charset="0"/>
              </a:rPr>
              <a:t>avtomatik ötürüləcək.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Yüksək səviyyədə professional və dəqiq yol.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Hər kontrollerdə əlavə kod yazmağa ehtiyac yoxdur.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❌ Amma çox böyük layihələrdə hər səhifədə </a:t>
            </a:r>
            <a:r>
              <a:rPr lang="en-US" altLang="en-US" sz="1300" b="1">
                <a:latin typeface="Arial" panose="020B0604020202020204" pitchFamily="34" charset="0"/>
              </a:rPr>
              <a:t>$categories </a:t>
            </a:r>
            <a:r>
              <a:rPr lang="en-US" altLang="en-US" sz="1300">
                <a:latin typeface="Arial" panose="020B0604020202020204" pitchFamily="34" charset="0"/>
              </a:rPr>
              <a:t>yüklənməsi əlavə query ola bilər (</a:t>
            </a:r>
            <a:r>
              <a:rPr lang="en-US" altLang="en-US" sz="1300" b="1">
                <a:latin typeface="Arial" panose="020B0604020202020204" pitchFamily="34" charset="0"/>
              </a:rPr>
              <a:t>caching</a:t>
            </a:r>
            <a:r>
              <a:rPr lang="en-US" altLang="en-US" sz="1300">
                <a:latin typeface="Arial" panose="020B0604020202020204" pitchFamily="34" charset="0"/>
              </a:rPr>
              <a:t> istifadə etmək olar).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4F045-B687-91AC-69A5-4174D6EBA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940491"/>
            <a:ext cx="482032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2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68E32-95C3-0B1F-F97C-2031F73B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CC415E-F57E-1496-C1A6-88D8705C11FB}"/>
              </a:ext>
            </a:extLst>
          </p:cNvPr>
          <p:cNvSpPr txBox="1"/>
          <p:nvPr/>
        </p:nvSpPr>
        <p:spPr>
          <a:xfrm>
            <a:off x="217714" y="255046"/>
            <a:ext cx="11756571" cy="455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3. Service Provider ilə paylaşmaq (bütün view-lərə)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</a:t>
            </a:r>
            <a:r>
              <a:rPr lang="en-US" altLang="en-US" sz="1300" b="1">
                <a:latin typeface="Arial" panose="020B0604020202020204" pitchFamily="34" charset="0"/>
              </a:rPr>
              <a:t>$categories </a:t>
            </a:r>
            <a:r>
              <a:rPr lang="en-US" altLang="en-US" sz="1300">
                <a:latin typeface="Arial" panose="020B0604020202020204" pitchFamily="34" charset="0"/>
              </a:rPr>
              <a:t>hər yerdə lazım olacaqsa, bütün </a:t>
            </a:r>
            <a:r>
              <a:rPr lang="en-US" altLang="en-US" sz="1300" b="1">
                <a:latin typeface="Arial" panose="020B0604020202020204" pitchFamily="34" charset="0"/>
              </a:rPr>
              <a:t>view</a:t>
            </a:r>
            <a:r>
              <a:rPr lang="en-US" altLang="en-US" sz="1300">
                <a:latin typeface="Arial" panose="020B0604020202020204" pitchFamily="34" charset="0"/>
              </a:rPr>
              <a:t>-lərə göndərə bilərsən: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halda artıq hər view içində </a:t>
            </a:r>
            <a:r>
              <a:rPr lang="en-US" altLang="en-US" sz="1300" b="1">
                <a:latin typeface="Arial" panose="020B0604020202020204" pitchFamily="34" charset="0"/>
              </a:rPr>
              <a:t>$categories </a:t>
            </a:r>
            <a:r>
              <a:rPr lang="en-US" altLang="en-US" sz="1300">
                <a:latin typeface="Arial" panose="020B0604020202020204" pitchFamily="34" charset="0"/>
              </a:rPr>
              <a:t>olacaq.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Ən sadə variantdır.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❌ Amma çox istifadə edildikdə lazımsız query-lərə səbəb ola bilər.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3EE8A-1006-2AD7-AE18-64DE40CC9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93559"/>
            <a:ext cx="3677163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97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</a:t>
            </a:r>
            <a:r>
              <a:rPr lang="en-US" altLang="en-US" sz="1300" b="1">
                <a:latin typeface="Arial" panose="020B0604020202020204" pitchFamily="34" charset="0"/>
              </a:rPr>
              <a:t>$categories </a:t>
            </a:r>
            <a:r>
              <a:rPr lang="en-US" altLang="en-US" sz="1300">
                <a:latin typeface="Arial" panose="020B0604020202020204" pitchFamily="34" charset="0"/>
              </a:rPr>
              <a:t>yalnız </a:t>
            </a:r>
            <a:r>
              <a:rPr lang="en-US" altLang="en-US" sz="1300" b="1">
                <a:latin typeface="Arial" panose="020B0604020202020204" pitchFamily="34" charset="0"/>
              </a:rPr>
              <a:t>menu.blade.php </a:t>
            </a:r>
            <a:r>
              <a:rPr lang="en-US" altLang="en-US" sz="1300">
                <a:latin typeface="Arial" panose="020B0604020202020204" pitchFamily="34" charset="0"/>
              </a:rPr>
              <a:t>üçün lazımdır → </a:t>
            </a:r>
            <a:r>
              <a:rPr lang="en-US" altLang="en-US" sz="1300" b="1">
                <a:latin typeface="Arial" panose="020B0604020202020204" pitchFamily="34" charset="0"/>
              </a:rPr>
              <a:t>View Composer (#2) </a:t>
            </a:r>
            <a:r>
              <a:rPr lang="en-US" altLang="en-US" sz="1300">
                <a:latin typeface="Arial" panose="020B0604020202020204" pitchFamily="34" charset="0"/>
              </a:rPr>
              <a:t>istifadə 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sadəcə bir səhifədə lazımdırsa → </a:t>
            </a:r>
            <a:r>
              <a:rPr lang="en-US" altLang="en-US" sz="1300" b="1">
                <a:latin typeface="Arial" panose="020B0604020202020204" pitchFamily="34" charset="0"/>
              </a:rPr>
              <a:t>Controller</a:t>
            </a:r>
            <a:r>
              <a:rPr lang="en-US" altLang="en-US" sz="1300">
                <a:latin typeface="Arial" panose="020B0604020202020204" pitchFamily="34" charset="0"/>
              </a:rPr>
              <a:t>-dən (#1) göndər.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hər yerdə istifadə olunacaqsa → </a:t>
            </a:r>
            <a:r>
              <a:rPr lang="en-US" altLang="en-US" sz="1300" b="1">
                <a:latin typeface="Arial" panose="020B0604020202020204" pitchFamily="34" charset="0"/>
              </a:rPr>
              <a:t>View::share </a:t>
            </a:r>
            <a:r>
              <a:rPr lang="en-US" altLang="en-US" sz="1300">
                <a:latin typeface="Arial" panose="020B0604020202020204" pitchFamily="34" charset="0"/>
              </a:rPr>
              <a:t>(#3).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0ED3B-A377-7AAE-472E-16FBD253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144A5E-A4A3-A56B-A50B-6009A3504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resources\views\frontend\layouts\menu.blade.php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E98E0-ABD1-1BB2-8FD8-5B46A2234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862" y="0"/>
            <a:ext cx="7775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01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E61C-B6BE-D6DA-1E56-80A712249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6177FB-35FF-3BBB-B167-9D36AA2A2C6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app\Models\Category.php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8B086-8F67-39EC-FEA9-DCB13F2A4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414" y="0"/>
            <a:ext cx="5096586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49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26106-3FF5-BACE-6E48-F0ABC41F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648CBE-D5AC-21C3-0CE5-9532B685B7D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resources\views\frontend\layouts\menu.blade.php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423899-1D58-1C4D-C9F4-D1F913E6C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580" y="0"/>
            <a:ext cx="8115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54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A649-00A3-389A-3173-44BCA2A4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9FC17-B3A0-CA3C-B52A-10FB6034AB5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app\Models\SubCategory.php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CFCCD0-0D20-CAD3-A94F-7B46A9583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098" y="1809045"/>
            <a:ext cx="5029902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17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C777-16C3-416C-C638-BB60E2A3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8FDFE4-9C4B-855B-CC91-A762BF7AED3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resources\views\frontend\layouts\menu.blade.php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64B7F-AB1E-26D7-0E64-BD23A734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967" y="0"/>
            <a:ext cx="81030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72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BB28-33B7-636F-CE3D-ABED2DC0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826BE-3046-C697-BE3C-C2EF52AD00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resources\views\frontend\layouts\menu.blade.php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966BA-B006-D8D4-AAAA-BA7F3E9B1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84" y="0"/>
            <a:ext cx="7812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9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8BA4-8CB3-7760-9C2C-AF03F3C0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4C43DC-F0E9-BC19-92DA-C2630481D753}"/>
              </a:ext>
            </a:extLst>
          </p:cNvPr>
          <p:cNvSpPr txBox="1"/>
          <p:nvPr/>
        </p:nvSpPr>
        <p:spPr>
          <a:xfrm>
            <a:off x="217714" y="190391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resources\views\frontend\layouts\menu.blade.php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89119-70AA-48FC-8B8B-82A2D8900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720854"/>
            <a:ext cx="9652000" cy="613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70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90F25-48C2-319F-7A80-845D658B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E1B389-CA51-5299-466E-9816599E4CD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7350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BD9F2-5186-EC7C-F783-2E4C3BBF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651225-86D4-F19C-AFA4-C4557CD82E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3515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5740</TotalTime>
  <Words>404</Words>
  <Application>Microsoft Office PowerPoint</Application>
  <PresentationFormat>Widescreen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2025-08-30T08:05:19Z</dcterms:modified>
</cp:coreProperties>
</file>