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4" r:id="rId3"/>
    <p:sldId id="40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58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1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4533</TotalTime>
  <Words>3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351</cp:revision>
  <dcterms:created xsi:type="dcterms:W3CDTF">2025-04-12T11:00:44Z</dcterms:created>
  <dcterms:modified xsi:type="dcterms:W3CDTF">2025-06-26T13:44:28Z</dcterms:modified>
</cp:coreProperties>
</file>