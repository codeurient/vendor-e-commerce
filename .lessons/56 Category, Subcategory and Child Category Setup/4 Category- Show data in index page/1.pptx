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00" r:id="rId5"/>
    <p:sldId id="416" r:id="rId6"/>
    <p:sldId id="417" r:id="rId7"/>
    <p:sldId id="4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app\DataTables\</a:t>
            </a:r>
            <a:r>
              <a:rPr lang="en-US" altLang="en-US" sz="1300" b="1" u="sng">
                <a:latin typeface="Arial" panose="020B0604020202020204" pitchFamily="34" charset="0"/>
              </a:rPr>
              <a:t>CategoryDataTable.php</a:t>
            </a:r>
            <a:r>
              <a:rPr lang="en-US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 dəyişikliklər edərək </a:t>
            </a:r>
            <a:r>
              <a:rPr lang="en-US" altLang="en-US" sz="1300" b="1">
                <a:latin typeface="Arial" panose="020B0604020202020204" pitchFamily="34" charset="0"/>
              </a:rPr>
              <a:t>resources\views\admin\category\</a:t>
            </a:r>
            <a:r>
              <a:rPr lang="en-US" altLang="en-US" sz="1300" b="1" u="sng">
                <a:latin typeface="Arial" panose="020B0604020202020204" pitchFamily="34" charset="0"/>
              </a:rPr>
              <a:t>create.blade.php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əks etdiririk.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9B9E9-0CD8-FCB2-F609-AFFEC5C3C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327" y="865552"/>
            <a:ext cx="7333673" cy="599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orderBy(0)</a:t>
            </a:r>
            <a:r>
              <a:rPr lang="az-Latn-AZ" altLang="en-US" sz="1300">
                <a:latin typeface="Arial" panose="020B0604020202020204" pitchFamily="34" charset="0"/>
              </a:rPr>
              <a:t> metodunda 0 (sıfır) yazaraq sıralamanı dəyişdiririk. 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D41597-A775-F6F8-2F97-7660E078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852" y="0"/>
            <a:ext cx="46261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03276-F704-9816-5576-A8F7BCDE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F0BA20-4E84-87D1-01FE-9271ED4AD9B6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belədir hal-hazırda.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İşarətlənən hissədə </a:t>
            </a:r>
            <a:r>
              <a:rPr lang="az-Latn-AZ" altLang="en-US" sz="1300" b="1">
                <a:latin typeface="Arial" panose="020B0604020202020204" pitchFamily="34" charset="0"/>
              </a:rPr>
              <a:t>status</a:t>
            </a:r>
            <a:r>
              <a:rPr lang="az-Latn-AZ" altLang="en-US" sz="1300">
                <a:latin typeface="Arial" panose="020B0604020202020204" pitchFamily="34" charset="0"/>
              </a:rPr>
              <a:t> dəyəri olacaq. Statusu </a:t>
            </a:r>
            <a:r>
              <a:rPr lang="az-Latn-AZ" altLang="en-US" sz="1300" b="1">
                <a:latin typeface="Arial" panose="020B0604020202020204" pitchFamily="34" charset="0"/>
              </a:rPr>
              <a:t>checkbox</a:t>
            </a:r>
            <a:r>
              <a:rPr lang="az-Latn-AZ" altLang="en-US" sz="1300">
                <a:latin typeface="Arial" panose="020B0604020202020204" pitchFamily="34" charset="0"/>
              </a:rPr>
              <a:t> kimi edəcəyik ki, </a:t>
            </a:r>
            <a:r>
              <a:rPr lang="az-Latn-AZ" altLang="en-US" sz="1300" b="1">
                <a:latin typeface="Arial" panose="020B0604020202020204" pitchFamily="34" charset="0"/>
              </a:rPr>
              <a:t>açıb-qapada</a:t>
            </a:r>
            <a:r>
              <a:rPr lang="az-Latn-AZ" altLang="en-US" sz="1300">
                <a:latin typeface="Arial" panose="020B0604020202020204" pitchFamily="34" charset="0"/>
              </a:rPr>
              <a:t> bilək.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B1CD49-F6F9-6A20-EAB9-0365B4EF3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9062"/>
            <a:ext cx="12192000" cy="40089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610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Checkbox</a:t>
            </a:r>
            <a:r>
              <a:rPr lang="az-Latn-AZ" altLang="en-US" sz="1300">
                <a:latin typeface="Arial" panose="020B0604020202020204" pitchFamily="34" charset="0"/>
              </a:rPr>
              <a:t> üçün işarətlənən elementi götürürük.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2930E-C4A7-E3BD-0DBA-BDB54BE69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3" y="1269182"/>
            <a:ext cx="10778835" cy="55888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F700-B56A-3B16-B8A7-0B0C2B26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9F8E24-5B06-DF02-97D2-51DFCE48DF80}"/>
              </a:ext>
            </a:extLst>
          </p:cNvPr>
          <p:cNvSpPr txBox="1"/>
          <p:nvPr/>
        </p:nvSpPr>
        <p:spPr>
          <a:xfrm>
            <a:off x="217714" y="255046"/>
            <a:ext cx="357843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CategoryDataTable.php </a:t>
            </a:r>
            <a:r>
              <a:rPr lang="az-Latn-AZ" altLang="en-US" sz="1300">
                <a:latin typeface="Arial" panose="020B0604020202020204" pitchFamily="34" charset="0"/>
              </a:rPr>
              <a:t>faylına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650DD-EFC1-F413-8EE1-1DA5FDA61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973" y="0"/>
            <a:ext cx="8279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52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CFA1D-7C75-9F39-5BE7-7A048F75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8188EE-E2D4-6C33-0380-5195A9691C1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2DA1D6-8234-3702-6142-6522E44A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4957"/>
            <a:ext cx="12192000" cy="38330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430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48265-93BE-7195-AC7B-15C3F3EC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EECC70-CD22-3344-C66B-65D41DE3279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3695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4871</TotalTime>
  <Words>73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358</cp:revision>
  <dcterms:created xsi:type="dcterms:W3CDTF">2025-04-12T11:00:44Z</dcterms:created>
  <dcterms:modified xsi:type="dcterms:W3CDTF">2025-08-18T19:09:56Z</dcterms:modified>
</cp:coreProperties>
</file>