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8" r:id="rId2"/>
    <p:sldId id="413" r:id="rId3"/>
    <p:sldId id="414" r:id="rId4"/>
    <p:sldId id="415" r:id="rId5"/>
    <p:sldId id="416" r:id="rId6"/>
    <p:sldId id="417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ACF2C-5D58-94FB-F34D-8181CB7B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AFC3F2-BCD5-2A23-44AE-BE8A49AE6F5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Stripe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latin typeface="Arial" panose="020B0604020202020204" pitchFamily="34" charset="0"/>
              </a:rPr>
              <a:t>PayPal</a:t>
            </a:r>
            <a:r>
              <a:rPr lang="az-Latn-AZ" altLang="en-US" sz="1300">
                <a:latin typeface="Arial" panose="020B0604020202020204" pitchFamily="34" charset="0"/>
              </a:rPr>
              <a:t> api -sinin quraşdırılma prosesi eyni olduğu üçün artıq onu yazmıyacam, ancaq digər slaydlarda stripe haqqında məlumatları oxuyaq.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91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Stripe vasitəsilə Azərbaycandan kimsə </a:t>
            </a:r>
            <a:r>
              <a:rPr lang="en-US" altLang="en-US" sz="1300" b="1">
                <a:latin typeface="Arial" panose="020B0604020202020204" pitchFamily="34" charset="0"/>
              </a:rPr>
              <a:t>VISA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MasterCard</a:t>
            </a:r>
            <a:r>
              <a:rPr lang="en-US" altLang="en-US" sz="1300">
                <a:latin typeface="Arial" panose="020B0604020202020204" pitchFamily="34" charset="0"/>
              </a:rPr>
              <a:t> kartı ilə ödəniş edə bilərmi?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Qısa cavab: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Bəli, Azərbaycandakı istifadəçilər Stripe vasitəsilə ödəniş edə bilərlər.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🔹 Amma siz Stripe istifadə edərək Azərbaycan rezidenti kimi Stripe hesabı yarada bilməzsiniz.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 1.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Alıcı Azərbaycandadır – Stripe ilə ödəyə bilərmi?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Bəli. Stripe alıcılar üçün heç bir ölkə məhdudiyyəti qoymur.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Stripe platforması dünyadakı bütün müştərilərdən (alıcıdan):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VISA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MasterCard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Maestro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Apple Pay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Google Pay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kimi metodlarla ödəniş qəbul edə bilir.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Şərtlər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Kart Visa/MasterCard olmalıdır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3D Secure dəstəyi olsa daha yaxşıdır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Kart beynəlxalq (international) istifadəyə açıq olmalıdır (bəzi bank kartları yalnız lokal ödənişlərə açıq olur — bu kartlarla problem yaşana bilər)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FA483-6839-C71D-44F7-98EEECE5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DA55B-6295-F4E2-9DBA-73E0FD1D4968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Satıcı Azərbaycandadır – Stripe hesabı yarada bilərmi?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Xeyr. Stripe Azərbaycanda hələ rəsmi olaraq ödəniş qəbulunu dəstəkləmir.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 siz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Stripe.com-a daxil olub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Azərbaycan adına business account və ya individual account aça bilmirsiniz.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📌 </a:t>
            </a:r>
            <a:r>
              <a:rPr lang="en-US" altLang="en-US" sz="1300" b="1">
                <a:latin typeface="Arial" panose="020B0604020202020204" pitchFamily="34" charset="0"/>
              </a:rPr>
              <a:t>Stripe-ın dəstəklədiyi ölkələr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Yalnız bu ölkələrin biri ilə vergi identifikasiyası (TIN, SSN), bank hesabı, və telefon nömrəsi təqdim edə bilsəniz, Stripe sizə hesab açar.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Nümunə ölkələr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ABŞ 🇺🇸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Böyük Britaniya 🇬🇧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Almaniya 🇩🇪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Litva 🇱🇹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Estoniya 🇪🇪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Türkiyə 🇹🇷 (Stripe Atlas ilə çətin də olsa mümkündür)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927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BB36-CB4D-40A0-CB06-B1C634A2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6B5033-5B4D-FBA2-24D1-0AAB3409151C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Nəticə: Stripe Azərbaycanda necə istifadə oluna bilər?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D61B62F-5F92-D18B-F09F-71B7072A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883466"/>
              </p:ext>
            </p:extLst>
          </p:nvPr>
        </p:nvGraphicFramePr>
        <p:xfrm>
          <a:off x="217714" y="885801"/>
          <a:ext cx="11641494" cy="4955162"/>
        </p:xfrm>
        <a:graphic>
          <a:graphicData uri="http://schemas.openxmlformats.org/drawingml/2006/table">
            <a:tbl>
              <a:tblPr/>
              <a:tblGrid>
                <a:gridCol w="4979437">
                  <a:extLst>
                    <a:ext uri="{9D8B030D-6E8A-4147-A177-3AD203B41FA5}">
                      <a16:colId xmlns:a16="http://schemas.microsoft.com/office/drawing/2014/main" val="2174907921"/>
                    </a:ext>
                  </a:extLst>
                </a:gridCol>
                <a:gridCol w="6662057">
                  <a:extLst>
                    <a:ext uri="{9D8B030D-6E8A-4147-A177-3AD203B41FA5}">
                      <a16:colId xmlns:a16="http://schemas.microsoft.com/office/drawing/2014/main" val="1205319777"/>
                    </a:ext>
                  </a:extLst>
                </a:gridCol>
              </a:tblGrid>
              <a:tr h="707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Nümunə Yol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939506"/>
                  </a:ext>
                </a:extLst>
              </a:tr>
              <a:tr h="1769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 b="1"/>
                        <a:t>Stripe Atlas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Stripe tərəfindən təqdim olunan </a:t>
                      </a:r>
                      <a:r>
                        <a:rPr lang="en-US" b="1"/>
                        <a:t>remote biznes platformasıdır.</a:t>
                      </a:r>
                      <a:r>
                        <a:rPr lang="en-US"/>
                        <a:t> ABŞ-da LLC açmaq və Stripe hesabı almaq olur. Qiymət təxminən $500.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311655"/>
                  </a:ext>
                </a:extLst>
              </a:tr>
              <a:tr h="1769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 </a:t>
                      </a:r>
                      <a:r>
                        <a:rPr lang="en-US" b="1"/>
                        <a:t>Ortaq (partnyor) ölkə və şəxs ilə açmaq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Məsələn, qohum və ya etibarlı şəxs Almaniyada və ya Türkiyədədirsə, onların adına Stripe hesab açıb, Laravel/Vue saytınızda ödənişləri yönləndirə bilərsiniz.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48115"/>
                  </a:ext>
                </a:extLst>
              </a:tr>
              <a:tr h="707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</a:t>
                      </a:r>
                      <a:r>
                        <a:rPr lang="en-US" b="1"/>
                        <a:t>Azərbaycandan birbaşa Stripe hesabı açmaq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Mümkün deyil. Stripe sizi "Unsupported country" kimi bloklayır.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3617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3350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59899-6B8E-FBD8-D0C8-2A9BF883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BB4E6-5BC5-0D92-5024-3E5951D26986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“Stripe ödəniş sistemi dünyada çox geniş istifadə olunur. İstifadəçilər, yəni alıcılar – istər Azərbaycanda, istər başqa ölkədə – öz kartları ilə ödəniş edə bilər. Amma Stripe hesabı, yəni satıcı paneli, Azərbaycanda açıla bilməz. Bunun üçün Stripe-ın dəstəklədiyi ölkələrdən birində qeydiyyatlı olmaq lazımdır.”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58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4537</TotalTime>
  <Words>386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2025-07-13T18:30:15Z</dcterms:modified>
</cp:coreProperties>
</file>