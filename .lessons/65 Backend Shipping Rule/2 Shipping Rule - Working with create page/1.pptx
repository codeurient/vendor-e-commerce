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23" r:id="rId9"/>
    <p:sldId id="424" r:id="rId10"/>
    <p:sldId id="425" r:id="rId11"/>
    <p:sldId id="426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36" r:id="rId22"/>
    <p:sldId id="419" r:id="rId23"/>
    <p:sldId id="437" r:id="rId24"/>
    <p:sldId id="438" r:id="rId25"/>
    <p:sldId id="43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86D61D-B14D-0B3A-EBE9-674CEF14C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082" y="0"/>
            <a:ext cx="78698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81AB1-4F0E-932C-24D5-4B5660DDB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950" y="0"/>
            <a:ext cx="7656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27E14-41C7-B9B7-FECD-EF75D1944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811" y="0"/>
            <a:ext cx="73763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Seçilən dəyərə görə </a:t>
            </a:r>
            <a:r>
              <a:rPr lang="az-Latn-AZ" altLang="en-US" sz="1300" b="1">
                <a:latin typeface="Arial" panose="020B0604020202020204" pitchFamily="34" charset="0"/>
              </a:rPr>
              <a:t>Minimum Order Amount </a:t>
            </a:r>
            <a:r>
              <a:rPr lang="az-Latn-AZ" altLang="en-US" sz="1300">
                <a:latin typeface="Arial" panose="020B0604020202020204" pitchFamily="34" charset="0"/>
              </a:rPr>
              <a:t>elementi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göstərilsin mi,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yoxsa göstərilməsin mi onu təyin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449D1-D3EA-74D1-38F4-73056CD5B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245" y="0"/>
            <a:ext cx="5574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500A-4675-EC65-3D95-CFBC8E3C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D46791-D1BD-C3D1-20B3-17DE8A6C5F0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EAC2E-6CB2-B92C-7857-977BD24C8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064" y="0"/>
            <a:ext cx="7355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5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EFBE-27A7-CDCC-72E9-6CE897E0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0A1306-C093-8E63-D050-1E32B1B4279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43B22-5A09-2E45-7E05-97469671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181"/>
            <a:ext cx="12192000" cy="391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57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C65B-2EBA-BA32-84CB-9F28C8FE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39CAC-E4FB-DD81-9703-C3254EF2DA9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F1149-2505-08E9-DFDB-5E0F8BB12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60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8AA7C2-F35E-00E7-BB8C-1BAF33C96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1819"/>
            <a:ext cx="12192000" cy="1876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0366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AA32-F2EA-A55A-7891-1DF71A6E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F8F8D-3C34-6C8D-1378-21E3CDABD1C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326726-CC60-0277-1088-FA93D5A64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409153"/>
            <a:ext cx="10698068" cy="60396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5878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33A1D-14FA-D3AF-C6B9-64241679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F6D595-6AF8-C6ED-F5C9-16A0AB87100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D572C4-823D-831C-C5AA-F79B966D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429" y="0"/>
            <a:ext cx="83531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3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B559-84C2-361B-FDE8-2C6C1381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E48738-C346-A33B-9971-5E766A93726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5DC0D-46F4-E4EE-8EE5-76927235A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691" y="0"/>
            <a:ext cx="9878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9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96793-90D4-B7B9-66CE-3FFF8E9B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F3FD62-A3EC-69EE-9B57-E0271364782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2055D4-C345-7AF9-2D6B-1FCFD46C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765" y="0"/>
            <a:ext cx="57384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61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F6D2-269C-D731-CC5B-0EE5248C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58AAE7-C7AF-B90C-21D7-F0F382543E3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15E515-C816-04B1-E527-9916B7BF0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34" y="0"/>
            <a:ext cx="7277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29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26DD-6084-7BE1-DD90-D6DB98A3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D85C35-FE9F-BC00-23A5-ADE2FDCA84C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C39B15-CDB1-BF3F-A96C-A58B64E48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492" y="0"/>
            <a:ext cx="6879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0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6BA2-42FA-BD19-9338-A5CA28981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58DC71-AF40-2D54-3D62-9EAA657E9E15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86F35E-4C66-4B74-E073-4C3A54A00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257" y="0"/>
            <a:ext cx="70334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6BA8-1D49-DA6D-D5E1-51EF909B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C4B257-53C4-416B-CF9B-AAC6AC38C7F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800050-A5F3-0C69-14CE-0D2754A9F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184"/>
            <a:ext cx="12192000" cy="66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CE146-3CF6-CD16-03D1-5BB27A8D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5D8136-7071-D026-ACD7-BA48719334F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05F87-149E-4B15-9076-396C0FFAD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16" y="0"/>
            <a:ext cx="11451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04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5745-6588-A95B-6443-156C2905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ACAF5E-F179-D79E-270C-EBCD71D4845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E60B58-E945-544A-90BC-A67F3F54E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0"/>
            <a:ext cx="7810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75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5EC3-734F-E38C-4870-D20D18E07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1D0FFB-9116-7C8C-2041-995BFA371BD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F8856-7D5F-C96A-3830-E5085F110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468" y="0"/>
            <a:ext cx="70130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459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D48B-23A5-5345-5B11-D3DAF365D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F52BD0-5B9D-90BD-5E80-C534E9757FE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90C02A-6680-38FF-64B7-5AC7AD097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492" y="0"/>
            <a:ext cx="7069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456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C8E6-F906-12E4-5625-051D9BBD7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7056B-2408-8F15-4B85-F77B84A1063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2EADA-031A-5A21-E3A6-4431B6935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0011"/>
            <a:ext cx="12192000" cy="41979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13783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257F-CFDA-5943-372F-B1DBA2715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04A4AA-BD05-DBEC-0798-5B06B5BC508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2B1F19-AECB-FFF5-0A6C-AA165EE43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0011"/>
            <a:ext cx="12192000" cy="419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26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C520E7-DE0A-A007-0D30-D11E5056E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0902"/>
            <a:ext cx="12192000" cy="471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DF2C-8DA1-454A-9B96-1C56A3B2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C1455-6151-DE1D-5578-7B083A043F2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D52E6B-5175-E34A-5DD0-860C8F367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276"/>
            <a:ext cx="12192000" cy="41254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4878112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6CF37-CAE7-A175-127E-194002D7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A849A9-F3F5-1D2F-2E59-ECEB2CE78E2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3826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B22C-2CC9-DD2C-BADE-71C1FFB8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A036BA-462D-BF7C-8E06-EABC55375E2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5195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5629</TotalTime>
  <Words>41</Words>
  <Application>Microsoft Office PowerPoint</Application>
  <PresentationFormat>Widescreen</PresentationFormat>
  <Paragraphs>26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401</cp:revision>
  <dcterms:created xsi:type="dcterms:W3CDTF">2025-04-12T11:00:44Z</dcterms:created>
  <dcterms:modified xsi:type="dcterms:W3CDTF">2025-12-31T06:44:49Z</dcterms:modified>
</cp:coreProperties>
</file>