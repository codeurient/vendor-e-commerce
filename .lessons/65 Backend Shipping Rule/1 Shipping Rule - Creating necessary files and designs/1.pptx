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21" r:id="rId7"/>
    <p:sldId id="422" r:id="rId8"/>
    <p:sldId id="423" r:id="rId9"/>
    <p:sldId id="4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73E1C3-58F5-B39A-E91A-2F6D44C7FB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49"/>
          <a:stretch>
            <a:fillRect/>
          </a:stretch>
        </p:blipFill>
        <p:spPr>
          <a:xfrm>
            <a:off x="1221666" y="713442"/>
            <a:ext cx="10155067" cy="9952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A8D54D3-9191-FA0C-C51F-F0336E6ECA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508"/>
          <a:stretch>
            <a:fillRect/>
          </a:stretch>
        </p:blipFill>
        <p:spPr>
          <a:xfrm>
            <a:off x="1221666" y="4184073"/>
            <a:ext cx="10155067" cy="14432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935AD4-DE45-6B58-B08D-7CE81C192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666" y="2066816"/>
            <a:ext cx="10160768" cy="172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5F046-6718-0DB1-92DF-AF63E0671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4318"/>
            <a:ext cx="12192000" cy="386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BE0EEA-A0CD-EDE1-EBA6-CDA0E6991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67" y="0"/>
            <a:ext cx="10011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FD2B12-9D42-7031-B0FB-DB741C1C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911" y="0"/>
            <a:ext cx="63881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72CA5-8695-3D89-1285-62C97A0DF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E14AB0-A144-0F02-DA6D-C96D9394BE2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5E6692-8F03-C8F6-3D82-FC307FA2E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509" y="0"/>
            <a:ext cx="6920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8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142BE-8DBE-F31C-6EDE-7BB10F668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4EEE38-3D8B-BB20-6F8D-457407DE89A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47FFC5-AE61-BF62-4670-83A370B17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72" y="0"/>
            <a:ext cx="11945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0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43A6-7339-1BB6-F050-BA85FD4C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110EB-8800-AF54-2CA6-68473C19621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A1FA30-1308-E6F5-7256-BD2AF5BBF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780"/>
            <a:ext cx="12192000" cy="414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23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F582-5C82-108A-EA19-312D6F2E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A44D1-2AA0-AE04-0FCE-0537C03A8D5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3365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5600</TotalTime>
  <Words>9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393</cp:revision>
  <dcterms:created xsi:type="dcterms:W3CDTF">2025-04-12T11:00:44Z</dcterms:created>
  <dcterms:modified xsi:type="dcterms:W3CDTF">2025-12-31T05:38:46Z</dcterms:modified>
</cp:coreProperties>
</file>