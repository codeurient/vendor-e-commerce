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5" r:id="rId2"/>
    <p:sldId id="416" r:id="rId3"/>
    <p:sldId id="417" r:id="rId4"/>
    <p:sldId id="418" r:id="rId5"/>
    <p:sldId id="420" r:id="rId6"/>
    <p:sldId id="421" r:id="rId7"/>
    <p:sldId id="422" r:id="rId8"/>
    <p:sldId id="423" r:id="rId9"/>
    <p:sldId id="41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73E1C3-58F5-B39A-E91A-2F6D44C7F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1909550"/>
            <a:ext cx="10155067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2F10-9265-F04A-C9FB-46DD1043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B2C65A-F981-FD3E-2E62-CA943357A05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D5F046-6718-0DB1-92DF-AF63E0671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94318"/>
            <a:ext cx="12192000" cy="3869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772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7394-F255-C7DA-F333-43FC302D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7E9B06-8F0F-17C6-6925-A2FDDE1785E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BE0EEA-A0CD-EDE1-EBA6-CDA0E6991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367" y="0"/>
            <a:ext cx="100112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233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1775F-562C-A9D4-8460-8992899D7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BDD00B-7046-B6FD-9AA4-2D558362BD5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FD2B12-9D42-7031-B0FB-DB741C1C1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911" y="0"/>
            <a:ext cx="63881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432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72CA5-8695-3D89-1285-62C97A0DF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E14AB0-A144-0F02-DA6D-C96D9394BE2B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5E6692-8F03-C8F6-3D82-FC307FA2E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509" y="0"/>
            <a:ext cx="69209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087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142BE-8DBE-F31C-6EDE-7BB10F668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4EEE38-3D8B-BB20-6F8D-457407DE89AB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47FFC5-AE61-BF62-4670-83A370B17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72" y="0"/>
            <a:ext cx="119450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808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543A6-7339-1BB6-F050-BA85FD4C0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E110EB-8800-AF54-2CA6-68473C19621D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A1FA30-1308-E6F5-7256-BD2AF5BBF0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8780"/>
            <a:ext cx="12192000" cy="414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223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DF582-5C82-108A-EA19-312D6F2E8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4A44D1-2AA0-AE04-0FCE-0537C03A8D58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53365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C578-E916-157D-9E34-98C92603E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E910EB-F8CF-72DB-1654-E9E111A3D87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6314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5599</TotalTime>
  <Words>9</Words>
  <Application>Microsoft Office PowerPoint</Application>
  <PresentationFormat>Widescreen</PresentationFormat>
  <Paragraphs>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392</cp:revision>
  <dcterms:created xsi:type="dcterms:W3CDTF">2025-04-12T11:00:44Z</dcterms:created>
  <dcterms:modified xsi:type="dcterms:W3CDTF">2025-12-31T05:23:02Z</dcterms:modified>
</cp:coreProperties>
</file>