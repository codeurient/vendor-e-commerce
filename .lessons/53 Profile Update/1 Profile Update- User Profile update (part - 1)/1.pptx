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8" r:id="rId4"/>
    <p:sldId id="419" r:id="rId5"/>
    <p:sldId id="416" r:id="rId6"/>
    <p:sldId id="417" r:id="rId7"/>
    <p:sldId id="414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az-Latn-AZ" altLang="en-US" sz="1300" b="1">
                <a:latin typeface="Arial" panose="020B0604020202020204" pitchFamily="34" charset="0"/>
              </a:rPr>
              <a:t>User Profilin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edilərək </a:t>
            </a:r>
            <a:r>
              <a:rPr lang="az-Latn-AZ" altLang="en-US" sz="1300" b="1">
                <a:latin typeface="Arial" panose="020B0604020202020204" pitchFamily="34" charset="0"/>
              </a:rPr>
              <a:t>ad</a:t>
            </a:r>
            <a:r>
              <a:rPr lang="az-Latn-AZ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 b="1">
                <a:latin typeface="Arial" panose="020B0604020202020204" pitchFamily="34" charset="0"/>
              </a:rPr>
              <a:t>email</a:t>
            </a:r>
            <a:r>
              <a:rPr lang="az-Latn-AZ" altLang="en-US" sz="1300">
                <a:latin typeface="Arial" panose="020B0604020202020204" pitchFamily="34" charset="0"/>
              </a:rPr>
              <a:t> və.s kimi məlumatların yenilənməsi ilə əlaqəli kodlarımızı konfiqurasiya edəcəyik.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1) İlk olaraq `</a:t>
            </a:r>
            <a:r>
              <a:rPr lang="az-Latn-AZ" altLang="en-US" sz="1300" b="1">
                <a:latin typeface="Arial" panose="020B0604020202020204" pitchFamily="34" charset="0"/>
              </a:rPr>
              <a:t>dsahboard_profile.html</a:t>
            </a:r>
            <a:r>
              <a:rPr lang="az-Latn-AZ" altLang="en-US" sz="1300">
                <a:latin typeface="Arial" panose="020B0604020202020204" pitchFamily="34" charset="0"/>
              </a:rPr>
              <a:t>` faylından lazım gələn elementləri,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</a:t>
            </a:r>
            <a:r>
              <a:rPr lang="en-US" altLang="en-US" sz="1300" b="1" u="sng">
                <a:latin typeface="Arial" panose="020B0604020202020204" pitchFamily="34" charset="0"/>
              </a:rPr>
              <a:t>profile.blade.php</a:t>
            </a:r>
            <a:r>
              <a:rPr lang="az-Latn-AZ" altLang="en-US" sz="1300">
                <a:latin typeface="Arial" panose="020B0604020202020204" pitchFamily="34" charset="0"/>
              </a:rPr>
              <a:t>` adında fayl yaradaraq həmin bu fayl içinə köçürürük.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951E1-281E-4997-13C6-9268DC171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52" y="1903444"/>
            <a:ext cx="7133548" cy="495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BF543-4AD4-93C2-0D41-993D8910F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379F80-7B21-95AB-C3D7-8B1C5D66CE9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Frontend/</a:t>
            </a:r>
            <a:r>
              <a:rPr lang="en-US" altLang="en-US" sz="1300" b="1" u="sng">
                <a:latin typeface="Arial" panose="020B0604020202020204" pitchFamily="34" charset="0"/>
              </a:rPr>
              <a:t>UserProfileController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adında controller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3FA74-1B15-609A-DEC7-9D9E292B5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2787"/>
            <a:ext cx="9154803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6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6732-64E5-ECF1-DC49-2A178B9B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115E2-B873-D62D-0F62-9952143C3142}"/>
              </a:ext>
            </a:extLst>
          </p:cNvPr>
          <p:cNvSpPr txBox="1"/>
          <p:nvPr/>
        </p:nvSpPr>
        <p:spPr>
          <a:xfrm>
            <a:off x="217714" y="13374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user/profile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səhifəsini görüntüləmək üçün,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yazırıq və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Controllerdə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həmin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-un hansı şablonu (profile.blade.php) açmasını təyin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D536DB-7571-10C0-9974-FE9A83D1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759" y="1411011"/>
            <a:ext cx="10223240" cy="54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6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3F2C-D679-59F2-355F-08FBB2E7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8369F6-29C2-7559-B4DF-4524743C8F63}"/>
              </a:ext>
            </a:extLst>
          </p:cNvPr>
          <p:cNvSpPr txBox="1"/>
          <p:nvPr/>
        </p:nvSpPr>
        <p:spPr>
          <a:xfrm>
            <a:off x="217714" y="124417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Sidebar</a:t>
            </a:r>
            <a:r>
              <a:rPr lang="en-US" altLang="en-US" sz="1300">
                <a:latin typeface="Arial" panose="020B0604020202020204" pitchFamily="34" charset="0"/>
              </a:rPr>
              <a:t> -dan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az-Latn-AZ" altLang="en-US" sz="1300">
                <a:latin typeface="Arial" panose="020B0604020202020204" pitchFamily="34" charset="0"/>
              </a:rPr>
              <a:t> elementinə klikləyərək </a:t>
            </a:r>
            <a:r>
              <a:rPr lang="az-Latn-AZ" altLang="en-US" sz="1300" b="1">
                <a:latin typeface="Arial" panose="020B0604020202020204" pitchFamily="34" charset="0"/>
              </a:rPr>
              <a:t>user</a:t>
            </a:r>
            <a:r>
              <a:rPr lang="en-US" altLang="en-US" sz="1300" b="1">
                <a:latin typeface="Arial" panose="020B0604020202020204" pitchFamily="34" charset="0"/>
              </a:rPr>
              <a:t>/profile </a:t>
            </a:r>
            <a:r>
              <a:rPr lang="az-Latn-AZ" altLang="en-US" sz="1300">
                <a:latin typeface="Arial" panose="020B0604020202020204" pitchFamily="34" charset="0"/>
              </a:rPr>
              <a:t>səhifəsinə keçid edə bilmək üçün,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resources\views\frontend\dashboard\layouts\sidebar.blade.php</a:t>
            </a:r>
            <a:r>
              <a:rPr lang="az-Latn-AZ" altLang="en-US" sz="1300">
                <a:latin typeface="Arial" panose="020B0604020202020204" pitchFamily="34" charset="0"/>
              </a:rPr>
              <a:t>` faylına şəkildəki kimi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74DA79-C597-006F-F2B4-D08F65D55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881" y="875465"/>
            <a:ext cx="9812119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87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A5EAC-AACE-2525-DE61-0E3DF1FA8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A5A629-6074-462F-6311-43154954F98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264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C2A6-73F8-92F6-51EB-846C208A9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7B4611-4FAF-2DE5-3B3C-40C5CD8483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59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4568</TotalTime>
  <Words>141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361</cp:revision>
  <dcterms:created xsi:type="dcterms:W3CDTF">2025-04-12T11:00:44Z</dcterms:created>
  <dcterms:modified xsi:type="dcterms:W3CDTF">2025-08-03T10:23:13Z</dcterms:modified>
</cp:coreProperties>
</file>