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00" r:id="rId4"/>
    <p:sldId id="415" r:id="rId5"/>
    <p:sldId id="416" r:id="rId6"/>
    <p:sldId id="417" r:id="rId7"/>
    <p:sldId id="418" r:id="rId8"/>
    <p:sldId id="419" r:id="rId9"/>
    <p:sldId id="421" r:id="rId10"/>
    <p:sldId id="422" r:id="rId11"/>
    <p:sldId id="423" r:id="rId12"/>
    <p:sldId id="424" r:id="rId13"/>
    <p:sldId id="42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 dərs </a:t>
            </a:r>
            <a:r>
              <a:rPr lang="az-Latn-AZ" altLang="en-US" sz="1300" b="1">
                <a:latin typeface="Arial" panose="020B0604020202020204" pitchFamily="34" charset="0"/>
              </a:rPr>
              <a:t>VENDOR</a:t>
            </a:r>
            <a:r>
              <a:rPr lang="az-Latn-AZ" altLang="en-US" sz="1300">
                <a:latin typeface="Arial" panose="020B0604020202020204" pitchFamily="34" charset="0"/>
              </a:rPr>
              <a:t> kimi sistemə giriş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92401A-2EBB-0060-51FA-545F2EECB3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536" y="2126896"/>
            <a:ext cx="5477639" cy="413442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5725886" cy="1555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`</a:t>
            </a:r>
            <a:r>
              <a:rPr lang="en-US" altLang="en-US" sz="1300" b="1">
                <a:latin typeface="Arial" panose="020B0604020202020204" pitchFamily="34" charset="0"/>
              </a:rPr>
              <a:t>resources\views\vendor\dashboard\dashboard.blade.php</a:t>
            </a:r>
            <a:r>
              <a:rPr lang="az-Latn-AZ" altLang="en-US" sz="1300">
                <a:latin typeface="Arial" panose="020B0604020202020204" pitchFamily="34" charset="0"/>
              </a:rPr>
              <a:t>`  faylında </a:t>
            </a:r>
            <a:r>
              <a:rPr lang="en-US" altLang="en-US" sz="1300" b="1">
                <a:latin typeface="Arial" panose="020B0604020202020204" pitchFamily="34" charset="0"/>
              </a:rPr>
              <a:t>@extends </a:t>
            </a:r>
            <a:r>
              <a:rPr lang="az-Latn-AZ" altLang="en-US" sz="1300">
                <a:latin typeface="Arial" panose="020B0604020202020204" pitchFamily="34" charset="0"/>
              </a:rPr>
              <a:t>və </a:t>
            </a:r>
            <a:r>
              <a:rPr lang="en-US" altLang="en-US" sz="1300" b="1">
                <a:latin typeface="Arial" panose="020B0604020202020204" pitchFamily="34" charset="0"/>
              </a:rPr>
              <a:t>@include </a:t>
            </a:r>
            <a:r>
              <a:rPr lang="az-Latn-AZ" altLang="en-US" sz="1300">
                <a:latin typeface="Arial" panose="020B0604020202020204" pitchFamily="34" charset="0"/>
              </a:rPr>
              <a:t>direktivlərində `</a:t>
            </a:r>
            <a:r>
              <a:rPr lang="az-Latn-AZ" altLang="en-US" sz="1300" b="1">
                <a:latin typeface="Arial" panose="020B0604020202020204" pitchFamily="34" charset="0"/>
              </a:rPr>
              <a:t>frontend</a:t>
            </a:r>
            <a:r>
              <a:rPr lang="az-Latn-AZ" altLang="en-US" sz="1300">
                <a:latin typeface="Arial" panose="020B0604020202020204" pitchFamily="34" charset="0"/>
              </a:rPr>
              <a:t>` yazılmışdı.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</a:t>
            </a:r>
            <a:r>
              <a:rPr lang="az-Latn-AZ" altLang="en-US" sz="1300">
                <a:latin typeface="Arial" panose="020B0604020202020204" pitchFamily="34" charset="0"/>
              </a:rPr>
              <a:t>nu düzəldərək `</a:t>
            </a:r>
            <a:r>
              <a:rPr lang="az-Latn-AZ" altLang="en-US" sz="1300" b="1">
                <a:latin typeface="Arial" panose="020B0604020202020204" pitchFamily="34" charset="0"/>
              </a:rPr>
              <a:t>vendor</a:t>
            </a:r>
            <a:r>
              <a:rPr lang="az-Latn-AZ" altLang="en-US" sz="1300">
                <a:latin typeface="Arial" panose="020B0604020202020204" pitchFamily="34" charset="0"/>
              </a:rPr>
              <a:t>` ilə əvəz edirik. Çünki </a:t>
            </a:r>
            <a:r>
              <a:rPr lang="az-Latn-AZ" altLang="en-US" sz="1300" b="1">
                <a:latin typeface="Arial" panose="020B0604020202020204" pitchFamily="34" charset="0"/>
              </a:rPr>
              <a:t>vendor</a:t>
            </a:r>
            <a:r>
              <a:rPr lang="az-Latn-AZ" altLang="en-US" sz="1300">
                <a:latin typeface="Arial" panose="020B0604020202020204" pitchFamily="34" charset="0"/>
              </a:rPr>
              <a:t> və </a:t>
            </a:r>
            <a:r>
              <a:rPr lang="az-Latn-AZ" altLang="en-US" sz="1300" b="1">
                <a:latin typeface="Arial" panose="020B0604020202020204" pitchFamily="34" charset="0"/>
              </a:rPr>
              <a:t>frontend</a:t>
            </a:r>
            <a:r>
              <a:rPr lang="az-Latn-AZ" altLang="en-US" sz="1300">
                <a:latin typeface="Arial" panose="020B0604020202020204" pitchFamily="34" charset="0"/>
              </a:rPr>
              <a:t> üçün istifadə edilən səhifələr fərqlidir.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18537E-B0B7-A43E-DD7E-C4DF579FD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2583" y="0"/>
            <a:ext cx="60594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6313715" cy="1555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Frontend</a:t>
            </a:r>
            <a:r>
              <a:rPr lang="az-Latn-AZ" altLang="en-US" sz="1300">
                <a:latin typeface="Arial" panose="020B0604020202020204" pitchFamily="34" charset="0"/>
              </a:rPr>
              <a:t> üçün istifadə edilən `</a:t>
            </a:r>
            <a:r>
              <a:rPr lang="az-Latn-AZ" altLang="en-US" sz="1300" b="1">
                <a:latin typeface="Arial" panose="020B0604020202020204" pitchFamily="34" charset="0"/>
              </a:rPr>
              <a:t>profile.blade.php</a:t>
            </a:r>
            <a:r>
              <a:rPr lang="az-Latn-AZ" altLang="en-US" sz="1300">
                <a:latin typeface="Arial" panose="020B0604020202020204" pitchFamily="34" charset="0"/>
              </a:rPr>
              <a:t>` səhifəsini, </a:t>
            </a:r>
            <a:r>
              <a:rPr lang="az-Latn-AZ" altLang="en-US" sz="1300" b="1">
                <a:latin typeface="Arial" panose="020B0604020202020204" pitchFamily="34" charset="0"/>
              </a:rPr>
              <a:t>vendor</a:t>
            </a:r>
            <a:r>
              <a:rPr lang="en-US" altLang="en-US" sz="1300" b="1">
                <a:latin typeface="Arial" panose="020B0604020202020204" pitchFamily="34" charset="0"/>
              </a:rPr>
              <a:t>/dashboard </a:t>
            </a:r>
            <a:r>
              <a:rPr lang="az-Latn-AZ" altLang="en-US" sz="1300">
                <a:latin typeface="Arial" panose="020B0604020202020204" pitchFamily="34" charset="0"/>
              </a:rPr>
              <a:t>səhifəsinə yükləyirik.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Burada da, </a:t>
            </a:r>
            <a:r>
              <a:rPr lang="en-US" altLang="en-US" sz="1300" b="1">
                <a:latin typeface="Arial" panose="020B0604020202020204" pitchFamily="34" charset="0"/>
              </a:rPr>
              <a:t>@extends </a:t>
            </a:r>
            <a:r>
              <a:rPr lang="az-Latn-AZ" altLang="en-US" sz="1300">
                <a:latin typeface="Arial" panose="020B0604020202020204" pitchFamily="34" charset="0"/>
              </a:rPr>
              <a:t>və </a:t>
            </a:r>
            <a:r>
              <a:rPr lang="en-US" altLang="en-US" sz="1300" b="1">
                <a:latin typeface="Arial" panose="020B0604020202020204" pitchFamily="34" charset="0"/>
              </a:rPr>
              <a:t>@include </a:t>
            </a:r>
            <a:r>
              <a:rPr lang="az-Latn-AZ" altLang="en-US" sz="1300">
                <a:latin typeface="Arial" panose="020B0604020202020204" pitchFamily="34" charset="0"/>
              </a:rPr>
              <a:t>direktivlərində `</a:t>
            </a:r>
            <a:r>
              <a:rPr lang="az-Latn-AZ" altLang="en-US" sz="1300" b="1">
                <a:latin typeface="Arial" panose="020B0604020202020204" pitchFamily="34" charset="0"/>
              </a:rPr>
              <a:t>frontend</a:t>
            </a:r>
            <a:r>
              <a:rPr lang="az-Latn-AZ" altLang="en-US" sz="1300">
                <a:latin typeface="Arial" panose="020B0604020202020204" pitchFamily="34" charset="0"/>
              </a:rPr>
              <a:t>` yazısını, `</a:t>
            </a:r>
            <a:r>
              <a:rPr lang="az-Latn-AZ" altLang="en-US" sz="1300" b="1">
                <a:latin typeface="Arial" panose="020B0604020202020204" pitchFamily="34" charset="0"/>
              </a:rPr>
              <a:t>vendor</a:t>
            </a:r>
            <a:r>
              <a:rPr lang="az-Latn-AZ" altLang="en-US" sz="1300">
                <a:latin typeface="Arial" panose="020B0604020202020204" pitchFamily="34" charset="0"/>
              </a:rPr>
              <a:t>` yazısı ilə əvəz edirik.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F88DA2-3B85-785A-1997-8D580FB53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6487" y="0"/>
            <a:ext cx="5465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5BB29-EE28-27FA-BD68-6262512D1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86BADA-641B-65BA-2785-F96048CE83F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Vendor </a:t>
            </a:r>
            <a:r>
              <a:rPr lang="az-Latn-AZ" altLang="en-US" sz="1300">
                <a:latin typeface="Arial" panose="020B0604020202020204" pitchFamily="34" charset="0"/>
              </a:rPr>
              <a:t>yarı Back olduğu üçün, onun kontrollerinidə </a:t>
            </a:r>
            <a:r>
              <a:rPr lang="az-Latn-AZ" altLang="en-US" sz="1300" b="1">
                <a:latin typeface="Arial" panose="020B0604020202020204" pitchFamily="34" charset="0"/>
              </a:rPr>
              <a:t>Backend</a:t>
            </a:r>
            <a:r>
              <a:rPr lang="az-Latn-AZ" altLang="en-US" sz="1300">
                <a:latin typeface="Arial" panose="020B0604020202020204" pitchFamily="34" charset="0"/>
              </a:rPr>
              <a:t> qovluğunda yaradırıq.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6D93E2-9A25-FB0A-0D23-3961DE7BE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86103"/>
            <a:ext cx="9345329" cy="177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734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82AFD-F27C-A8C6-4E92-AA7EC8104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AD4351-A1AA-258D-4882-77C97D5CF97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Vendor</a:t>
            </a:r>
            <a:r>
              <a:rPr lang="az-Latn-AZ" altLang="en-US" sz="1300">
                <a:latin typeface="Arial" panose="020B0604020202020204" pitchFamily="34" charset="0"/>
              </a:rPr>
              <a:t> -un </a:t>
            </a:r>
            <a:r>
              <a:rPr lang="az-Latn-AZ" altLang="en-US" sz="1300" b="1">
                <a:latin typeface="Arial" panose="020B0604020202020204" pitchFamily="34" charset="0"/>
              </a:rPr>
              <a:t>profile</a:t>
            </a:r>
            <a:r>
              <a:rPr lang="az-Latn-AZ" altLang="en-US" sz="1300">
                <a:latin typeface="Arial" panose="020B0604020202020204" pitchFamily="34" charset="0"/>
              </a:rPr>
              <a:t> səhifəsinə keçmək üçün </a:t>
            </a:r>
            <a:r>
              <a:rPr lang="az-Latn-AZ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 yazırıq və </a:t>
            </a:r>
            <a:r>
              <a:rPr lang="az-Latn-AZ" altLang="en-US" sz="1300" b="1">
                <a:latin typeface="Arial" panose="020B0604020202020204" pitchFamily="34" charset="0"/>
              </a:rPr>
              <a:t>Controller</a:t>
            </a:r>
            <a:r>
              <a:rPr lang="az-Latn-AZ" altLang="en-US" sz="1300">
                <a:latin typeface="Arial" panose="020B0604020202020204" pitchFamily="34" charset="0"/>
              </a:rPr>
              <a:t> -i konfiqurasiya edirik.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D53FB4-7700-1DC2-589C-3406DA9F3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86895"/>
            <a:ext cx="12192000" cy="2971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671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1714A-0A34-8255-1B01-67192AEB9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6529F8-EA16-D6E3-FA25-69165388EBD4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Link vasitəsi ilə keçid edə bilməmiz üçün elementlərə </a:t>
            </a:r>
            <a:r>
              <a:rPr lang="az-Latn-AZ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 -larımı yazırıq :              </a:t>
            </a:r>
            <a:r>
              <a:rPr lang="en-US" altLang="en-US" sz="1300">
                <a:latin typeface="Arial" panose="020B0604020202020204" pitchFamily="34" charset="0"/>
              </a:rPr>
              <a:t>` </a:t>
            </a:r>
            <a:r>
              <a:rPr lang="en-US" altLang="en-US" sz="1300" b="1">
                <a:latin typeface="Arial" panose="020B0604020202020204" pitchFamily="34" charset="0"/>
              </a:rPr>
              <a:t>resources\views\vendor\dashboard\layouts\</a:t>
            </a:r>
            <a:r>
              <a:rPr lang="en-US" altLang="en-US" sz="1300" b="1" u="sng">
                <a:latin typeface="Arial" panose="020B0604020202020204" pitchFamily="34" charset="0"/>
              </a:rPr>
              <a:t>sidebar.blade.php </a:t>
            </a:r>
            <a:r>
              <a:rPr lang="en-US" altLang="en-US" sz="1300">
                <a:latin typeface="Arial" panose="020B0604020202020204" pitchFamily="34" charset="0"/>
              </a:rPr>
              <a:t>` 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A770C4-73DC-81C0-5751-B5F3697530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123" y="1726162"/>
            <a:ext cx="8209877" cy="513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348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2AE8E-D0EA-7E19-863E-E1538DB90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B68C66-F2B3-4ABA-8A24-294305E6BB59}"/>
              </a:ext>
            </a:extLst>
          </p:cNvPr>
          <p:cNvSpPr txBox="1"/>
          <p:nvPr/>
        </p:nvSpPr>
        <p:spPr>
          <a:xfrm>
            <a:off x="217714" y="255046"/>
            <a:ext cx="11756571" cy="655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Vendor profile </a:t>
            </a:r>
            <a:r>
              <a:rPr lang="az-Latn-AZ" altLang="en-US" sz="1300">
                <a:latin typeface="Arial" panose="020B0604020202020204" pitchFamily="34" charset="0"/>
              </a:rPr>
              <a:t>səhifəsində </a:t>
            </a:r>
            <a:r>
              <a:rPr lang="az-Latn-AZ" altLang="en-US" sz="1300" b="1">
                <a:latin typeface="Arial" panose="020B0604020202020204" pitchFamily="34" charset="0"/>
              </a:rPr>
              <a:t>UPDATE</a:t>
            </a:r>
            <a:r>
              <a:rPr lang="az-Latn-AZ" altLang="en-US" sz="1300">
                <a:latin typeface="Arial" panose="020B0604020202020204" pitchFamily="34" charset="0"/>
              </a:rPr>
              <a:t> -lər edə bilməmiz üçün, </a:t>
            </a:r>
            <a:r>
              <a:rPr lang="az-Latn-AZ" altLang="en-US" sz="1300" b="1">
                <a:latin typeface="Arial" panose="020B0604020202020204" pitchFamily="34" charset="0"/>
              </a:rPr>
              <a:t>normal User </a:t>
            </a:r>
            <a:r>
              <a:rPr lang="az-Latn-AZ" altLang="en-US" sz="1300">
                <a:latin typeface="Arial" panose="020B0604020202020204" pitchFamily="34" charset="0"/>
              </a:rPr>
              <a:t>üçün istifadə etdiyimiz </a:t>
            </a:r>
            <a:r>
              <a:rPr lang="az-Latn-AZ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 -ları</a:t>
            </a:r>
            <a:r>
              <a:rPr lang="en-US" altLang="en-US" sz="1300">
                <a:latin typeface="Arial" panose="020B0604020202020204" pitchFamily="34" charset="0"/>
              </a:rPr>
              <a:t>, </a:t>
            </a:r>
            <a:r>
              <a:rPr lang="az-Latn-AZ" altLang="en-US" sz="1300">
                <a:latin typeface="Arial" panose="020B0604020202020204" pitchFamily="34" charset="0"/>
              </a:rPr>
              <a:t>`</a:t>
            </a:r>
            <a:r>
              <a:rPr lang="en-US" altLang="en-US" sz="1300" b="1">
                <a:latin typeface="Arial" panose="020B0604020202020204" pitchFamily="34" charset="0"/>
              </a:rPr>
              <a:t>web.php</a:t>
            </a:r>
            <a:r>
              <a:rPr lang="az-Latn-AZ" altLang="en-US" sz="1300">
                <a:latin typeface="Arial" panose="020B0604020202020204" pitchFamily="34" charset="0"/>
              </a:rPr>
              <a:t>`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faylından `</a:t>
            </a:r>
            <a:r>
              <a:rPr lang="az-Latn-AZ" altLang="en-US" sz="1300" b="1">
                <a:latin typeface="Arial" panose="020B0604020202020204" pitchFamily="34" charset="0"/>
              </a:rPr>
              <a:t>routes\vendor.php</a:t>
            </a:r>
            <a:r>
              <a:rPr lang="az-Latn-AZ" altLang="en-US" sz="1300">
                <a:latin typeface="Arial" panose="020B0604020202020204" pitchFamily="34" charset="0"/>
              </a:rPr>
              <a:t>` faylına köçürürük. Çünki onsuzda bu hissələr bir birinə bənzəyir. Sadəcə biraz dəyişikliklər etmək lazımdır.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FD7F7B-CBA8-D5B5-C8A9-504637B7D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23626"/>
            <a:ext cx="11745964" cy="3934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640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F374D-7489-0C93-6B99-92668C3BC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17C60B-CBF6-CE46-CE39-A754292AFFD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app\Http\Controllers\Backend\VendorProfileController.php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09AEB8F-37B7-E4BD-5019-21426596F76F}"/>
              </a:ext>
            </a:extLst>
          </p:cNvPr>
          <p:cNvGrpSpPr/>
          <p:nvPr/>
        </p:nvGrpSpPr>
        <p:grpSpPr>
          <a:xfrm>
            <a:off x="7907908" y="0"/>
            <a:ext cx="4284092" cy="6671952"/>
            <a:chOff x="2937802" y="0"/>
            <a:chExt cx="4284092" cy="6671952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9F20025-5F97-9D62-80BA-7250E561DA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37803" y="0"/>
              <a:ext cx="4284091" cy="465143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3449986-7FB6-EEB4-19A9-D4F1951C7C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37802" y="4649682"/>
              <a:ext cx="4284091" cy="202227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5125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A5FDC-79D4-E80C-1EC8-D122CDABC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38EDAA-B5A4-7443-C9C3-9C4ADEF615D8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resources\views\vendor\dashboard\profile.blade.php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8C0268-B4B6-5B9E-1896-E2CC80F09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7654" y="1026366"/>
            <a:ext cx="8194346" cy="5831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523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E2CCC-EE18-9125-F09E-689247D92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7F5503-F91F-1ECD-21E0-8D7656BE959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001281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2B487-AAB7-8161-EEDC-2B1CD2610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04FCC4-840B-DCD2-0A6A-0B9A490CF30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70946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0565A-49A4-1217-1868-8F43E77FE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4F186D-79BF-64A1-5F2A-F723F07A86B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6819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5D766-EB02-D98E-8226-2176CBA43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63A46C-50A6-30E9-F72D-9553E191B3E1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16354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5203</TotalTime>
  <Words>230</Words>
  <Application>Microsoft Office PowerPoint</Application>
  <PresentationFormat>Widescreen</PresentationFormat>
  <Paragraphs>17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368</cp:revision>
  <dcterms:created xsi:type="dcterms:W3CDTF">2025-04-12T11:00:44Z</dcterms:created>
  <dcterms:modified xsi:type="dcterms:W3CDTF">2025-08-04T07:46:47Z</dcterms:modified>
</cp:coreProperties>
</file>