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4" r:id="rId3"/>
    <p:sldId id="415" r:id="rId4"/>
    <p:sldId id="416" r:id="rId5"/>
    <p:sldId id="417" r:id="rId6"/>
    <p:sldId id="418" r:id="rId7"/>
    <p:sldId id="419" r:id="rId8"/>
    <p:sldId id="420" r:id="rId9"/>
    <p:sldId id="421" r:id="rId10"/>
    <p:sldId id="422" r:id="rId11"/>
    <p:sldId id="423" r:id="rId12"/>
    <p:sldId id="424" r:id="rId13"/>
    <p:sldId id="425" r:id="rId14"/>
    <p:sldId id="426" r:id="rId15"/>
    <p:sldId id="427" r:id="rId16"/>
    <p:sldId id="40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9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26D664-F07D-619E-946E-E2734DCD26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6257" y="0"/>
            <a:ext cx="78157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28D-9AF8-6C25-DF35-1494919186B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DDBDDE-E2C4-8F89-E9F9-6998C9842C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3163" y="0"/>
            <a:ext cx="82788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2D601-E6AB-61FB-7B7E-23DC5E8DB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34DE57-BD41-3365-3A30-961DA00443CE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B33365-5489-A16C-F36D-FA662A5C2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7216" y="1075576"/>
            <a:ext cx="9504784" cy="5782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173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D0B69-F998-1A69-32E1-F50FEF80A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63AF87A-6A62-A790-F095-39F3008720D6}"/>
              </a:ext>
            </a:extLst>
          </p:cNvPr>
          <p:cNvSpPr txBox="1"/>
          <p:nvPr/>
        </p:nvSpPr>
        <p:spPr>
          <a:xfrm>
            <a:off x="217714" y="208392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Form</a:t>
            </a:r>
            <a:r>
              <a:rPr lang="az-Latn-AZ" altLang="en-US" sz="1300">
                <a:latin typeface="Arial" panose="020B0604020202020204" pitchFamily="34" charset="0"/>
              </a:rPr>
              <a:t> elementlərini yeniləmək üçün yeni </a:t>
            </a:r>
            <a:r>
              <a:rPr lang="az-Latn-AZ" altLang="en-US" sz="1300" b="1">
                <a:latin typeface="Arial" panose="020B0604020202020204" pitchFamily="34" charset="0"/>
              </a:rPr>
              <a:t>ROUTE</a:t>
            </a:r>
            <a:r>
              <a:rPr lang="az-Latn-AZ" altLang="en-US" sz="1300">
                <a:latin typeface="Arial" panose="020B0604020202020204" pitchFamily="34" charset="0"/>
              </a:rPr>
              <a:t> yaradırıq.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91F719-2F72-156F-5E07-F03082ADA4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19418"/>
            <a:ext cx="9135750" cy="1838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540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DDD0D-66CF-D2BF-E2E4-8B76B6E24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2E9AE8C-255F-D19C-C6A3-801AF54D6C2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FORM</a:t>
            </a:r>
            <a:r>
              <a:rPr lang="en-US" altLang="en-US" sz="1300">
                <a:latin typeface="Arial" panose="020B0604020202020204" pitchFamily="34" charset="0"/>
              </a:rPr>
              <a:t> elementin</a:t>
            </a:r>
            <a:r>
              <a:rPr lang="az-Latn-AZ" altLang="en-US" sz="1300">
                <a:latin typeface="Arial" panose="020B0604020202020204" pitchFamily="34" charset="0"/>
              </a:rPr>
              <a:t>ə, `</a:t>
            </a:r>
            <a:r>
              <a:rPr lang="az-Latn-AZ" altLang="en-US" sz="1300" b="1">
                <a:latin typeface="Arial" panose="020B0604020202020204" pitchFamily="34" charset="0"/>
              </a:rPr>
              <a:t>route('user.profile.update’)</a:t>
            </a:r>
            <a:r>
              <a:rPr lang="az-Latn-AZ" altLang="en-US" sz="1300">
                <a:latin typeface="Arial" panose="020B0604020202020204" pitchFamily="34" charset="0"/>
              </a:rPr>
              <a:t>` route -urunu əlavə edirik.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Və bu route -un, 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PUT</a:t>
            </a:r>
            <a:r>
              <a:rPr lang="az-Latn-AZ" altLang="en-US" sz="1300">
                <a:latin typeface="Arial" panose="020B0604020202020204" pitchFamily="34" charset="0"/>
              </a:rPr>
              <a:t> metodu olduğunu mütləq qeyd etmək lazımdır.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C6A1A6-CAF0-3FB8-69F4-C5CE2AC7E3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223" y="1315616"/>
            <a:ext cx="8842777" cy="5542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4467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32B57-615D-705B-4D9D-D227DF6E2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E5D672F-0505-4BE7-D436-F516144972BF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Button</a:t>
            </a:r>
            <a:r>
              <a:rPr lang="az-Latn-AZ" altLang="en-US" sz="1300">
                <a:latin typeface="Arial" panose="020B0604020202020204" pitchFamily="34" charset="0"/>
              </a:rPr>
              <a:t> -u da, </a:t>
            </a:r>
            <a:r>
              <a:rPr lang="az-Latn-AZ" altLang="en-US" sz="1300" b="1">
                <a:latin typeface="Arial" panose="020B0604020202020204" pitchFamily="34" charset="0"/>
              </a:rPr>
              <a:t>form</a:t>
            </a:r>
            <a:r>
              <a:rPr lang="az-Latn-AZ" altLang="en-US" sz="1300">
                <a:latin typeface="Arial" panose="020B0604020202020204" pitchFamily="34" charset="0"/>
              </a:rPr>
              <a:t> elementinin içinə yerləşdiririk.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7F44BE-1D89-DC02-112B-7AFB8C4586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918232"/>
            <a:ext cx="9448800" cy="5939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1950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5DEDA-CD24-09E5-5121-36CCCB545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529DDF5-3B8F-4F19-8C1B-79B0576648C8}"/>
              </a:ext>
            </a:extLst>
          </p:cNvPr>
          <p:cNvSpPr txBox="1"/>
          <p:nvPr/>
        </p:nvSpPr>
        <p:spPr>
          <a:xfrm>
            <a:off x="217714" y="255046"/>
            <a:ext cx="11756571" cy="65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Bilidirm üçün istifadə etdiyimiz </a:t>
            </a:r>
            <a:r>
              <a:rPr lang="az-Latn-AZ" altLang="en-US" sz="1300" b="1">
                <a:latin typeface="Arial" panose="020B0604020202020204" pitchFamily="34" charset="0"/>
              </a:rPr>
              <a:t>toastr</a:t>
            </a:r>
            <a:r>
              <a:rPr lang="az-Latn-AZ" altLang="en-US" sz="1300">
                <a:latin typeface="Arial" panose="020B0604020202020204" pitchFamily="34" charset="0"/>
              </a:rPr>
              <a:t> paketinin </a:t>
            </a:r>
            <a:r>
              <a:rPr lang="az-Latn-AZ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linklərini</a:t>
            </a:r>
            <a:r>
              <a:rPr lang="az-Latn-AZ" altLang="en-US" sz="1300">
                <a:latin typeface="Arial" panose="020B0604020202020204" pitchFamily="34" charset="0"/>
              </a:rPr>
              <a:t>, `</a:t>
            </a:r>
            <a:r>
              <a:rPr lang="en-US" altLang="en-US" sz="1300" b="1">
                <a:latin typeface="Arial" panose="020B0604020202020204" pitchFamily="34" charset="0"/>
              </a:rPr>
              <a:t>resources\views\</a:t>
            </a:r>
            <a:r>
              <a:rPr lang="en-US" altLang="en-US" sz="1300" b="1" u="sng">
                <a:latin typeface="Arial" panose="020B0604020202020204" pitchFamily="34" charset="0"/>
              </a:rPr>
              <a:t>admin\layouts\master.blade.php</a:t>
            </a:r>
            <a:r>
              <a:rPr lang="az-Latn-AZ" altLang="en-US" sz="1300">
                <a:latin typeface="Arial" panose="020B0604020202020204" pitchFamily="34" charset="0"/>
              </a:rPr>
              <a:t>` faylından köçürürük, `</a:t>
            </a:r>
            <a:r>
              <a:rPr lang="en-US" altLang="en-US" sz="1300" b="1">
                <a:latin typeface="Arial" panose="020B0604020202020204" pitchFamily="34" charset="0"/>
              </a:rPr>
              <a:t>resources\views\</a:t>
            </a:r>
            <a:r>
              <a:rPr lang="en-US" altLang="en-US" sz="1300" b="1" u="sng">
                <a:latin typeface="Arial" panose="020B0604020202020204" pitchFamily="34" charset="0"/>
              </a:rPr>
              <a:t>frontend\dashboard\layouts\master.blade.php</a:t>
            </a:r>
            <a:r>
              <a:rPr lang="az-Latn-AZ" altLang="en-US" sz="1300">
                <a:latin typeface="Arial" panose="020B0604020202020204" pitchFamily="34" charset="0"/>
              </a:rPr>
              <a:t>` faylına.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7762F6-EDFB-51B7-F644-36FBEEA24B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4060" y="1875453"/>
            <a:ext cx="9557939" cy="4982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2654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2160E-CAA1-7AFB-2D76-A4400C825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A6E3611-5693-2AED-F340-6EE7A2FCF660}"/>
              </a:ext>
            </a:extLst>
          </p:cNvPr>
          <p:cNvSpPr txBox="1"/>
          <p:nvPr/>
        </p:nvSpPr>
        <p:spPr>
          <a:xfrm>
            <a:off x="217713" y="120603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script</a:t>
            </a:r>
            <a:r>
              <a:rPr lang="az-Latn-AZ" altLang="en-US" sz="1300">
                <a:latin typeface="Arial" panose="020B0604020202020204" pitchFamily="34" charset="0"/>
              </a:rPr>
              <a:t> linklərinidə köçürürük.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E562C3-A29A-0C3B-960F-6D2DB41228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541271"/>
            <a:ext cx="12192000" cy="6316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1031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8858F-CAB0-EA46-09AD-9C4B7691E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E6028C-28AE-D341-B1CA-15B8D4F237B8}"/>
              </a:ext>
            </a:extLst>
          </p:cNvPr>
          <p:cNvSpPr txBox="1"/>
          <p:nvPr/>
        </p:nvSpPr>
        <p:spPr>
          <a:xfrm>
            <a:off x="217714" y="255046"/>
            <a:ext cx="11756571" cy="9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`</a:t>
            </a:r>
            <a:r>
              <a:rPr lang="en-US" altLang="en-US" sz="1300" b="1">
                <a:latin typeface="Arial" panose="020B0604020202020204" pitchFamily="34" charset="0"/>
              </a:rPr>
              <a:t>app\Http\Controllers\Frontend\UserProfileController.php</a:t>
            </a:r>
            <a:r>
              <a:rPr lang="en-US" altLang="en-US" sz="1300">
                <a:latin typeface="Arial" panose="020B0604020202020204" pitchFamily="34" charset="0"/>
              </a:rPr>
              <a:t>` kontrollerin</a:t>
            </a:r>
            <a:r>
              <a:rPr lang="az-Latn-AZ" altLang="en-US" sz="1300">
                <a:latin typeface="Arial" panose="020B0604020202020204" pitchFamily="34" charset="0"/>
              </a:rPr>
              <a:t>ə, </a:t>
            </a:r>
            <a:r>
              <a:rPr lang="az-Latn-AZ" altLang="en-US" sz="1300" b="1">
                <a:latin typeface="Arial" panose="020B0604020202020204" pitchFamily="34" charset="0"/>
              </a:rPr>
              <a:t>updateProfile() </a:t>
            </a:r>
            <a:r>
              <a:rPr lang="az-Latn-AZ" altLang="en-US" sz="1300">
                <a:latin typeface="Arial" panose="020B0604020202020204" pitchFamily="34" charset="0"/>
              </a:rPr>
              <a:t>metodunu əlavə edirik. 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B77EE1-ADA4-454B-34D9-AA04528F7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1516" y="1113623"/>
            <a:ext cx="7230484" cy="5744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28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A9341-CB89-A1FA-A3F1-0A2DFEABB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5DBC4D-74A8-27FB-78E6-D67C6F51B80E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Bu mərhələyə qədər olan adıımlarda, </a:t>
            </a:r>
            <a:r>
              <a:rPr lang="az-Latn-AZ" altLang="en-US" sz="1300" b="1">
                <a:latin typeface="Arial" panose="020B0604020202020204" pitchFamily="34" charset="0"/>
              </a:rPr>
              <a:t>UPLOAD</a:t>
            </a:r>
            <a:r>
              <a:rPr lang="az-Latn-AZ" altLang="en-US" sz="1300">
                <a:latin typeface="Arial" panose="020B0604020202020204" pitchFamily="34" charset="0"/>
              </a:rPr>
              <a:t> düyməsini klikləyərək kodun (tətbiqin) işləyib işləmədiyini test edirik.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69B847-592A-D047-0C5E-7B4A6A4BE6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777883"/>
            <a:ext cx="12192000" cy="6080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1285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214D3-A485-F9C8-495A-BABEE0262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840B10-BB0D-3034-7E84-35E3D737B84F}"/>
              </a:ext>
            </a:extLst>
          </p:cNvPr>
          <p:cNvSpPr txBox="1"/>
          <p:nvPr/>
        </p:nvSpPr>
        <p:spPr>
          <a:xfrm>
            <a:off x="217715" y="255046"/>
            <a:ext cx="3131976" cy="9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Əgər fayllar əlavə ediriksə onda </a:t>
            </a:r>
            <a:r>
              <a:rPr lang="az-Latn-AZ" altLang="en-US" sz="1300" b="1">
                <a:latin typeface="Arial" panose="020B0604020202020204" pitchFamily="34" charset="0"/>
              </a:rPr>
              <a:t>form</a:t>
            </a:r>
            <a:r>
              <a:rPr lang="az-Latn-AZ" altLang="en-US" sz="1300">
                <a:latin typeface="Arial" panose="020B0604020202020204" pitchFamily="34" charset="0"/>
              </a:rPr>
              <a:t> elementinə, </a:t>
            </a:r>
            <a:r>
              <a:rPr lang="az-Latn-AZ" altLang="en-US" sz="1300" b="1">
                <a:solidFill>
                  <a:srgbClr val="0070C0"/>
                </a:solidFill>
                <a:latin typeface="Arial" panose="020B0604020202020204" pitchFamily="34" charset="0"/>
              </a:rPr>
              <a:t>enctype="multipart/form-data"</a:t>
            </a:r>
            <a:r>
              <a:rPr lang="az-Latn-AZ" altLang="en-US" sz="1300">
                <a:latin typeface="Arial" panose="020B0604020202020204" pitchFamily="34" charset="0"/>
              </a:rPr>
              <a:t>  atributunu əlavə etmək lazımdır.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377BED-5B86-0F1B-AEEB-E9A83C960B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5644" y="0"/>
            <a:ext cx="87363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8366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0539E-4F26-B890-F763-C4BFAAEC1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585FED-07EE-04E7-7AE6-A678E38D5FA0}"/>
              </a:ext>
            </a:extLst>
          </p:cNvPr>
          <p:cNvSpPr txBox="1"/>
          <p:nvPr/>
        </p:nvSpPr>
        <p:spPr>
          <a:xfrm>
            <a:off x="217715" y="255046"/>
            <a:ext cx="4503576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updateProfile() metodunu yazırıq.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7563A1-0EF4-3B0D-74DD-EA55612125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0153" y="0"/>
            <a:ext cx="73418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8763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13697-67CB-C0D0-6D30-AA7580DF8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2D2F06F-EC39-730F-6FF6-FB5AE741D577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Tətbiqi test edirik.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90DA93-4008-C3F6-FEA5-F49AF8D1B4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4980"/>
            <a:ext cx="12192000" cy="541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8770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7ECAB-44A5-135A-09F8-2E3CDA00C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55D3F03-622C-5B99-3AD8-5F82F64C8F8F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665148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8C454-9CA5-7C30-ACE0-278C8E26B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98195F2-B7A6-8777-F852-9A296565D01E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147097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4740</TotalTime>
  <Words>174</Words>
  <Application>Microsoft Office PowerPoint</Application>
  <PresentationFormat>Widescreen</PresentationFormat>
  <Paragraphs>16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372</cp:revision>
  <dcterms:created xsi:type="dcterms:W3CDTF">2025-04-12T11:00:44Z</dcterms:created>
  <dcterms:modified xsi:type="dcterms:W3CDTF">2025-08-03T14:24:36Z</dcterms:modified>
</cp:coreProperties>
</file>