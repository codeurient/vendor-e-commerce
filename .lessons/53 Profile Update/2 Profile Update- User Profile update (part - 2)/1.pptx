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7" r:id="rId7"/>
    <p:sldId id="418" r:id="rId8"/>
    <p:sldId id="41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7521F6-5DF9-A375-8ABD-53F1A24D6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464" y="0"/>
            <a:ext cx="555453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7F78B5-9A37-6FED-095C-9763A402F813}"/>
              </a:ext>
            </a:extLst>
          </p:cNvPr>
          <p:cNvSpPr txBox="1"/>
          <p:nvPr/>
        </p:nvSpPr>
        <p:spPr>
          <a:xfrm>
            <a:off x="314131" y="227054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Şablon elementlərini konfiqurasiya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C07E26-2425-CF21-38DA-98031A55C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933" y="0"/>
            <a:ext cx="704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32E8A-B184-0CFC-C4C7-D3DD85F18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978" y="0"/>
            <a:ext cx="6781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733F-8184-B7AA-314A-6D6D868B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7C3DC8-FDBA-5E2F-7BA8-A32E475F448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5FE24-27F7-C6E1-5489-127788E3C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477" y="0"/>
            <a:ext cx="7983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2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D9E7-DA84-C5E3-57E0-1C81CC15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CFA1D4-EAAC-F170-5189-AE6CB725F54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46762B-7AE5-5DE5-AD36-AA50742D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168" y="0"/>
            <a:ext cx="78578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5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94532-7463-2710-7789-90297EB9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E3E0AF-04D0-4237-F8FB-13AFD83113F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0581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A621-7FE1-2D5C-6366-48CD5157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61DF68-72D3-4972-166F-1DA6AF645D1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865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54D5E-E558-3337-064F-7DF481853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B78CE2-FD04-6FB0-3AF3-8F1A915A4DA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5823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4555</TotalTime>
  <Words>12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2025-08-03T10:58:22Z</dcterms:modified>
</cp:coreProperties>
</file>