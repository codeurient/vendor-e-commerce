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5" r:id="rId3"/>
    <p:sldId id="416" r:id="rId4"/>
    <p:sldId id="414" r:id="rId5"/>
    <p:sldId id="40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44479-0B1D-A100-C277-8B7CE71F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0D82F0-622E-BAB7-1EE7-383AEA7E990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447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550FB-2990-C3F7-C1EA-1B510B7D9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CECDAD-2724-E539-6108-4AE941F075D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846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4533</TotalTime>
  <Words>5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352</cp:revision>
  <dcterms:created xsi:type="dcterms:W3CDTF">2025-04-12T11:00:44Z</dcterms:created>
  <dcterms:modified xsi:type="dcterms:W3CDTF">2025-08-03T19:37:11Z</dcterms:modified>
</cp:coreProperties>
</file>