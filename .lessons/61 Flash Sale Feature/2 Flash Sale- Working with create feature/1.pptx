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20" r:id="rId5"/>
    <p:sldId id="421" r:id="rId6"/>
    <p:sldId id="418" r:id="rId7"/>
    <p:sldId id="422" r:id="rId8"/>
    <p:sldId id="423" r:id="rId9"/>
    <p:sldId id="424" r:id="rId10"/>
    <p:sldId id="425" r:id="rId11"/>
    <p:sldId id="41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FACE40-980F-EBD6-F911-3CDCDFFDA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58" y="0"/>
            <a:ext cx="113622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4CC97D-82CA-C1C7-E2BF-3919A7B6E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45" y="2423972"/>
            <a:ext cx="10278909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AB754-C247-3D90-2D30-54CD43334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704" y="399627"/>
            <a:ext cx="9440592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832DA-8E1B-A5C1-92B7-21C045353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B70DA-2774-13D2-C288-01A8737D660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B6D9BC-9CEF-EA65-0610-C370D5121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38" y="0"/>
            <a:ext cx="67529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871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0F713-9841-7BBB-83F8-4F9619D5D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EA9CF2-AF9A-AD92-9648-E41D0C86E7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FF9AC1-8551-035E-A2AB-9740D3219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3930"/>
            <a:ext cx="12192000" cy="601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00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AEBA97-42F2-6F3B-E7DB-F0FFC3124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805" y="0"/>
            <a:ext cx="850638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D789E-6536-1393-5EF6-2554BCFB9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39870E-88FF-6D5F-BFBB-5CC79991426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1497AB-739A-A1CE-CED5-994308240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466" y="0"/>
            <a:ext cx="93410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83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55FDC-4FD2-DC15-6EF6-B0CD3BF1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BE1CBB-51C9-7392-84AA-631548144B1B}"/>
              </a:ext>
            </a:extLst>
          </p:cNvPr>
          <p:cNvSpPr txBox="1"/>
          <p:nvPr/>
        </p:nvSpPr>
        <p:spPr>
          <a:xfrm>
            <a:off x="0" y="0"/>
            <a:ext cx="12192000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$flashSaleDate </a:t>
            </a:r>
            <a:r>
              <a:rPr lang="en-US" altLang="en-US" sz="1300">
                <a:latin typeface="Arial" panose="020B0604020202020204" pitchFamily="34" charset="0"/>
              </a:rPr>
              <a:t>mütləq mövcud olmalıdır. Əgər </a:t>
            </a:r>
            <a:r>
              <a:rPr lang="en-US" altLang="en-US" sz="1300" b="1">
                <a:latin typeface="Arial" panose="020B0604020202020204" pitchFamily="34" charset="0"/>
              </a:rPr>
              <a:t>$flashSaleDate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null</a:t>
            </a:r>
            <a:r>
              <a:rPr lang="en-US" altLang="en-US" sz="1300">
                <a:latin typeface="Arial" panose="020B0604020202020204" pitchFamily="34" charset="0"/>
              </a:rPr>
              <a:t>-dursa və ya ümumiyyətlə ötürülməyibsə, </a:t>
            </a:r>
            <a:r>
              <a:rPr lang="en-US" altLang="en-US" sz="1300" b="1" i="1">
                <a:latin typeface="Arial" panose="020B0604020202020204" pitchFamily="34" charset="0"/>
              </a:rPr>
              <a:t>error</a:t>
            </a:r>
            <a:r>
              <a:rPr lang="en-US" altLang="en-US" sz="1300">
                <a:latin typeface="Arial" panose="020B0604020202020204" pitchFamily="34" charset="0"/>
              </a:rPr>
              <a:t> (xəta) yaranacaq: </a:t>
            </a:r>
            <a:r>
              <a:rPr lang="en-US" altLang="en-US" sz="1300" b="1" i="1">
                <a:solidFill>
                  <a:srgbClr val="00B050"/>
                </a:solidFill>
                <a:latin typeface="Arial" panose="020B0604020202020204" pitchFamily="34" charset="0"/>
              </a:rPr>
              <a:t>Trying to get property 'end_date' of non-object </a:t>
            </a:r>
            <a:r>
              <a:rPr lang="en-US" altLang="en-US" sz="1300">
                <a:latin typeface="Arial" panose="020B0604020202020204" pitchFamily="34" charset="0"/>
              </a:rPr>
              <a:t>və ya </a:t>
            </a:r>
            <a:r>
              <a:rPr lang="en-US" altLang="en-US" sz="1300" b="1" i="1">
                <a:solidFill>
                  <a:srgbClr val="00B050"/>
                </a:solidFill>
                <a:latin typeface="Arial" panose="020B0604020202020204" pitchFamily="34" charset="0"/>
              </a:rPr>
              <a:t>Undefined variable</a:t>
            </a:r>
            <a:endParaRPr lang="az-Latn-AZ" altLang="en-US" sz="1300" b="1" i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@</a:t>
            </a:r>
            <a:r>
              <a:rPr lang="en-US" altLang="en-US" sz="1300">
                <a:latin typeface="Arial" panose="020B0604020202020204" pitchFamily="34" charset="0"/>
              </a:rPr>
              <a:t> simvolu, PHP-də </a:t>
            </a:r>
            <a:r>
              <a:rPr lang="en-US" altLang="en-US" sz="1300" b="1">
                <a:latin typeface="Arial" panose="020B0604020202020204" pitchFamily="34" charset="0"/>
              </a:rPr>
              <a:t>error suppression operator</a:t>
            </a:r>
            <a:r>
              <a:rPr lang="en-US" altLang="en-US" sz="1300">
                <a:latin typeface="Arial" panose="020B0604020202020204" pitchFamily="34" charset="0"/>
              </a:rPr>
              <a:t>-dur. </a:t>
            </a:r>
            <a:r>
              <a:rPr lang="en-US" altLang="en-US" sz="1300" b="1">
                <a:latin typeface="Arial" panose="020B0604020202020204" pitchFamily="34" charset="0"/>
              </a:rPr>
              <a:t>$flashSaleDate </a:t>
            </a:r>
            <a:r>
              <a:rPr lang="en-US" altLang="en-US" sz="1300">
                <a:latin typeface="Arial" panose="020B0604020202020204" pitchFamily="34" charset="0"/>
              </a:rPr>
              <a:t>yoxdursa </a:t>
            </a:r>
            <a:r>
              <a:rPr lang="az-Latn-AZ" altLang="en-US" sz="1300">
                <a:latin typeface="Arial" panose="020B0604020202020204" pitchFamily="34" charset="0"/>
              </a:rPr>
              <a:t>yaxud</a:t>
            </a:r>
            <a:r>
              <a:rPr lang="en-US" altLang="en-US" sz="1300">
                <a:latin typeface="Arial" panose="020B0604020202020204" pitchFamily="34" charset="0"/>
              </a:rPr>
              <a:t> null-dursa, xəta gizlədilir. Heç nə çıxışa yazılmır, səhifə normal açılır.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@</a:t>
            </a:r>
            <a:r>
              <a:rPr lang="en-US" altLang="en-US" sz="1300">
                <a:latin typeface="Arial" panose="020B0604020202020204" pitchFamily="34" charset="0"/>
              </a:rPr>
              <a:t> xətanı boğur (suppress edir) 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@</a:t>
            </a:r>
            <a:r>
              <a:rPr lang="en-US" altLang="en-US" sz="1300">
                <a:latin typeface="Arial" panose="020B0604020202020204" pitchFamily="34" charset="0"/>
              </a:rPr>
              <a:t> olmayan halda xəta açıq şəkildə çıxır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A0992-F1CE-2E59-7AD7-603D89D9D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64" y="1305697"/>
            <a:ext cx="8035636" cy="555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87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6D5EB-1A27-BEBB-DCB3-8AACCF30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819D00-FAC5-73E5-5CAD-C144472837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503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F587B-9739-BE60-A8BC-64EFB03C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64D225-D6A3-878B-1B6E-596E273D700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98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5608</TotalTime>
  <Words>85</Words>
  <Application>Microsoft Office PowerPoint</Application>
  <PresentationFormat>Widescreen</PresentationFormat>
  <Paragraphs>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394</cp:revision>
  <dcterms:created xsi:type="dcterms:W3CDTF">2025-04-12T11:00:44Z</dcterms:created>
  <dcterms:modified xsi:type="dcterms:W3CDTF">2025-12-25T12:23:59Z</dcterms:modified>
</cp:coreProperties>
</file>