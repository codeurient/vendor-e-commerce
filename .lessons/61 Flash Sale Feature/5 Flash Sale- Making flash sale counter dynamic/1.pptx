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23" r:id="rId9"/>
    <p:sldId id="424" r:id="rId10"/>
    <p:sldId id="4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5:28:56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13309 0 24575,'-475'22'0,"156"-4"0,-24-12 0,-109 5 0,314-2 0,-170 35 0,-881 223 0,34 103 0,-238 240 0,1130-488 0,-754 417 0,469-238 0,82-45 0,-806 509 0,104-43 0,10 37 0,1050-683 0,-333 257 0,-37 48 0,162-134 0,233-181-682,-115 121-1,178-163-6143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5T15:29:03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364 0 24575,'-1'8'0,"-1"0"0,0 0 0,0-1 0,-1 1 0,0 0 0,0-1 0,-1 0 0,-6 10 0,-2 6 0,-27 49 0,-75 103 0,65-104 0,-45 85 0,93-153 0,-3 4 0,0 1 0,0 0 0,1 0 0,0 0 0,-3 16 0,6-22 0,0 1 0,0-1 0,0 0 0,0 0 0,0 0 0,0 0 0,0 1 0,1-1 0,-1 0 0,1 0 0,0 0 0,0 0 0,-1 0 0,1 0 0,0 0 0,1-1 0,-1 1 0,0 0 0,0 0 0,1-1 0,-1 1 0,1-1 0,0 1 0,-1-1 0,1 0 0,0 1 0,0-1 0,0 0 0,0 0 0,3 1 0,19 5 0,0-1 0,0-1 0,0-1 0,1-1 0,48-1 0,-44-1 0,355 9-682,749-80-1,-1010 51-6143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C7374-D66C-B603-8759-5E1B31B1E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942" y="0"/>
            <a:ext cx="7680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3951402" y="0"/>
            <a:ext cx="248490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</a:t>
            </a:r>
            <a:r>
              <a:rPr lang="az-Latn-AZ" altLang="en-US" sz="1300">
                <a:latin typeface="Arial" panose="020B0604020202020204" pitchFamily="34" charset="0"/>
              </a:rPr>
              <a:t> metod default olaraq mövcuddur. Bunu başqa faylda çağıraraq və fərqli dəyərlər verərərk fərqli nəticələr əldə edə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D54805-8007-A89D-9C44-D17D9930754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2426522-B89B-DA40-FCAB-A1D15DAE8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6303" y="0"/>
              <a:ext cx="5755697" cy="6858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403C0A-9669-76D6-DAEC-5F44E2767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3951402" cy="68580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00BF233-8ABC-F59E-AF36-9DB2462DEB1D}"/>
                    </a:ext>
                  </a:extLst>
                </p14:cNvPr>
                <p14:cNvContentPartPr/>
                <p14:nvPr/>
              </p14:nvContentPartPr>
              <p14:xfrm>
                <a:off x="3964713" y="2770738"/>
                <a:ext cx="4791240" cy="2208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00BF233-8ABC-F59E-AF36-9DB2462DEB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58593" y="2764618"/>
                  <a:ext cx="4803480" cy="222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D382F17-067B-C77B-6304-4C028E976F8C}"/>
                  </a:ext>
                </a:extLst>
              </p14:cNvPr>
              <p14:cNvContentPartPr/>
              <p14:nvPr/>
            </p14:nvContentPartPr>
            <p14:xfrm>
              <a:off x="3831153" y="4811938"/>
              <a:ext cx="683640" cy="264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D382F17-067B-C77B-6304-4C028E976F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25033" y="4805818"/>
                <a:ext cx="695880" cy="2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46869A-8897-23EA-3881-497C36F83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211" y="0"/>
            <a:ext cx="56555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8A830-8946-4BD8-80F4-92D540CE2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315" y="0"/>
            <a:ext cx="9337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5EF8-D064-439C-5486-BE382C31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D42994-E045-9EE1-2128-74CFBBBD40F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BF8DD-3087-DD05-8414-CC8556293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092" y="0"/>
            <a:ext cx="8897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75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F6112-2EE7-2063-0D74-D844F3A4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499B29-5766-BC52-104C-A6500BA3B46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793DC-7CFB-B4BA-BBA3-2CCF06D54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408"/>
            <a:ext cx="12192000" cy="62071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517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1A71-E0B5-A172-96EC-5164C535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99228-85B4-F336-0DE3-24D4C41C7D3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998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83E9D-4731-1B7A-5318-AEE7BB0D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09BDD9-BFDC-FDBB-B2D3-42EFF8FFE84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695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B135-A49C-17F4-67B7-448DAB26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6D78D8-200E-45A1-96F7-8FFB6B3F3FE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0120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5622</TotalTime>
  <Words>29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392</cp:revision>
  <dcterms:created xsi:type="dcterms:W3CDTF">2025-04-12T11:00:44Z</dcterms:created>
  <dcterms:modified xsi:type="dcterms:W3CDTF">2025-12-26T08:17:20Z</dcterms:modified>
</cp:coreProperties>
</file>