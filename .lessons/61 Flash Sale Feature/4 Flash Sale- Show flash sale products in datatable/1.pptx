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5" r:id="rId2"/>
    <p:sldId id="416" r:id="rId3"/>
    <p:sldId id="420" r:id="rId4"/>
    <p:sldId id="417" r:id="rId5"/>
    <p:sldId id="421" r:id="rId6"/>
    <p:sldId id="422" r:id="rId7"/>
    <p:sldId id="418" r:id="rId8"/>
    <p:sldId id="423" r:id="rId9"/>
    <p:sldId id="424" r:id="rId10"/>
    <p:sldId id="425" r:id="rId11"/>
    <p:sldId id="419" r:id="rId12"/>
    <p:sldId id="429" r:id="rId13"/>
    <p:sldId id="42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AE5AA-517F-F260-892A-328B0CAF8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478110-B690-C635-530D-DC4FBFAD36C1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193010-914D-4C63-ECAA-A575CDDDBD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2192" y="0"/>
            <a:ext cx="56276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127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F2F10-9265-F04A-C9FB-46DD1043B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B2C65A-F981-FD3E-2E62-CA943357A053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2F7823-7A95-AE88-8F52-97973A77C7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673" y="0"/>
            <a:ext cx="77546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772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B7C9F-E5DC-354B-B4B8-7768C061A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8F352F8-BBD1-782A-92BD-99C66048C463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B5DC8F-24D1-A670-BDA0-809CD57A3E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528" y="0"/>
            <a:ext cx="118909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156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B7394-F255-C7DA-F333-43FC302D2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7E9B06-8F0F-17C6-6925-A2FDDE1785E7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8A6EF4-0E50-F7F3-CAA5-14BFCF8C01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432" y="0"/>
            <a:ext cx="101911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233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D23EF-6736-E4A8-3051-062A56FD0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A835E2-4330-EF82-F703-4F0D4C0ED1B6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543ADC-88B8-6DE0-83A5-7B598CAA14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131" y="0"/>
            <a:ext cx="111897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675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B1E4D-F07A-CC7F-5083-22DA006B3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605B089-B605-B7A6-883B-6F6ED5B0AD70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ADCA3C-B854-5EB7-F174-4F4E74A72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540" y="0"/>
            <a:ext cx="116069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208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1775F-562C-A9D4-8460-8992899D7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BDD00B-7046-B6FD-9AA4-2D558362BD59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resources\views\admin\flash-sale\index.blade.php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C4A441-82E9-980A-7BE7-D4BC2F57B8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2497"/>
            <a:ext cx="12192000" cy="553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4320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67511-D9B1-FD17-E0F6-C456DCBF8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37AD95-8A65-65F1-987A-EBFDAB6C591F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resources\views\admin\flash-sale\index.blade.php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C448DA-0E22-FF34-49B4-C61EE55502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4000"/>
            <a:ext cx="12192000" cy="63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064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5DFC9-8876-E14E-39E8-3A90DD04B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F422AE-C642-1AF1-E2F6-1E56739AD6E9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1F53BB-5029-A7E9-784F-86D34284DA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3153" y="0"/>
            <a:ext cx="80056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977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63382-4678-B888-D50D-2D35B9835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7AD7A6-46FC-4233-523C-9623CDFB63AB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ECCCE8-31DD-2864-7D31-3F2FD1173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9525"/>
            <a:ext cx="12192000" cy="623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6606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FC578-E916-157D-9E34-98C92603E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E910EB-F8CF-72DB-1654-E9E111A3D87E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094AA9-22BA-BAF9-91E1-BD1E301538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2590"/>
            <a:ext cx="12192000" cy="609282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6163149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8D4FC-BB50-544E-68B4-0363BB8FE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28C29CD-206B-8CD1-1868-474079E01D71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518177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6C63A-5B84-22A3-CC56-E3B4EDD4F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8AE81DB-F1B3-B029-8003-97749F59D8DF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758690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5669</TotalTime>
  <Words>37</Words>
  <Application>Microsoft Office PowerPoint</Application>
  <PresentationFormat>Widescreen</PresentationFormat>
  <Paragraphs>13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399</cp:revision>
  <dcterms:created xsi:type="dcterms:W3CDTF">2025-04-12T11:00:44Z</dcterms:created>
  <dcterms:modified xsi:type="dcterms:W3CDTF">2025-12-25T14:55:35Z</dcterms:modified>
</cp:coreProperties>
</file>