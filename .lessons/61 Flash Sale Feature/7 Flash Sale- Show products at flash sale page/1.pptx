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5" r:id="rId2"/>
    <p:sldId id="420" r:id="rId3"/>
    <p:sldId id="416" r:id="rId4"/>
    <p:sldId id="417" r:id="rId5"/>
    <p:sldId id="418" r:id="rId6"/>
    <p:sldId id="421" r:id="rId7"/>
    <p:sldId id="422" r:id="rId8"/>
    <p:sldId id="424" r:id="rId9"/>
    <p:sldId id="425" r:id="rId10"/>
    <p:sldId id="426" r:id="rId11"/>
    <p:sldId id="423" r:id="rId12"/>
    <p:sldId id="427" r:id="rId13"/>
    <p:sldId id="428" r:id="rId14"/>
    <p:sldId id="429" r:id="rId15"/>
    <p:sldId id="419" r:id="rId16"/>
    <p:sldId id="430" r:id="rId17"/>
    <p:sldId id="431" r:id="rId18"/>
    <p:sldId id="432" r:id="rId19"/>
    <p:sldId id="43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17D8A-313F-04B3-D00B-A6B5938EA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93" y="2628788"/>
            <a:ext cx="9231013" cy="160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F4112-2828-3F74-6D6F-A16B97AA2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935C91-04BA-5D55-C6A5-1C28421669B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425DE2-D3B8-1435-5B75-4382C0288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67" y="0"/>
            <a:ext cx="97698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539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2F10-9265-F04A-C9FB-46DD1043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B2C65A-F981-FD3E-2E62-CA943357A05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EC2623-0A2F-CFA8-08E9-5F8F48FBD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103" y="0"/>
            <a:ext cx="86497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772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7394-F255-C7DA-F333-43FC302D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7E9B06-8F0F-17C6-6925-A2FDDE1785E7}"/>
              </a:ext>
            </a:extLst>
          </p:cNvPr>
          <p:cNvSpPr txBox="1"/>
          <p:nvPr/>
        </p:nvSpPr>
        <p:spPr>
          <a:xfrm>
            <a:off x="0" y="0"/>
            <a:ext cx="492154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javascript:; </a:t>
            </a:r>
            <a:r>
              <a:rPr lang="en-US" altLang="en-US" sz="1300">
                <a:latin typeface="Arial" panose="020B0604020202020204" pitchFamily="34" charset="0"/>
              </a:rPr>
              <a:t>— &lt;a&gt; teqində heç bir əməliyyat icra olunmasın və səhifə yenilənməsin deyə istifadə olunan boş (noop) JavaScript çağırışıdır; yəni link kliklənir, amma nə yönləndirmə olur, nə də kod işləyir.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90CF44-4FA0-CBDA-FC2A-835822C75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1541" y="0"/>
            <a:ext cx="72704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233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1775F-562C-A9D4-8460-8992899D7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BDD00B-7046-B6FD-9AA4-2D558362BD5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2CC2F9-40EE-9155-1F22-3900CB2F3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120" y="0"/>
            <a:ext cx="10223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432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9CBBD-E477-CDA3-D9F6-22B48A47D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3C9FE0-4BCE-4F3F-B6C6-E73AF473F26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44CE0E-7E92-C593-BE97-202586D30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465"/>
            <a:ext cx="12192000" cy="62770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970998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0C842-D2A6-C999-56F0-E2940AE9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92F8F-2250-5A83-3304-44D6767F2EBD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8565E1-6794-CF0D-FC46-10E9CF9D3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662" y="0"/>
            <a:ext cx="84826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628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A78BD-86A7-CD97-7796-3FB3F66EF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EC0CB5-E254-B65A-1F6B-113501A2CB2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F8E144-AE9D-9BCB-6CC3-C36238BF7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9589"/>
            <a:ext cx="12192000" cy="6258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185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920B9-ED11-BA3E-8B60-E7199E23F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D1CAA3-1D12-EB43-9B04-51821516C624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9BFEBA-5547-FD99-43EC-97204CDD4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1291"/>
            <a:ext cx="12192000" cy="631541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48473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617A0-FD1F-0199-7A33-B7C7944CB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2081A3-0F51-BB34-FF9E-765186F5A0C7}"/>
              </a:ext>
            </a:extLst>
          </p:cNvPr>
          <p:cNvSpPr txBox="1"/>
          <p:nvPr/>
        </p:nvSpPr>
        <p:spPr>
          <a:xfrm>
            <a:off x="0" y="0"/>
            <a:ext cx="12192000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Əgər istəsəz PAGİNATİON əlavə edə bilərsiz mən etmiyəcəm.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Burada şəkildə göstərirəm ancaq özümdə kommentə alacam yaxud siləcəm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həmin hissəni.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Pagionation istifadəsi üçün `</a:t>
            </a:r>
            <a:r>
              <a:rPr lang="az-Latn-AZ" altLang="en-US" sz="1300" b="1">
                <a:latin typeface="Arial" panose="020B0604020202020204" pitchFamily="34" charset="0"/>
              </a:rPr>
              <a:t>app\Providers\AppServiceProvider.php</a:t>
            </a:r>
            <a:r>
              <a:rPr lang="az-Latn-AZ" altLang="en-US" sz="1300">
                <a:latin typeface="Arial" panose="020B0604020202020204" pitchFamily="34" charset="0"/>
              </a:rPr>
              <a:t>` faylına 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aşağı şəkildəki kimi yazmaq lazımdır.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EF9FB7-5E1A-0490-30EE-14517D41F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2619" y="0"/>
            <a:ext cx="5549381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63A6A2-9E36-1E16-40DA-8BAB414C7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79612"/>
            <a:ext cx="3786909" cy="317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801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98450-DF80-D501-52B3-59ECC92F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275B00-7079-2E8C-F367-0B363ED3EFC7}"/>
              </a:ext>
            </a:extLst>
          </p:cNvPr>
          <p:cNvSpPr txBox="1"/>
          <p:nvPr/>
        </p:nvSpPr>
        <p:spPr>
          <a:xfrm>
            <a:off x="0" y="0"/>
            <a:ext cx="12192000" cy="4256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Ə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gər əlavə etsəniz bu forma pagi</a:t>
            </a:r>
            <a:r>
              <a:rPr lang="az-Latn-AZ" altLang="en-US" sz="1300">
                <a:latin typeface="Arial" panose="020B0604020202020204" pitchFamily="34" charset="0"/>
              </a:rPr>
              <a:t>nation -lar görməlisiniz. İstəsəz CSS ilə dizayn verərək pagionation -ların formasını dəyişdirə bilərsiniz.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Məsələn y</a:t>
            </a:r>
            <a:r>
              <a:rPr lang="az-Latn-AZ" altLang="en-US" sz="1300">
                <a:latin typeface="Arial" panose="020B0604020202020204" pitchFamily="34" charset="0"/>
              </a:rPr>
              <a:t>umru: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97FE13-7901-79B2-9342-EE294187A2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57" y="621867"/>
            <a:ext cx="9096375" cy="269557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034B3A-D1C2-31E2-8340-B607F9CB6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25874"/>
            <a:ext cx="2609850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528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4E7A0-FFB6-D077-0018-AADF261E7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52A750-60D0-D957-F7A1-BBE508DF94B5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Yumru forma</a:t>
            </a:r>
            <a:r>
              <a:rPr lang="en-US" altLang="en-US" sz="1300">
                <a:latin typeface="Arial" panose="020B0604020202020204" pitchFamily="34" charset="0"/>
              </a:rPr>
              <a:t>da olan</a:t>
            </a:r>
            <a:r>
              <a:rPr lang="az-Latn-AZ" altLang="en-US" sz="1300">
                <a:latin typeface="Arial" panose="020B0604020202020204" pitchFamily="34" charset="0"/>
              </a:rPr>
              <a:t> pagination əldə etmək üçün, CSS stillərini şəkildəki kimi yazırıq.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90A3B4-8636-127B-D424-F14C71F1A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125" y="0"/>
            <a:ext cx="410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215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520C-95ED-1CCD-B600-961A014FE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9EB599-DBF8-0C45-BD38-89336580527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BA94C1-604B-5A0C-D1BD-FB0935A50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729" y="0"/>
            <a:ext cx="6470542" cy="6858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813048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F5ED0-1F18-F60B-722A-15E9AAE8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D8A536-12B3-7687-0AB5-FC0915008D2C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D215B6-ACB9-CE04-7CEA-E41F49BBE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589"/>
            <a:ext cx="12192000" cy="668882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574306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C578-E916-157D-9E34-98C92603E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E910EB-F8CF-72DB-1654-E9E111A3D87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E0C896-AF86-3E0C-F4DB-D9F797EE1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862" y="0"/>
            <a:ext cx="56102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3149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763E1-7A97-A469-2A0A-2725DA61E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F8C15F-6CD6-1CD6-7D20-6C2A627966EF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D6CFA6-8FB2-E196-E8CE-922F2F83C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1054"/>
            <a:ext cx="5998322" cy="63869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6B6AB6-CD09-3D6B-07CC-C1DF363B3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98" y="471054"/>
            <a:ext cx="5891701" cy="638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907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C7B75-8279-439D-40FC-EB84529B1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293982-FBAC-2987-A6BF-AF3EDD99FE3C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F83A5E-C6C0-5CC6-7AA7-7C44316E1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207" y="966444"/>
            <a:ext cx="4915586" cy="49251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412709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95DDA-69FE-83DD-14DA-6ABC8E456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5B480E-F36C-E4C4-875F-C0722113B4E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6926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75E99-E9D4-8721-5B32-EBA08E700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6FF261-3D0C-BB3D-8A12-21C70F00C85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1440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7017</TotalTime>
  <Words>134</Words>
  <Application>Microsoft Office PowerPoint</Application>
  <PresentationFormat>Widescreen</PresentationFormat>
  <Paragraphs>43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411</cp:revision>
  <dcterms:created xsi:type="dcterms:W3CDTF">2025-04-12T11:00:44Z</dcterms:created>
  <dcterms:modified xsi:type="dcterms:W3CDTF">2025-12-28T09:48:04Z</dcterms:modified>
</cp:coreProperties>
</file>