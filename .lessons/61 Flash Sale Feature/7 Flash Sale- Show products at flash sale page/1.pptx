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20" r:id="rId3"/>
    <p:sldId id="416" r:id="rId4"/>
    <p:sldId id="417" r:id="rId5"/>
    <p:sldId id="418" r:id="rId6"/>
    <p:sldId id="421" r:id="rId7"/>
    <p:sldId id="422" r:id="rId8"/>
    <p:sldId id="424" r:id="rId9"/>
    <p:sldId id="425" r:id="rId10"/>
    <p:sldId id="426" r:id="rId11"/>
    <p:sldId id="423" r:id="rId12"/>
    <p:sldId id="427" r:id="rId13"/>
    <p:sldId id="428" r:id="rId14"/>
    <p:sldId id="429" r:id="rId15"/>
    <p:sldId id="41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17D8A-313F-04B3-D00B-A6B5938EA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93" y="2628788"/>
            <a:ext cx="9231013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F4112-2828-3F74-6D6F-A16B97AA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935C91-04BA-5D55-C6A5-1C28421669B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25DE2-D3B8-1435-5B75-4382C0288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067" y="0"/>
            <a:ext cx="97698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53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C2623-0A2F-CFA8-08E9-5F8F48FBD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103" y="0"/>
            <a:ext cx="86497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492154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javascript:; </a:t>
            </a:r>
            <a:r>
              <a:rPr lang="en-US" altLang="en-US" sz="1300">
                <a:latin typeface="Arial" panose="020B0604020202020204" pitchFamily="34" charset="0"/>
              </a:rPr>
              <a:t>— &lt;a&gt; teqində heç bir əməliyyat icra olunmasın və səhifə yenilənməsin deyə istifadə olunan boş (noop) JavaScript çağırışıdır; yəni link kliklənir, amma nə yönləndirmə olur, nə də kod işləyir.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90CF44-4FA0-CBDA-FC2A-835822C75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541" y="0"/>
            <a:ext cx="72704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CC2F9-40EE-9155-1F22-3900CB2F3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20" y="0"/>
            <a:ext cx="10223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9CBBD-E477-CDA3-D9F6-22B48A47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3C9FE0-4BCE-4F3F-B6C6-E73AF473F26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44CE0E-7E92-C593-BE97-202586D30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465"/>
            <a:ext cx="12192000" cy="62770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7099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0C842-D2A6-C999-56F0-E2940AE94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592F8F-2250-5A83-3304-44D6767F2EB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8565E1-6794-CF0D-FC46-10E9CF9D3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662" y="0"/>
            <a:ext cx="8482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28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A78BD-86A7-CD97-7796-3FB3F66E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EC0CB5-E254-B65A-1F6B-113501A2CB2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8E144-AE9D-9BCB-6CC3-C36238BF7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589"/>
            <a:ext cx="12192000" cy="625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85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920B9-ED11-BA3E-8B60-E7199E23F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D1CAA3-1D12-EB43-9B04-51821516C62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9BFEBA-5547-FD99-43EC-97204CDD4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291"/>
            <a:ext cx="12192000" cy="63154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48473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617A0-FD1F-0199-7A33-B7C7944C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2081A3-0F51-BB34-FF9E-765186F5A0C7}"/>
              </a:ext>
            </a:extLst>
          </p:cNvPr>
          <p:cNvSpPr txBox="1"/>
          <p:nvPr/>
        </p:nvSpPr>
        <p:spPr>
          <a:xfrm>
            <a:off x="0" y="0"/>
            <a:ext cx="12192000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istəsəz PAGİNATİON əlavə edə bilərsiz mən etmiyəcəm.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Burada şəkildə göstərirəm ancaq özümdə kommentə alacam yaxud siləcəm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həmin hissəni.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Pagionation istifadəsi üçün `</a:t>
            </a:r>
            <a:r>
              <a:rPr lang="az-Latn-AZ" altLang="en-US" sz="1300" b="1">
                <a:latin typeface="Arial" panose="020B0604020202020204" pitchFamily="34" charset="0"/>
              </a:rPr>
              <a:t>app\Providers\AppServiceProvider.php</a:t>
            </a:r>
            <a:r>
              <a:rPr lang="az-Latn-AZ" altLang="en-US" sz="1300">
                <a:latin typeface="Arial" panose="020B0604020202020204" pitchFamily="34" charset="0"/>
              </a:rPr>
              <a:t>` faylına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aşağı şəkildəki kimi yazmaq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F9FB7-5E1A-0490-30EE-14517D41F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619" y="0"/>
            <a:ext cx="554938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63A6A2-9E36-1E16-40DA-8BAB414C7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79612"/>
            <a:ext cx="3786909" cy="317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801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98450-DF80-D501-52B3-59ECC92F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275B00-7079-2E8C-F367-0B363ED3EFC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6528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4E7A0-FFB6-D077-0018-AADF261E7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52A750-60D0-D957-F7A1-BBE508DF94B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1215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5520C-95ED-1CCD-B600-961A014F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9EB599-DBF8-0C45-BD38-8933658052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3048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F5ED0-1F18-F60B-722A-15E9AAE82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D8A536-12B3-7687-0AB5-FC0915008D2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430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5731</TotalTime>
  <Words>92</Words>
  <Application>Microsoft Office PowerPoint</Application>
  <PresentationFormat>Widescreen</PresentationFormat>
  <Paragraphs>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399</cp:revision>
  <dcterms:created xsi:type="dcterms:W3CDTF">2025-04-12T11:00:44Z</dcterms:created>
  <dcterms:modified xsi:type="dcterms:W3CDTF">2025-12-27T12:17:35Z</dcterms:modified>
</cp:coreProperties>
</file>