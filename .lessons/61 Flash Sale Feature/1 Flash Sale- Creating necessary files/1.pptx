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20" r:id="rId4"/>
    <p:sldId id="421" r:id="rId5"/>
    <p:sldId id="417" r:id="rId6"/>
    <p:sldId id="423" r:id="rId7"/>
    <p:sldId id="424" r:id="rId8"/>
    <p:sldId id="425" r:id="rId9"/>
    <p:sldId id="418" r:id="rId10"/>
    <p:sldId id="426" r:id="rId11"/>
    <p:sldId id="419" r:id="rId12"/>
    <p:sldId id="431" r:id="rId13"/>
    <p:sldId id="428" r:id="rId14"/>
    <p:sldId id="42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E28F41-805B-B9EB-8149-D048A29B6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03" y="1742839"/>
            <a:ext cx="10345594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9B466D-72B5-C8EE-2C6A-FAE77F154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467" y="2566867"/>
            <a:ext cx="8707065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12943-7556-765C-6014-CC74EC8D2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8F3DB3-9845-11BC-F737-CE4877B1F96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9E6086-9017-7793-0E14-0F7490D92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100"/>
            <a:ext cx="12192000" cy="636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6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EAE85-8C79-2006-D8A1-AE238E505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26022C-822C-6316-743F-A9F7EC6B15E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3D8A14-6BE3-4C65-E26B-15BD7F04D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420" y="0"/>
            <a:ext cx="46631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863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5469EE-7540-AACE-F01E-F59B44A32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120" y="0"/>
            <a:ext cx="5273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505AF-8F04-CD60-1A15-4E2769959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2B3AB8-B4BE-A410-A542-106FB1CA12E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C8FABA-30F9-F84D-3176-4CEDAC470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4611"/>
            <a:ext cx="12192000" cy="602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37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9682E-3112-D345-B76A-B6EA9B0D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D572BF-A95E-DA78-1C2A-B3EE6642A2C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D0629C-8F27-BFD0-BC1C-75B0D16F5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224" y="0"/>
            <a:ext cx="83975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71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D46F8-F347-41F9-E7D3-EDD3C2DC6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C5EFD0-E872-B72C-C776-942305526A8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22CBA-C84A-002D-9B5F-608833C57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349" y="0"/>
            <a:ext cx="7601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547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Sonra CSS və JS əlavə edəsiyik və fərqli input sahəsi formalaşacaq.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07AA0E-CF0C-40B7-44F0-82203C69D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7820"/>
            <a:ext cx="12192000" cy="62901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F2960-EDFF-62BD-5449-760EA8CE1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E7B4D9-1B06-1B3E-2399-6B7987E8DD8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8B2A17-BA4B-1CC8-0187-E28A999F3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706" y="0"/>
            <a:ext cx="89865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904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1AAEC3-8CA6-E80A-851C-FE837DDD9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288"/>
            <a:ext cx="12192000" cy="62834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4E872-4599-1E80-643E-E60E39B1A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1841D1-8B63-D696-FAAF-7E59FAD56CC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5379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8D51B-E9AE-D226-0774-BA4ACBB31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73E3A1-A23B-4B85-ED80-C2C28E896F2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2692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69EB-C409-1EB1-2735-C94E0399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87F433-9C1A-27C3-C9DB-EFF0996B924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580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5603</TotalTime>
  <Words>25</Words>
  <Application>Microsoft Office PowerPoint</Application>
  <PresentationFormat>Widescreen</PresentationFormat>
  <Paragraphs>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400</cp:revision>
  <dcterms:created xsi:type="dcterms:W3CDTF">2025-04-12T11:00:44Z</dcterms:created>
  <dcterms:modified xsi:type="dcterms:W3CDTF">2025-12-25T05:26:09Z</dcterms:modified>
</cp:coreProperties>
</file>