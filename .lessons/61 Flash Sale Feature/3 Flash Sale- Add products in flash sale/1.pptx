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20" r:id="rId5"/>
    <p:sldId id="421" r:id="rId6"/>
    <p:sldId id="418" r:id="rId7"/>
    <p:sldId id="422" r:id="rId8"/>
    <p:sldId id="423" r:id="rId9"/>
    <p:sldId id="424" r:id="rId10"/>
    <p:sldId id="4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6C476-AC00-D749-21C4-0CE85AC0C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297" y="0"/>
            <a:ext cx="9375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26C4A-910B-1AF1-B4AD-F522B5626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181" y="0"/>
            <a:ext cx="7821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2994C-3D30-30DD-F2BD-3381A3E12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172"/>
            <a:ext cx="12192000" cy="62516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0438-45AF-EE83-BE54-57E98E9B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B8C55C-3D1B-3592-5117-BC3659234B76}"/>
              </a:ext>
            </a:extLst>
          </p:cNvPr>
          <p:cNvSpPr txBox="1"/>
          <p:nvPr/>
        </p:nvSpPr>
        <p:spPr>
          <a:xfrm>
            <a:off x="0" y="0"/>
            <a:ext cx="12192000" cy="2871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$request-&gt;validate() </a:t>
            </a:r>
            <a:r>
              <a:rPr lang="en-US" altLang="en-US" sz="1200">
                <a:latin typeface="Arial" panose="020B0604020202020204" pitchFamily="34" charset="0"/>
              </a:rPr>
              <a:t>– gələn form məlumatlarını yoxlayır.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>
                <a:latin typeface="Arial" panose="020B0604020202020204" pitchFamily="34" charset="0"/>
              </a:rPr>
              <a:t>product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required</a:t>
            </a:r>
            <a:r>
              <a:rPr lang="en-US" altLang="en-US" sz="1200">
                <a:latin typeface="Arial" panose="020B0604020202020204" pitchFamily="34" charset="0"/>
              </a:rPr>
              <a:t> → mütləq göndərilməlidir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unique:flash_sale_items,product_id </a:t>
            </a:r>
            <a:r>
              <a:rPr lang="en-US" altLang="en-US" sz="1200">
                <a:latin typeface="Arial" panose="020B0604020202020204" pitchFamily="34" charset="0"/>
              </a:rPr>
              <a:t>→ bu product_id artıq flash_sale_items cədvəlində varsa, qəbul olunmur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show_at_home </a:t>
            </a:r>
            <a:r>
              <a:rPr lang="en-US" altLang="en-US" sz="1200">
                <a:latin typeface="Arial" panose="020B0604020202020204" pitchFamily="34" charset="0"/>
              </a:rPr>
              <a:t>– boş ola bilməz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 b="1">
                <a:latin typeface="Arial" panose="020B0604020202020204" pitchFamily="34" charset="0"/>
              </a:rPr>
              <a:t>status</a:t>
            </a:r>
            <a:r>
              <a:rPr lang="en-US" altLang="en-US" sz="1200">
                <a:latin typeface="Arial" panose="020B0604020202020204" pitchFamily="34" charset="0"/>
              </a:rPr>
              <a:t> – boş ola bilməz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200">
                <a:latin typeface="Arial" panose="020B0604020202020204" pitchFamily="34" charset="0"/>
              </a:rPr>
              <a:t>Xüsusi xəta mesajı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b="1">
                <a:latin typeface="Arial" panose="020B0604020202020204" pitchFamily="34" charset="0"/>
              </a:rPr>
              <a:t>product.unique </a:t>
            </a:r>
            <a:r>
              <a:rPr lang="en-US" altLang="en-US" sz="1200">
                <a:latin typeface="Arial" panose="020B0604020202020204" pitchFamily="34" charset="0"/>
              </a:rPr>
              <a:t>pozularsa → “</a:t>
            </a:r>
            <a:r>
              <a:rPr lang="en-US" altLang="en-US" sz="1200" b="1">
                <a:solidFill>
                  <a:srgbClr val="00B0F0"/>
                </a:solidFill>
                <a:latin typeface="Arial" panose="020B0604020202020204" pitchFamily="34" charset="0"/>
              </a:rPr>
              <a:t>The product is already in flash sale!</a:t>
            </a:r>
            <a:r>
              <a:rPr lang="en-US" altLang="en-US" sz="1200">
                <a:latin typeface="Arial" panose="020B0604020202020204" pitchFamily="34" charset="0"/>
              </a:rPr>
              <a:t>” mesajı göstərilir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C3A2E-7461-DCEB-899D-F576FAC4A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74842"/>
            <a:ext cx="6095999" cy="448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6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7BE6-BD1A-3D5D-571E-E0356216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89502A-E97B-DD4C-72AB-900A5A15FCB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41D823-3887-FFE6-42C6-F875DBA9C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3697"/>
            <a:ext cx="12192000" cy="50906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1446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F0F8A-6CEE-AF4D-44D8-C9A1E4A92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484"/>
            <a:ext cx="12192000" cy="49850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5D67-94AD-89AB-E568-2278DF463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3293AD-A429-4CB6-1968-CDCE552294B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7A354E-C671-BDFD-B25B-362460A5C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685417"/>
            <a:ext cx="9735909" cy="54871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9796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6FD4-92D2-242C-5E83-788CC98C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684593-1DB5-EFC6-952D-41675FBCF55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87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BE48A-4746-68A6-7357-59F3C0DA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0D8BB-582C-2377-B51C-E077EE081D4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6375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5578</TotalTime>
  <Words>85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390</cp:revision>
  <dcterms:created xsi:type="dcterms:W3CDTF">2025-04-12T11:00:44Z</dcterms:created>
  <dcterms:modified xsi:type="dcterms:W3CDTF">2025-12-25T12:49:10Z</dcterms:modified>
</cp:coreProperties>
</file>