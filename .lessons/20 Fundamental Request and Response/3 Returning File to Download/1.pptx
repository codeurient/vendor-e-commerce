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07" r:id="rId9"/>
    <p:sldId id="4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Laraveldə bir faylı istifadəçiyə yüklətmək (download) məqsədilə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 kod necə yaza bilərik onu öyrənəcəyik.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öncə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‘/download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adında router yaradırıq.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Sonra bu router -ru işə salacaq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&lt;a&gt;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tag -ini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Sonra olaraq isə, həmin </a:t>
            </a:r>
            <a:r>
              <a:rPr lang="az-Latn-AZ" altLang="en-US" sz="1300" b="1">
                <a:latin typeface="Arial" panose="020B0604020202020204" pitchFamily="34" charset="0"/>
              </a:rPr>
              <a:t>tag</a:t>
            </a:r>
            <a:r>
              <a:rPr lang="az-Latn-AZ" altLang="en-US" sz="1300">
                <a:latin typeface="Arial" panose="020B0604020202020204" pitchFamily="34" charset="0"/>
              </a:rPr>
              <a:t> klikləndikdə </a:t>
            </a:r>
            <a:r>
              <a:rPr lang="az-Latn-AZ" altLang="en-US" sz="1300" b="1">
                <a:latin typeface="Arial" panose="020B0604020202020204" pitchFamily="34" charset="0"/>
              </a:rPr>
              <a:t>bilavasitə router vasitəsi </a:t>
            </a:r>
            <a:r>
              <a:rPr lang="az-Latn-AZ" altLang="en-US" sz="1300">
                <a:latin typeface="Arial" panose="020B0604020202020204" pitchFamily="34" charset="0"/>
              </a:rPr>
              <a:t>ilə çağrılacaq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download() </a:t>
            </a:r>
            <a:r>
              <a:rPr lang="az-Latn-AZ" altLang="en-US" sz="1300">
                <a:latin typeface="Arial" panose="020B0604020202020204" pitchFamily="34" charset="0"/>
              </a:rPr>
              <a:t>funksiyasmızı yaradırıq controllerdə.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DF50F-9136-1C3E-7006-1D275C6A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4287730"/>
            <a:ext cx="2724344" cy="2570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688BF-1698-AD37-ACFA-5C607DB2F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177" y="4287729"/>
            <a:ext cx="4247744" cy="2568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6F650-C376-37A8-38DA-B4ED73E77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692" y="4287730"/>
            <a:ext cx="4613308" cy="25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 cavab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İstifadəçi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metodunu çağırdıqda, Laravel ona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/public/storage/images/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qovluğundakı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my_own_image_name.jpg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faylını yükləməsi üçün cavab göndərir. Brauzer faylı göstərməyə çalışmır, əvəzinə yükləmə pəncərəsi açılır.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public_path()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funksiya Laravel layihəsinin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/public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qovluğunun tam yolunu qaytarır. Nəticə olacaq, məsələn: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Yəni, bu funksiya Linux və ya Windows serverdə faylın tam yolunu verir.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6DA6C-6D6E-E77D-48AA-9DED696CB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841"/>
            <a:ext cx="4286848" cy="53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432F8A-0207-D09D-8EE3-45473D40D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9720"/>
            <a:ext cx="609685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response()-&gt;download(...)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 edir?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helper funksiyası vasitəsilə fayl yükləmə cavabı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response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yaradılır.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 başlıqlarını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elə qurur ki, brauzer onu açmağa çalışmasın.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Əvəzində istifadəçiyə "Yüklə" (Save As) dialoqu göstərir.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Geri qaytarılan HTTP cavabı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Status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200 OK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Content-Disposition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attachment; filename="my_own_image_name.jpg"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Content-Type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image/jpeg (və ya MIME növü avtomatik təyin edilir)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orada mövcud deyilsə,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404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Not Found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səhvi alınacaq.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Brauzerdə: İstifadəçi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/download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route-a daxil olduqda avtomatik olaraq fayl yüklənməyə başlayacaq.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59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Təhlükəsizlik qeydləri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NOT - </a:t>
            </a:r>
            <a:r>
              <a:rPr lang="az-Latn-AZ" altLang="en-US" sz="1200" b="1">
                <a:solidFill>
                  <a:schemeClr val="accent2"/>
                </a:solidFill>
                <a:latin typeface="Arial" panose="020B0604020202020204" pitchFamily="34" charset="0"/>
              </a:rPr>
              <a:t>Buranı Oxumaq vacib deyildir</a:t>
            </a:r>
            <a:r>
              <a:rPr lang="az-Latn-AZ" altLang="en-US" sz="1200">
                <a:latin typeface="Arial" panose="020B0604020202020204" pitchFamily="34" charset="0"/>
              </a:rPr>
              <a:t>. 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yolu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içindədirsə, artıq vebdən də açıqdır. Yükləmə məhdudiyyəti istəyirsinizsə, faylı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storage/app/private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yerləşdirin və </a:t>
            </a:r>
            <a:r>
              <a:rPr kumimoji="0" lang="en-US" altLang="en-US" sz="12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Storage::download()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adları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dinamik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olsa, istifadəçi verilənlərinə diqqətli yanaşmaq lazımdır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path traversal hücumları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 bilər).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 b="1">
                <a:latin typeface="Arial" panose="020B0604020202020204" pitchFamily="34" charset="0"/>
              </a:rPr>
              <a:t>Gəlin, path traversal attack və dinamik fayl adlarında təhlükəsizlik riskləri mövzusunu addım-addım və sadə dildə izah edim</a:t>
            </a:r>
            <a:r>
              <a:rPr lang="az-Latn-AZ" altLang="en-US" sz="12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istifadəçidən fayl adı alırsınızsa və onu birbaşa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download()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ya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file()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metodlardan istifadə edirsinizsə, istifadəçi təhlükəli bir fayl yolunu daxil edə bilər. Bu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traversal attack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adlanır.</a:t>
            </a:r>
          </a:p>
          <a:p>
            <a:pPr>
              <a:lnSpc>
                <a:spcPct val="150000"/>
              </a:lnSpc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🧨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Traversal Attack nədir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traversal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(yol keçmə) hücumu odur ki, istifadəçi fayl yolunda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../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 göstəricilərdən istifadə edərək, layihənin icazəsiz qovluqlarına keçməyə çalışır.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5668-65EF-3D91-DE7F-40CAB1F5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A88A1B-8BDE-1C6E-E169-38071E3AB6B7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Misal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Tutaq ki, sizin bu cür kodunuz var: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🧑‍💻 İstifadəçi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 belə sorğu göndərir: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halda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$filename = ../../.env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bunu belə oxumağa çalışacaq: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Laravel layihənizin kök qovluğundakı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faylını (parollar və tokenlər olan fayl) yükləyəcək!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2DD22-1444-81F5-8279-2F0AE3706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27030"/>
            <a:ext cx="6134956" cy="1448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639B4C-5E03-2E5C-DC1E-CFC7AC2F8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35" y="3615535"/>
            <a:ext cx="3829584" cy="55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EACDF1-F80F-1FC7-7E31-CAD1DCF4F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430758"/>
            <a:ext cx="3629532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F2D1-1193-AB55-3C9F-2878239E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79BD5-6F00-A4EB-C0EE-376F2AA60214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Beləliklə, istifadəçi layihənizin hər hansı bir faylını oxuya və yükləyə bilər, hətta gizli faylları da (parol, konfigurasiya, SSH açarları və s.)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Həll yolları — Təhlükəsiz şəkildə necə etmək olar?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 Fayl adını əlavə yoxlayın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o deməkdir ki, yalnız aşağıdakı kimi adlar qəbul olunur: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file.jpg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image_1.png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data-2024.txt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bu kimi adlar bloklanacaq: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../../.env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/etc/passwd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../../../secret.tx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B8E2C-A741-6DB1-7987-556D7614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934390"/>
            <a:ext cx="544906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08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2885B-D747-E558-A746-C8A127A3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9004F8-4048-EACC-7F56-5E358505894F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Faylları baza və ya icazə verilmiş siyahıdan tapın Məsələn, yalnız serverdə olan faylların siyahısını bazadan oxuyun: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Beləliklə, istifadəçi istədiyi adı deyil, yalnız ona aid olan faylları yükləyə bilir.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EA9BE-3A12-9E48-7342-254D5564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44224"/>
            <a:ext cx="717332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6128-40D9-5E2B-4318-6AB69348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2F629-B3A9-DDDD-2050-3AC0C3AF6746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Fayl yolunu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realpath()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yoxlayın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üsul realpath vasitəsilə faylın əsl fiziki yolunu yoxlayır və əgər fayl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storage/images/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deyilsə —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bloklanır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CC652-DEA4-F883-F1F2-2C5B3983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25283"/>
            <a:ext cx="4582164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8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91C6-9831-5F96-5D26-B8FF0471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407AA-FF87-0006-01F4-CCCE9D2C140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508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604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334</cp:revision>
  <dcterms:created xsi:type="dcterms:W3CDTF">2025-04-12T11:00:44Z</dcterms:created>
  <dcterms:modified xsi:type="dcterms:W3CDTF">2025-05-13T15:52:14Z</dcterms:modified>
</cp:coreProperties>
</file>