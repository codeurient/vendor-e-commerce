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ŞƏKİL uğurla yüklədikdən sonra: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‘/success</a:t>
            </a:r>
            <a:r>
              <a:rPr lang="en-US" altLang="en-US" sz="1300">
                <a:latin typeface="Arial" panose="020B0604020202020204" pitchFamily="34" charset="0"/>
              </a:rPr>
              <a:t>’ </a:t>
            </a:r>
            <a:r>
              <a:rPr lang="az-Latn-AZ" altLang="en-US" sz="1300">
                <a:latin typeface="Arial" panose="020B0604020202020204" pitchFamily="34" charset="0"/>
              </a:rPr>
              <a:t>routurunu </a:t>
            </a:r>
            <a:r>
              <a:rPr lang="az-Latn-AZ" altLang="en-US" sz="1300" b="1">
                <a:latin typeface="Arial" panose="020B0604020202020204" pitchFamily="34" charset="0"/>
              </a:rPr>
              <a:t>redirect() </a:t>
            </a:r>
            <a:r>
              <a:rPr lang="az-Latn-AZ" altLang="en-US" sz="1300">
                <a:latin typeface="Arial" panose="020B0604020202020204" pitchFamily="34" charset="0"/>
              </a:rPr>
              <a:t>metodu ilə çağırasıyıq və ekrana ekrana mesaj yazdırasıyıq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‘/success</a:t>
            </a:r>
            <a:r>
              <a:rPr lang="en-US" altLang="en-US" sz="1300">
                <a:latin typeface="Arial" panose="020B0604020202020204" pitchFamily="34" charset="0"/>
              </a:rPr>
              <a:t>’ </a:t>
            </a:r>
            <a:r>
              <a:rPr lang="az-Latn-AZ" altLang="en-US" sz="1300">
                <a:latin typeface="Arial" panose="020B0604020202020204" pitchFamily="34" charset="0"/>
              </a:rPr>
              <a:t>routurunu </a:t>
            </a:r>
            <a:r>
              <a:rPr lang="az-Latn-AZ" altLang="en-US" sz="1300" b="1">
                <a:latin typeface="Arial" panose="020B0604020202020204" pitchFamily="34" charset="0"/>
              </a:rPr>
              <a:t>route() </a:t>
            </a:r>
            <a:r>
              <a:rPr lang="az-Latn-AZ" altLang="en-US" sz="1300">
                <a:latin typeface="Arial" panose="020B0604020202020204" pitchFamily="34" charset="0"/>
              </a:rPr>
              <a:t>metodu ilə çağırasıyıq və ekrana ekrana mesaj yazdırasıyıq. </a:t>
            </a:r>
            <a:r>
              <a:rPr lang="az-Latn-AZ" altLang="en-US" sz="1300" b="1">
                <a:latin typeface="Arial" panose="020B0604020202020204" pitchFamily="34" charset="0"/>
              </a:rPr>
              <a:t>route() </a:t>
            </a:r>
            <a:r>
              <a:rPr lang="az-Latn-AZ" altLang="en-US" sz="1300">
                <a:latin typeface="Arial" panose="020B0604020202020204" pitchFamily="34" charset="0"/>
              </a:rPr>
              <a:t>metodundan </a:t>
            </a:r>
            <a:r>
              <a:rPr lang="az-Latn-AZ" altLang="en-US" sz="1300" b="1">
                <a:latin typeface="Arial" panose="020B0604020202020204" pitchFamily="34" charset="0"/>
              </a:rPr>
              <a:t>name() </a:t>
            </a:r>
            <a:r>
              <a:rPr lang="az-Latn-AZ" altLang="en-US" sz="1300">
                <a:latin typeface="Arial" panose="020B0604020202020204" pitchFamily="34" charset="0"/>
              </a:rPr>
              <a:t>funksiyasının dəyəri yazılır.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 b="1">
                <a:latin typeface="Arial" panose="020B0604020202020204" pitchFamily="34" charset="0"/>
              </a:rPr>
              <a:t>back() </a:t>
            </a:r>
            <a:r>
              <a:rPr lang="az-Latn-AZ" altLang="en-US" sz="1300">
                <a:latin typeface="Arial" panose="020B0604020202020204" pitchFamily="34" charset="0"/>
              </a:rPr>
              <a:t>metodundan istifadə edərək bir əvvəlki səhifəyə geri necə qayıdır onu görəcəyik.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A3D660-4832-6B44-BD64-EF9680FA4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1471"/>
            <a:ext cx="12192000" cy="46465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2439</TotalTime>
  <Words>62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331</cp:revision>
  <dcterms:created xsi:type="dcterms:W3CDTF">2025-04-12T11:00:44Z</dcterms:created>
  <dcterms:modified xsi:type="dcterms:W3CDTF">2025-05-13T06:20:50Z</dcterms:modified>
</cp:coreProperties>
</file>