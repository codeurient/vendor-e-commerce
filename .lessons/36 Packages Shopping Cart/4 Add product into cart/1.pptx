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6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400">
                <a:latin typeface="Arial" panose="020B0604020202020204" pitchFamily="34" charset="0"/>
              </a:rPr>
              <a:t>`</a:t>
            </a:r>
            <a:r>
              <a:rPr lang="az-Latn-AZ" altLang="en-US" sz="1400" b="1">
                <a:latin typeface="Arial" panose="020B0604020202020204" pitchFamily="34" charset="0"/>
              </a:rPr>
              <a:t>Add to Cart</a:t>
            </a:r>
            <a:r>
              <a:rPr lang="az-Latn-AZ" altLang="en-US" sz="1400">
                <a:latin typeface="Arial" panose="020B0604020202020204" pitchFamily="34" charset="0"/>
              </a:rPr>
              <a:t>` düyməsi klikləndikdə, </a:t>
            </a:r>
            <a:r>
              <a:rPr lang="az-Latn-AZ" altLang="en-US" sz="1400" b="1">
                <a:latin typeface="Arial" panose="020B0604020202020204" pitchFamily="34" charset="0"/>
              </a:rPr>
              <a:t>Product İD </a:t>
            </a:r>
            <a:r>
              <a:rPr lang="az-Latn-AZ" altLang="en-US" sz="1400">
                <a:latin typeface="Arial" panose="020B0604020202020204" pitchFamily="34" charset="0"/>
              </a:rPr>
              <a:t>-si göndərilir </a:t>
            </a:r>
            <a:r>
              <a:rPr lang="az-Latn-AZ" altLang="en-US" sz="1400" b="1">
                <a:latin typeface="Arial" panose="020B0604020202020204" pitchFamily="34" charset="0"/>
              </a:rPr>
              <a:t>URL</a:t>
            </a:r>
            <a:r>
              <a:rPr lang="az-Latn-AZ" altLang="en-US" sz="1400">
                <a:latin typeface="Arial" panose="020B0604020202020204" pitchFamily="34" charset="0"/>
              </a:rPr>
              <a:t> vasitəsi ilə </a:t>
            </a:r>
            <a:r>
              <a:rPr lang="az-Latn-AZ" altLang="en-US" sz="1400" b="1">
                <a:latin typeface="Arial" panose="020B0604020202020204" pitchFamily="34" charset="0"/>
              </a:rPr>
              <a:t>controller</a:t>
            </a:r>
            <a:r>
              <a:rPr lang="az-Latn-AZ" altLang="en-US" sz="1400">
                <a:latin typeface="Arial" panose="020B0604020202020204" pitchFamily="34" charset="0"/>
              </a:rPr>
              <a:t> -ə.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-də məhsul tapılır və </a:t>
            </a:r>
            <a:r>
              <a:rPr kumimoji="0" lang="az-Latn-AZ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400">
                <a:latin typeface="Arial" panose="020B0604020202020204" pitchFamily="34" charset="0"/>
              </a:rPr>
              <a:t>klası vasitəsi ilə yerləşdirilir </a:t>
            </a:r>
            <a:r>
              <a:rPr lang="az-Latn-AZ" altLang="en-US" sz="1400" b="1">
                <a:latin typeface="Arial" panose="020B0604020202020204" pitchFamily="34" charset="0"/>
              </a:rPr>
              <a:t>sesiyaya</a:t>
            </a:r>
            <a:r>
              <a:rPr lang="az-Latn-AZ" altLang="en-US" sz="1400">
                <a:latin typeface="Arial" panose="020B060402020202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Sonra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with()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</a:t>
            </a:r>
            <a:r>
              <a:rPr lang="az-Latn-AZ" altLang="en-US" sz="1400">
                <a:latin typeface="Arial" panose="020B0604020202020204" pitchFamily="34" charset="0"/>
              </a:rPr>
              <a:t> içində `</a:t>
            </a:r>
            <a:r>
              <a:rPr lang="az-Latn-AZ" altLang="en-US" sz="1400" b="1">
                <a:latin typeface="Arial" panose="020B0604020202020204" pitchFamily="34" charset="0"/>
              </a:rPr>
              <a:t>success</a:t>
            </a:r>
            <a:r>
              <a:rPr lang="az-Latn-AZ" altLang="en-US" sz="1400">
                <a:latin typeface="Arial" panose="020B0604020202020204" pitchFamily="34" charset="0"/>
              </a:rPr>
              <a:t>` açarı ilə `</a:t>
            </a:r>
            <a:r>
              <a:rPr lang="en-US" altLang="en-US" sz="1400" b="1">
                <a:latin typeface="Arial" panose="020B0604020202020204" pitchFamily="34" charset="0"/>
              </a:rPr>
              <a:t>Product is added into the cart</a:t>
            </a:r>
            <a:r>
              <a:rPr lang="az-Latn-AZ" altLang="en-US" sz="1400">
                <a:latin typeface="Arial" panose="020B0604020202020204" pitchFamily="34" charset="0"/>
              </a:rPr>
              <a:t>` dəyəri göndərilir </a:t>
            </a:r>
            <a:r>
              <a:rPr lang="az-Latn-AZ" altLang="en-US" sz="1400" b="1">
                <a:latin typeface="Arial" panose="020B0604020202020204" pitchFamily="34" charset="0"/>
              </a:rPr>
              <a:t>sessiyaya</a:t>
            </a:r>
            <a:r>
              <a:rPr lang="az-Latn-AZ" altLang="en-US" sz="1400">
                <a:latin typeface="Arial" panose="020B0604020202020204" pitchFamily="34" charset="0"/>
              </a:rPr>
              <a:t> və şablonda </a:t>
            </a:r>
            <a:r>
              <a:rPr lang="az-Latn-AZ" altLang="en-US" sz="1400" b="1">
                <a:latin typeface="Arial" panose="020B0604020202020204" pitchFamily="34" charset="0"/>
              </a:rPr>
              <a:t>İF</a:t>
            </a:r>
            <a:r>
              <a:rPr lang="az-Latn-AZ" altLang="en-US" sz="1400">
                <a:latin typeface="Arial" panose="020B0604020202020204" pitchFamily="34" charset="0"/>
              </a:rPr>
              <a:t> ilə şərt qoşularaq əgər sessiyada belə bir açar varsa onda `Məhsul uğurla əlavə edildi` deyə mesaj ekrana çap edirik.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F86B7-D466-CB81-3135-A71C0FB74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5052"/>
            <a:ext cx="12192000" cy="506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Məhsulun </a:t>
            </a:r>
            <a:r>
              <a:rPr lang="az-Latn-AZ" altLang="en-US" sz="1300" b="1">
                <a:latin typeface="Arial" panose="020B0604020202020204" pitchFamily="34" charset="0"/>
              </a:rPr>
              <a:t>sesiyaya</a:t>
            </a:r>
            <a:r>
              <a:rPr lang="az-Latn-AZ" altLang="en-US" sz="1300">
                <a:latin typeface="Arial" panose="020B0604020202020204" pitchFamily="34" charset="0"/>
              </a:rPr>
              <a:t> əlavə edilib edilmədiyini yoxlamaq üçün </a:t>
            </a:r>
            <a:r>
              <a:rPr lang="az-Latn-AZ" altLang="en-US" sz="1300" b="1">
                <a:latin typeface="Arial" panose="020B0604020202020204" pitchFamily="34" charset="0"/>
              </a:rPr>
              <a:t>Debugbar</a:t>
            </a:r>
            <a:r>
              <a:rPr lang="az-Latn-AZ" altLang="en-US" sz="1300">
                <a:latin typeface="Arial" panose="020B0604020202020204" pitchFamily="34" charset="0"/>
              </a:rPr>
              <a:t> istifadə edə bilərik.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AA473-776A-99F1-5E94-B5B1FFA0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335" y="1032584"/>
            <a:ext cx="8767665" cy="582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527C-8CD0-F6D9-A13C-B4496177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DC5F1-CC97-FAFA-24A8-C142ED06FF1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90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2477</TotalTime>
  <Words>93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2025-06-19T19:25:57Z</dcterms:modified>
</cp:coreProperties>
</file>