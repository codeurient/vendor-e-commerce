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4" r:id="rId3"/>
    <p:sldId id="405" r:id="rId4"/>
    <p:sldId id="403" r:id="rId5"/>
    <p:sldId id="40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Məhsulun silinməsi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895FC1-5DBE-794F-5725-B53883617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9259"/>
            <a:ext cx="12192000" cy="443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42B90-1FBE-674E-1416-113851374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D115DD-63B5-B5AF-9302-A95EF53E83D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4579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6F519-C1F4-C450-3ACF-17B30F7C2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F2A55F-E2A5-D12E-A883-C924276078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3237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2408</TotalTime>
  <Words>6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332</cp:revision>
  <dcterms:created xsi:type="dcterms:W3CDTF">2025-04-12T11:00:44Z</dcterms:created>
  <dcterms:modified xsi:type="dcterms:W3CDTF">2025-06-22T05:33:08Z</dcterms:modified>
</cp:coreProperties>
</file>