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3" y="87095"/>
            <a:ext cx="11756571" cy="476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İdni məhsulu necə </a:t>
            </a:r>
            <a:r>
              <a:rPr lang="az-Latn-AZ" altLang="en-US" sz="1200" b="1">
                <a:latin typeface="Arial" panose="020B0604020202020204" pitchFamily="34" charset="0"/>
              </a:rPr>
              <a:t>UPDATE</a:t>
            </a:r>
            <a:r>
              <a:rPr lang="az-Latn-AZ" altLang="en-US" sz="1200">
                <a:latin typeface="Arial" panose="020B0604020202020204" pitchFamily="34" charset="0"/>
              </a:rPr>
              <a:t> edə bilərik ona baxaq. Bunun üçün paketdə aşağıdakı kimi bir metod var.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Nümunədə </a:t>
            </a:r>
            <a:r>
              <a:rPr lang="en-US" altLang="en-US" sz="1200" b="1">
                <a:latin typeface="Arial" panose="020B0604020202020204" pitchFamily="34" charset="0"/>
              </a:rPr>
              <a:t>$rowId </a:t>
            </a:r>
            <a:r>
              <a:rPr lang="en-US" altLang="en-US" sz="1200">
                <a:latin typeface="Arial" panose="020B0604020202020204" pitchFamily="34" charset="0"/>
              </a:rPr>
              <a:t>de</a:t>
            </a:r>
            <a:r>
              <a:rPr lang="az-Latn-AZ" altLang="en-US" sz="1200">
                <a:latin typeface="Arial" panose="020B0604020202020204" pitchFamily="34" charset="0"/>
              </a:rPr>
              <a:t>yilən bir arqument var </a:t>
            </a:r>
            <a:r>
              <a:rPr lang="az-Latn-AZ" altLang="en-US" sz="1200" b="1">
                <a:latin typeface="Arial" panose="020B0604020202020204" pitchFamily="34" charset="0"/>
              </a:rPr>
              <a:t>1ci</a:t>
            </a:r>
            <a:r>
              <a:rPr lang="az-Latn-AZ" altLang="en-US" sz="1200">
                <a:latin typeface="Arial" panose="020B0604020202020204" pitchFamily="34" charset="0"/>
              </a:rPr>
              <a:t> parametr yerində... Bu </a:t>
            </a:r>
            <a:r>
              <a:rPr lang="az-Latn-AZ" altLang="en-US" sz="1200" b="1">
                <a:latin typeface="Arial" panose="020B0604020202020204" pitchFamily="34" charset="0"/>
              </a:rPr>
              <a:t>Cart</a:t>
            </a:r>
            <a:r>
              <a:rPr lang="az-Latn-AZ" altLang="en-US" sz="1200">
                <a:latin typeface="Arial" panose="020B0604020202020204" pitchFamily="34" charset="0"/>
              </a:rPr>
              <a:t> klasının </a:t>
            </a:r>
            <a:r>
              <a:rPr lang="az-Latn-AZ" altLang="en-US" sz="1200" b="1">
                <a:latin typeface="Arial" panose="020B0604020202020204" pitchFamily="34" charset="0"/>
              </a:rPr>
              <a:t>avtomatik</a:t>
            </a:r>
            <a:r>
              <a:rPr lang="az-Latn-AZ" altLang="en-US" sz="1200">
                <a:latin typeface="Arial" panose="020B0604020202020204" pitchFamily="34" charset="0"/>
              </a:rPr>
              <a:t> yaratdığı bir </a:t>
            </a:r>
            <a:r>
              <a:rPr lang="az-Latn-AZ" altLang="en-US" sz="1200" b="1">
                <a:latin typeface="Arial" panose="020B0604020202020204" pitchFamily="34" charset="0"/>
              </a:rPr>
              <a:t>variable</a:t>
            </a:r>
            <a:r>
              <a:rPr lang="az-Latn-AZ" altLang="en-US" sz="1200">
                <a:latin typeface="Arial" panose="020B0604020202020204" pitchFamily="34" charset="0"/>
              </a:rPr>
              <a:t> -dır. </a:t>
            </a:r>
            <a:r>
              <a:rPr lang="az-Latn-AZ" altLang="en-US" sz="1200" b="1">
                <a:latin typeface="Arial" panose="020B0604020202020204" pitchFamily="34" charset="0"/>
              </a:rPr>
              <a:t>Sessionlarda</a:t>
            </a:r>
            <a:r>
              <a:rPr lang="az-Latn-AZ" altLang="en-US" sz="1200">
                <a:latin typeface="Arial" panose="020B0604020202020204" pitchFamily="34" charset="0"/>
              </a:rPr>
              <a:t> görmək mümkündür bu variable -ı.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5FF2C-077C-FD9A-726D-8274473C0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2322"/>
            <a:ext cx="12192000" cy="3695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1D5E0E-4E93-71D5-A734-3ACF6EB22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52" y="4967785"/>
            <a:ext cx="9592397" cy="189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124418"/>
            <a:ext cx="11756571" cy="144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Həmin </a:t>
            </a:r>
            <a:r>
              <a:rPr lang="en-US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$rowId </a:t>
            </a:r>
            <a:r>
              <a:rPr lang="en-US" altLang="en-US" sz="1100">
                <a:latin typeface="Arial" panose="020B0604020202020204" pitchFamily="34" charset="0"/>
              </a:rPr>
              <a:t>variable -</a:t>
            </a:r>
            <a:r>
              <a:rPr lang="az-Latn-AZ" altLang="en-US" sz="1100">
                <a:latin typeface="Arial" panose="020B0604020202020204" pitchFamily="34" charset="0"/>
              </a:rPr>
              <a:t>ından istifadə edərək məhsul kolleksiyasını əldə edirik. Həmin kolleksiyanın içindən </a:t>
            </a:r>
            <a:r>
              <a:rPr lang="en-US" altLang="en-US" sz="1100" b="1">
                <a:latin typeface="Arial" panose="020B0604020202020204" pitchFamily="34" charset="0"/>
              </a:rPr>
              <a:t>$product-&gt;qty </a:t>
            </a:r>
            <a:r>
              <a:rPr lang="az-Latn-AZ" altLang="en-US" sz="1100">
                <a:latin typeface="Arial" panose="020B0604020202020204" pitchFamily="34" charset="0"/>
              </a:rPr>
              <a:t>yazaraq əlavə edilən məhsulun </a:t>
            </a:r>
            <a:r>
              <a:rPr lang="az-Latn-AZ" altLang="en-US" sz="1100" b="1">
                <a:latin typeface="Arial" panose="020B0604020202020204" pitchFamily="34" charset="0"/>
              </a:rPr>
              <a:t>miqdarını</a:t>
            </a:r>
            <a:r>
              <a:rPr lang="az-Latn-AZ" altLang="en-US" sz="1100">
                <a:latin typeface="Arial" panose="020B0604020202020204" pitchFamily="34" charset="0"/>
              </a:rPr>
              <a:t> çağırırıq və hər düymə kliklənəndə bir-bir həmin məhsulun miqdarını </a:t>
            </a:r>
            <a:r>
              <a:rPr lang="az-Latn-AZ" altLang="en-US" sz="1100" b="1">
                <a:latin typeface="Arial" panose="020B0604020202020204" pitchFamily="34" charset="0"/>
              </a:rPr>
              <a:t>artırırıq</a:t>
            </a:r>
            <a:r>
              <a:rPr lang="az-Latn-AZ" altLang="en-US" sz="11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Sonrada ekrana, `</a:t>
            </a:r>
            <a:r>
              <a:rPr lang="az-Latn-AZ" altLang="en-US" sz="1100" b="1">
                <a:latin typeface="Arial" panose="020B0604020202020204" pitchFamily="34" charset="0"/>
              </a:rPr>
              <a:t>məhsul uğurla əlavə edildi</a:t>
            </a:r>
            <a:r>
              <a:rPr lang="az-Latn-AZ" altLang="en-US" sz="1100">
                <a:latin typeface="Arial" panose="020B0604020202020204" pitchFamily="34" charset="0"/>
              </a:rPr>
              <a:t>` mesajını yazdırırıq.  </a:t>
            </a:r>
            <a:r>
              <a:rPr lang="az-Latn-AZ" altLang="en-US" sz="1100" b="1">
                <a:latin typeface="Arial" panose="020B0604020202020204" pitchFamily="34" charset="0"/>
              </a:rPr>
              <a:t>NOT</a:t>
            </a:r>
            <a:r>
              <a:rPr lang="az-Latn-AZ" altLang="en-US" sz="1100">
                <a:latin typeface="Arial" panose="020B0604020202020204" pitchFamily="34" charset="0"/>
              </a:rPr>
              <a:t>: </a:t>
            </a:r>
            <a:r>
              <a:rPr lang="az-Latn-AZ" altLang="en-US" sz="1100" b="1">
                <a:latin typeface="Arial" panose="020B0604020202020204" pitchFamily="34" charset="0"/>
              </a:rPr>
              <a:t>increment</a:t>
            </a:r>
            <a:r>
              <a:rPr lang="az-Latn-AZ" altLang="en-US" sz="1100">
                <a:latin typeface="Arial" panose="020B0604020202020204" pitchFamily="34" charset="0"/>
              </a:rPr>
              <a:t> ilə </a:t>
            </a:r>
            <a:r>
              <a:rPr lang="az-Latn-AZ" altLang="en-US" sz="1100" b="1">
                <a:latin typeface="Arial" panose="020B0604020202020204" pitchFamily="34" charset="0"/>
              </a:rPr>
              <a:t>decrement</a:t>
            </a:r>
            <a:r>
              <a:rPr lang="az-Latn-AZ" altLang="en-US" sz="1100">
                <a:latin typeface="Arial" panose="020B0604020202020204" pitchFamily="34" charset="0"/>
              </a:rPr>
              <a:t> yeri şəkildə səhf göstərilib. 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qtyD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ecrement() </a:t>
            </a:r>
            <a:r>
              <a:rPr lang="az-Latn-AZ" altLang="en-US" sz="1100">
                <a:latin typeface="Arial" panose="020B0604020202020204" pitchFamily="34" charset="0"/>
              </a:rPr>
              <a:t>funksiyasına bir sətr kod daha əlavə edəcəyik növbəti slaydda, çünki 1 məhsul qaldıqdan sonra minus ikonuna basdıqda həmin məhsul tamam yoxa çıxır səbətdən.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2776E-94B5-C99E-EA48-D159F5375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306" y="1828667"/>
            <a:ext cx="9812694" cy="502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B83DA-F9FB-9A6B-9142-6C16EB1A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37940-3291-FDA8-6FD3-A18AA926E1D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EFA75-B96B-41AC-9F55-6354A26D3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1748"/>
            <a:ext cx="12192000" cy="60462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792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252A7-2091-06EF-57DF-5766D4B4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1F602A-257C-321C-162C-F6103CB12FB8}"/>
              </a:ext>
            </a:extLst>
          </p:cNvPr>
          <p:cNvSpPr txBox="1"/>
          <p:nvPr/>
        </p:nvSpPr>
        <p:spPr>
          <a:xfrm>
            <a:off x="217715" y="255046"/>
            <a:ext cx="6490996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İF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şərt qoşaraq deyirik ki, əgər səbətdə 1 dənədən çox məhsul varsa onu azalt.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DDE133-95EA-D604-D852-A638C41B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361" y="0"/>
            <a:ext cx="5296639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93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87DD2-2DDD-4A57-A7ED-67DD8B1EE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B67681-3CB6-8A15-301E-4762641EAF2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9230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5201</TotalTime>
  <Words>154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347</cp:revision>
  <dcterms:created xsi:type="dcterms:W3CDTF">2025-04-12T11:00:44Z</dcterms:created>
  <dcterms:modified xsi:type="dcterms:W3CDTF">2025-06-22T05:14:44Z</dcterms:modified>
</cp:coreProperties>
</file>