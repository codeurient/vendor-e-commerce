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402" r:id="rId2"/>
    <p:sldId id="403" r:id="rId3"/>
    <p:sldId id="404" r:id="rId4"/>
    <p:sldId id="405" r:id="rId5"/>
    <p:sldId id="406" r:id="rId6"/>
    <p:sldId id="407" r:id="rId7"/>
    <p:sldId id="408" r:id="rId8"/>
    <p:sldId id="409" r:id="rId9"/>
    <p:sldId id="410" r:id="rId10"/>
    <p:sldId id="40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7158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70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749C7-6AF1-F06A-A691-2D0904BC13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2C4716-5D11-E496-5DF5-AB93EA15A6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9E0E94-60F8-08A9-8583-85A6278ED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25D2C0-6A6A-1795-39EA-D2B99B15C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2BA17-B8CF-C956-3BAE-ECF2A41AEF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018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E4FAB-ECDB-6D53-0A07-84E133763D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D70C78-0369-C0BE-6BB2-D67C83ABE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245DE9-8F3A-CEAA-D1C2-306A5613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587178-B98A-D066-38E8-24CFB058B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B8799-3851-FC31-4E82-08089736B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47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6F875-BFB8-8FD8-5E3C-9416CDA7F1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153BA-D9CE-5922-6C11-CD376A01D2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0B4814-23D3-15D6-6FC3-433D733281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2266-9332-467E-4D53-2BF8ADEA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3D8434-DD44-C9A5-27D2-7EAC962FF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081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652CAE-DE06-341E-4399-D3247E99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86EC78-459D-1859-3A8C-23C9704340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3B2326-0B17-AA7E-37C9-A0D57E0C65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513603-CDC7-61E2-FB0D-6BFB6A6BE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2E2347-24BA-CF10-BC28-F28F7AE14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F73D2A-6545-8CE3-BDFF-97D03FCBC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64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5EFA89-75CF-B6F5-A695-BFFAAFD11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1A08A-C068-1A71-3E79-E547D624D6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07B05D-38DE-BE94-FB07-AF9D6A161D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A06C2E-89D4-EB35-B9D0-D351F33095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F05CDE-AC67-E8D7-9D6D-BBF762834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B7A69AD-C843-7C5D-7182-A36BD90FB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254B3-794E-4494-3B5E-DE1DCA628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4F1B43F-C92B-F0FA-656F-E92189BB6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4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67411-FE25-2681-09D5-DB935A99D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FE1B3A5-4F90-10A7-0566-08E4450E4C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0FF90D-049A-DFA9-BF23-68E4966B2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7E56F7-4F2A-4C51-9C5C-8835FCB773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699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51AC7A-E461-EE51-26F7-CC09117CBE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B81DB4-6D20-0BDA-3385-6BAF06508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46EFEC-DC5C-F46F-8EAA-04375E470A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09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0668-6121-1429-0432-B6BF09E5A7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0563FA-56A9-8E9A-BBD8-686661F6B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CC895-906C-F45F-5CF8-150E2C9C7C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5A91AD-B0E4-CDF7-6232-9A3A1A150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7564E2-A2A5-D9F9-8BFF-1300F609D4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E45CD0-4772-47CB-4E04-C6E1952F2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101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21F8D-8D32-EE70-E8EA-1B8866D776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A5BE0A-1E41-E609-EAB4-29C2E47F28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500F1B-75F9-957E-DE9A-C579A7559B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6E0FB2-7BBC-670C-2E5E-848B63895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7B450-FBA6-ECFA-FC03-FD289B7CB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DBAF75-0F56-6503-A5C3-92BF31819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0777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E606-DAB7-60A0-54A7-30C3B8D6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B87FE-1B87-46EA-24B0-72582C455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4D04BF-24D2-C545-C9B2-9D42CE13E4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46315-527C-6299-AC4E-6D94F83BF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08BB5-AB62-C6DE-F7E6-DBC2A7398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5049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4A6F75-369E-75A6-2EAF-D30696F1A1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90A5E-6EAE-2D15-39D7-94A9D9813F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7F4FAA-D770-59F8-C832-3F038143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C525A2-B955-B961-6D9D-FF5E6ADFB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88462-29D7-245D-2CD3-BDC0A85CB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12018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A55957-9CB8-8100-91C5-8B38A9747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7E82F-E202-0B0E-3ADE-494F7BD719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383FE4-32CA-3C26-A3E2-C7EF744D7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102D2E-813C-461C-9963-687A650C48C0}" type="datetimeFigureOut">
              <a:rPr lang="en-US" smtClean="0"/>
              <a:t>6/18/2025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86C83-EFC7-D225-20F1-0A98A0F57A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307030-86F5-318F-153D-C5B50107E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3492E2-EBB2-495F-9EA7-B52B4F712D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2178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81AB92-A397-BC65-20DF-C145E2744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221A0AE-1D66-0150-514C-CE1A6B8F7766}"/>
              </a:ext>
            </a:extLst>
          </p:cNvPr>
          <p:cNvSpPr txBox="1"/>
          <p:nvPr/>
        </p:nvSpPr>
        <p:spPr>
          <a:xfrm>
            <a:off x="217714" y="255046"/>
            <a:ext cx="11756571" cy="18557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en-US" sz="1300">
                <a:latin typeface="Arial" panose="020B0604020202020204" pitchFamily="34" charset="0"/>
              </a:rPr>
              <a:t>B</a:t>
            </a:r>
            <a:r>
              <a:rPr lang="az-Latn-AZ" altLang="en-US" sz="1300">
                <a:latin typeface="Arial" panose="020B0604020202020204" pitchFamily="34" charset="0"/>
              </a:rPr>
              <a:t>u dərs</a:t>
            </a:r>
            <a:r>
              <a:rPr lang="en-US" altLang="en-US" sz="1300">
                <a:latin typeface="Arial" panose="020B0604020202020204" pitchFamily="34" charset="0"/>
              </a:rPr>
              <a:t>,</a:t>
            </a:r>
            <a:r>
              <a:rPr lang="az-Latn-AZ" altLang="en-US" sz="1300">
                <a:latin typeface="Arial" panose="020B0604020202020204" pitchFamily="34" charset="0"/>
              </a:rPr>
              <a:t> </a:t>
            </a:r>
            <a:r>
              <a:rPr lang="en-US" altLang="en-US" sz="1300" b="1" i="1">
                <a:latin typeface="Arial" panose="020B0604020202020204" pitchFamily="34" charset="0"/>
              </a:rPr>
              <a:t>Shopping Cart </a:t>
            </a:r>
            <a:r>
              <a:rPr lang="az-Latn-AZ" altLang="en-US" sz="1300">
                <a:latin typeface="Arial" panose="020B0604020202020204" pitchFamily="34" charset="0"/>
              </a:rPr>
              <a:t>üçün hazır bir paket quraşdıracağıq. Ancaq ilk öncə </a:t>
            </a:r>
            <a:r>
              <a:rPr lang="az-Latn-AZ" altLang="en-US" sz="1300" b="1">
                <a:latin typeface="Arial" panose="020B0604020202020204" pitchFamily="34" charset="0"/>
              </a:rPr>
              <a:t>ROUTE</a:t>
            </a:r>
            <a:r>
              <a:rPr lang="az-Latn-AZ" altLang="en-US" sz="1300">
                <a:latin typeface="Arial" panose="020B0604020202020204" pitchFamily="34" charset="0"/>
              </a:rPr>
              <a:t> və </a:t>
            </a:r>
            <a:r>
              <a:rPr lang="en-US" altLang="en-US" sz="1300" b="1">
                <a:latin typeface="Arial" panose="020B0604020202020204" pitchFamily="34" charset="0"/>
              </a:rPr>
              <a:t>VIEW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-larımızı hazır edə</a:t>
            </a:r>
            <a:r>
              <a:rPr lang="en-US" altLang="en-US" sz="1300">
                <a:latin typeface="Arial" panose="020B0604020202020204" pitchFamily="34" charset="0"/>
              </a:rPr>
              <a:t>ciyik</a:t>
            </a:r>
            <a:r>
              <a:rPr lang="az-Latn-AZ" altLang="en-US" sz="1300">
                <a:latin typeface="Arial" panose="020B0604020202020204" pitchFamily="34" charset="0"/>
              </a:rPr>
              <a:t>.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Bu şablonların görünüşü aşağıdakı kimi olacaqdır. </a:t>
            </a: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altLang="en-US" sz="13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en-US" sz="1300" b="1">
                <a:latin typeface="Arial" panose="020B0604020202020204" pitchFamily="34" charset="0"/>
              </a:rPr>
              <a:t>SHOP</a:t>
            </a:r>
            <a:r>
              <a:rPr lang="en-US" altLang="en-US" sz="1300">
                <a:latin typeface="Arial" panose="020B0604020202020204" pitchFamily="34" charset="0"/>
              </a:rPr>
              <a:t> </a:t>
            </a:r>
            <a:r>
              <a:rPr lang="az-Latn-AZ" altLang="en-US" sz="1300">
                <a:latin typeface="Arial" panose="020B0604020202020204" pitchFamily="34" charset="0"/>
              </a:rPr>
              <a:t>şablonu.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9F20F-1F13-2194-A6EC-185BC7778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1227" y="1782146"/>
            <a:ext cx="5809505" cy="49265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6611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13FCC-E5C4-2350-20C6-89DF22D1F3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1782941-0DB4-B0DA-A36A-31CA5EC69992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300" b="1">
                <a:latin typeface="Arial" panose="020B0604020202020204" pitchFamily="34" charset="0"/>
              </a:rPr>
              <a:t>CART</a:t>
            </a:r>
            <a:r>
              <a:rPr lang="az-Latn-AZ" altLang="en-US" sz="1300">
                <a:latin typeface="Arial" panose="020B0604020202020204" pitchFamily="34" charset="0"/>
              </a:rPr>
              <a:t> şablonu.</a:t>
            </a:r>
            <a:endParaRPr kumimoji="0" lang="en-US" altLang="en-US" sz="13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476E02-30B6-E12E-90E2-32538093D8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80054"/>
            <a:ext cx="12192000" cy="47779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6760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9CCE75-ED3A-C74C-B12F-52D881F93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670F3B6-0794-C5D1-5BDF-58CBBF4D141C}"/>
              </a:ext>
            </a:extLst>
          </p:cNvPr>
          <p:cNvSpPr txBox="1"/>
          <p:nvPr/>
        </p:nvSpPr>
        <p:spPr>
          <a:xfrm>
            <a:off x="217713" y="124418"/>
            <a:ext cx="11756571" cy="1838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latin typeface="Arial" panose="020B0604020202020204" pitchFamily="34" charset="0"/>
              </a:rPr>
              <a:t>Laravel Blade Components </a:t>
            </a:r>
            <a:r>
              <a:rPr lang="az-Latn-AZ" altLang="en-US" sz="1100">
                <a:latin typeface="Arial" panose="020B0604020202020204" pitchFamily="34" charset="0"/>
              </a:rPr>
              <a:t>sintaksisinə</a:t>
            </a:r>
            <a:r>
              <a:rPr lang="az-Latn-AZ" altLang="en-US" sz="1100" b="1">
                <a:latin typeface="Arial" panose="020B0604020202020204" pitchFamily="34" charset="0"/>
              </a:rPr>
              <a:t> </a:t>
            </a:r>
            <a:r>
              <a:rPr lang="az-Latn-AZ" altLang="en-US" sz="1100">
                <a:latin typeface="Arial" panose="020B0604020202020204" pitchFamily="34" charset="0"/>
              </a:rPr>
              <a:t>və </a:t>
            </a:r>
            <a:r>
              <a:rPr lang="az-Latn-AZ" altLang="en-US" sz="1100" b="1">
                <a:latin typeface="Arial" panose="020B0604020202020204" pitchFamily="34" charset="0"/>
              </a:rPr>
              <a:t>Slots</a:t>
            </a:r>
            <a:r>
              <a:rPr lang="az-Latn-AZ" altLang="en-US" sz="1100">
                <a:latin typeface="Arial" panose="020B0604020202020204" pitchFamily="34" charset="0"/>
              </a:rPr>
              <a:t> anlayışlarına əsaslanaraq şablonları yaradırıq. Bu sintaksis və anlayışlar, </a:t>
            </a:r>
            <a:r>
              <a:rPr lang="az-Latn-AZ" altLang="en-US" sz="1100" b="1">
                <a:latin typeface="Arial" panose="020B0604020202020204" pitchFamily="34" charset="0"/>
              </a:rPr>
              <a:t>Blade</a:t>
            </a:r>
            <a:r>
              <a:rPr lang="az-Latn-AZ" altLang="en-US" sz="1100">
                <a:latin typeface="Arial" panose="020B0604020202020204" pitchFamily="34" charset="0"/>
              </a:rPr>
              <a:t> şablon mühərrikinin daha təmiz, modular və yenidən istifadə oluna bilən strukturlar yaratmağa imkan verən xüsusiyyətləridir.</a:t>
            </a:r>
          </a:p>
          <a:p>
            <a:pPr>
              <a:lnSpc>
                <a:spcPct val="150000"/>
              </a:lnSpc>
              <a:buNone/>
            </a:pPr>
            <a:endParaRPr kumimoji="0" lang="az-Latn-AZ" altLang="en-US" sz="1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 b="1">
                <a:latin typeface="Arial" panose="020B0604020202020204" pitchFamily="34" charset="0"/>
              </a:rPr>
              <a:t>app.blade.php </a:t>
            </a:r>
            <a:r>
              <a:rPr lang="az-Latn-AZ" altLang="en-US" sz="1100">
                <a:latin typeface="Arial" panose="020B0604020202020204" pitchFamily="34" charset="0"/>
              </a:rPr>
              <a:t>faylını</a:t>
            </a:r>
            <a:r>
              <a:rPr lang="en-US" altLang="en-US" sz="1100">
                <a:latin typeface="Arial" panose="020B0604020202020204" pitchFamily="34" charset="0"/>
              </a:rPr>
              <a:t>,</a:t>
            </a:r>
            <a:r>
              <a:rPr lang="az-Latn-AZ" altLang="en-US" sz="1100">
                <a:latin typeface="Arial" panose="020B0604020202020204" pitchFamily="34" charset="0"/>
              </a:rPr>
              <a:t> component ( </a:t>
            </a:r>
            <a:r>
              <a:rPr lang="en-US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&lt;x-app-layout&gt;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100">
                <a:latin typeface="Arial" panose="020B0604020202020204" pitchFamily="34" charset="0"/>
              </a:rPr>
              <a:t>) kimi çağırırıq.</a:t>
            </a:r>
            <a:r>
              <a:rPr lang="en-US" altLang="en-US" sz="1100">
                <a:latin typeface="Arial" panose="020B0604020202020204" pitchFamily="34" charset="0"/>
              </a:rPr>
              <a:t> </a:t>
            </a:r>
            <a:r>
              <a:rPr lang="az-Latn-AZ" altLang="en-US" sz="1100">
                <a:latin typeface="Arial" panose="020B0604020202020204" pitchFamily="34" charset="0"/>
              </a:rPr>
              <a:t>Çağıran zaman isə </a:t>
            </a:r>
            <a:r>
              <a:rPr lang="en-US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&lt;x-app-layout&gt;</a:t>
            </a:r>
            <a:r>
              <a:rPr lang="az-Latn-AZ" altLang="en-US" sz="1100" b="1">
                <a:solidFill>
                  <a:srgbClr val="FF0000"/>
                </a:solidFill>
                <a:latin typeface="Arial" panose="020B0604020202020204" pitchFamily="34" charset="0"/>
              </a:rPr>
              <a:t> </a:t>
            </a:r>
            <a:r>
              <a:rPr lang="az-Latn-AZ" altLang="en-US" sz="1100">
                <a:latin typeface="Arial" panose="020B0604020202020204" pitchFamily="34" charset="0"/>
              </a:rPr>
              <a:t>içində yazılan hər şey </a:t>
            </a:r>
            <a:r>
              <a:rPr lang="en-US" altLang="en-US" sz="1100" b="1">
                <a:latin typeface="Arial" panose="020B0604020202020204" pitchFamily="34" charset="0"/>
              </a:rPr>
              <a:t>SLOT</a:t>
            </a:r>
            <a:r>
              <a:rPr lang="en-US" altLang="en-US" sz="1100">
                <a:latin typeface="Arial" panose="020B0604020202020204" pitchFamily="34" charset="0"/>
              </a:rPr>
              <a:t> </a:t>
            </a:r>
            <a:r>
              <a:rPr lang="az-Latn-AZ" altLang="en-US" sz="1100">
                <a:latin typeface="Arial" panose="020B0604020202020204" pitchFamily="34" charset="0"/>
              </a:rPr>
              <a:t>hesab edilir. Sonra isə </a:t>
            </a:r>
            <a:r>
              <a:rPr lang="en-US" altLang="en-US" sz="1100" b="1">
                <a:latin typeface="Arial" panose="020B0604020202020204" pitchFamily="34" charset="0"/>
              </a:rPr>
              <a:t>{{ $slot }} </a:t>
            </a:r>
            <a:r>
              <a:rPr lang="en-US" altLang="en-US" sz="1100">
                <a:latin typeface="Arial" panose="020B0604020202020204" pitchFamily="34" charset="0"/>
              </a:rPr>
              <a:t>yazaraq bu m</a:t>
            </a:r>
            <a:r>
              <a:rPr lang="az-Latn-AZ" altLang="en-US" sz="1100">
                <a:latin typeface="Arial" panose="020B0604020202020204" pitchFamily="34" charset="0"/>
              </a:rPr>
              <a:t>əlumatları </a:t>
            </a:r>
            <a:r>
              <a:rPr lang="az-Latn-AZ" altLang="en-US" sz="1100" b="1">
                <a:latin typeface="Arial" panose="020B0604020202020204" pitchFamily="34" charset="0"/>
              </a:rPr>
              <a:t>app.blade.php </a:t>
            </a:r>
            <a:r>
              <a:rPr lang="az-Latn-AZ" altLang="en-US" sz="1100">
                <a:latin typeface="Arial" panose="020B0604020202020204" pitchFamily="34" charset="0"/>
              </a:rPr>
              <a:t>faylına yerləşdiririk.</a:t>
            </a:r>
          </a:p>
          <a:p>
            <a:pPr>
              <a:lnSpc>
                <a:spcPct val="150000"/>
              </a:lnSpc>
              <a:buNone/>
            </a:pPr>
            <a:endParaRPr lang="az-Latn-AZ" altLang="en-US" sz="11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az-Latn-AZ" altLang="en-US" sz="1100">
                <a:latin typeface="Arial" panose="020B0604020202020204" pitchFamily="34" charset="0"/>
              </a:rPr>
              <a:t>Nəticə 1 və 2 ci slaydda olduğu kimidir....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6918C13-C0D0-1AC5-C9A1-4F7C67AD3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2220872"/>
            <a:ext cx="12192000" cy="463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838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9BB5E-0FF8-2EAC-7DAA-80442C2D8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713D020-4A4F-6912-4C19-1EE225C8162F}"/>
              </a:ext>
            </a:extLst>
          </p:cNvPr>
          <p:cNvSpPr txBox="1"/>
          <p:nvPr/>
        </p:nvSpPr>
        <p:spPr>
          <a:xfrm>
            <a:off x="217715" y="255046"/>
            <a:ext cx="7284098" cy="1720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az-Latn-AZ" altLang="en-US" sz="1200" b="1">
                <a:latin typeface="Arial" panose="020B0604020202020204" pitchFamily="34" charset="0"/>
              </a:rPr>
              <a:t>İndi isə</a:t>
            </a:r>
            <a:r>
              <a:rPr lang="az-Latn-AZ" altLang="en-US" sz="1200">
                <a:latin typeface="Arial" panose="020B0604020202020204" pitchFamily="34" charset="0"/>
              </a:rPr>
              <a:t>: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200" b="1">
                <a:latin typeface="Arial" panose="020B0604020202020204" pitchFamily="34" charset="0"/>
              </a:rPr>
              <a:t>Product</a:t>
            </a:r>
            <a:r>
              <a:rPr lang="az-Latn-AZ" altLang="en-US" sz="1200">
                <a:latin typeface="Arial" panose="020B0604020202020204" pitchFamily="34" charset="0"/>
              </a:rPr>
              <a:t> adında model yaradırıq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kumimoji="0" lang="az-Latn-AZ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Migration</a:t>
            </a:r>
            <a:r>
              <a:rPr kumimoji="0" lang="az-Latn-AZ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yaradırıq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200" b="1">
                <a:latin typeface="Arial" panose="020B0604020202020204" pitchFamily="34" charset="0"/>
              </a:rPr>
              <a:t>Public</a:t>
            </a:r>
            <a:r>
              <a:rPr lang="az-Latn-AZ" altLang="en-US" sz="1200">
                <a:latin typeface="Arial" panose="020B0604020202020204" pitchFamily="34" charset="0"/>
              </a:rPr>
              <a:t> qovluğunda </a:t>
            </a:r>
            <a:r>
              <a:rPr lang="az-Latn-AZ" altLang="en-US" sz="1200" b="1">
                <a:latin typeface="Arial" panose="020B0604020202020204" pitchFamily="34" charset="0"/>
              </a:rPr>
              <a:t>Uploads</a:t>
            </a:r>
            <a:r>
              <a:rPr lang="az-Latn-AZ" altLang="en-US" sz="1200">
                <a:latin typeface="Arial" panose="020B0604020202020204" pitchFamily="34" charset="0"/>
              </a:rPr>
              <a:t> adında qovluq yaradırıq və </a:t>
            </a:r>
            <a:r>
              <a:rPr lang="az-Latn-AZ" altLang="en-US" sz="1200" b="1">
                <a:latin typeface="Arial" panose="020B0604020202020204" pitchFamily="34" charset="0"/>
              </a:rPr>
              <a:t>manual</a:t>
            </a:r>
            <a:r>
              <a:rPr lang="az-Latn-AZ" altLang="en-US" sz="1200">
                <a:latin typeface="Arial" panose="020B0604020202020204" pitchFamily="34" charset="0"/>
              </a:rPr>
              <a:t> olaraq burada şəkillər əlavə edirik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200" b="1">
                <a:latin typeface="Arial" panose="020B0604020202020204" pitchFamily="34" charset="0"/>
              </a:rPr>
              <a:t>Migration</a:t>
            </a:r>
            <a:r>
              <a:rPr lang="az-Latn-AZ" altLang="en-US" sz="1200">
                <a:latin typeface="Arial" panose="020B0604020202020204" pitchFamily="34" charset="0"/>
              </a:rPr>
              <a:t> -nı migrate edirik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az-Latn-AZ" altLang="en-US" sz="1200">
                <a:latin typeface="Arial" panose="020B0604020202020204" pitchFamily="34" charset="0"/>
              </a:rPr>
              <a:t>Son olaraq da, </a:t>
            </a:r>
            <a:r>
              <a:rPr lang="az-Latn-AZ" altLang="en-US" sz="1200" b="1">
                <a:latin typeface="Arial" panose="020B0604020202020204" pitchFamily="34" charset="0"/>
              </a:rPr>
              <a:t>cədvələ manual </a:t>
            </a:r>
            <a:r>
              <a:rPr lang="az-Latn-AZ" altLang="en-US" sz="1200">
                <a:latin typeface="Arial" panose="020B0604020202020204" pitchFamily="34" charset="0"/>
              </a:rPr>
              <a:t>olaraq datalar əlavə edirik.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FD9D24-CF54-884F-5756-2D7DA766CE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13780" y="1"/>
            <a:ext cx="4578220" cy="28109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3297E1-D4F6-45B4-5C80-8A74161BDC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646705"/>
            <a:ext cx="12192000" cy="22112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292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82352-553A-D301-1C53-B6BBCD338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7F9D5A-CADB-57E3-F17A-C9DA0F8F96D1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74824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829C09-A692-8D1F-8A80-EFE1263CC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4F16820-ADD2-9D37-9414-CF068B355DE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63365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9F2A2-2BDE-E91A-C5B1-4A7832F23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236B543-9F63-D6C0-5B0B-133F11FC5177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3907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60546-540F-C566-3E95-A5D7719A6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0C5AC41-BE8C-699B-EAB0-78120BBA9C3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8515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21368-8416-2F3B-0336-D316A17F2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1183187-E26D-2D87-D02E-5861082E5CAA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408838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E25D7D-A080-F22B-7E8D-36EC82728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33F16A3-A6E8-401E-847B-09570DC6E4CB}"/>
              </a:ext>
            </a:extLst>
          </p:cNvPr>
          <p:cNvSpPr txBox="1"/>
          <p:nvPr/>
        </p:nvSpPr>
        <p:spPr>
          <a:xfrm>
            <a:off x="217714" y="255046"/>
            <a:ext cx="11756571" cy="3553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kumimoji="0" lang="en-US" altLang="en-US" sz="13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958383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2745</TotalTime>
  <Words>172</Words>
  <Application>Microsoft Office PowerPoint</Application>
  <PresentationFormat>Widescreen</PresentationFormat>
  <Paragraphs>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Admin</cp:lastModifiedBy>
  <cp:revision>339</cp:revision>
  <dcterms:created xsi:type="dcterms:W3CDTF">2025-04-12T11:00:44Z</dcterms:created>
  <dcterms:modified xsi:type="dcterms:W3CDTF">2025-06-18T19:26:25Z</dcterms:modified>
</cp:coreProperties>
</file>