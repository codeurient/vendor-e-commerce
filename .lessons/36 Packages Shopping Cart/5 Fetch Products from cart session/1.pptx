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02" r:id="rId2"/>
    <p:sldId id="403" r:id="rId3"/>
    <p:sldId id="404" r:id="rId4"/>
    <p:sldId id="405" r:id="rId5"/>
    <p:sldId id="406" r:id="rId6"/>
    <p:sldId id="407" r:id="rId7"/>
    <p:sldId id="408" r:id="rId8"/>
    <p:sldId id="40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19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1AB92-A397-BC65-20DF-C145E2744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21A0AE-1D66-0150-514C-CE1A6B8F7766}"/>
              </a:ext>
            </a:extLst>
          </p:cNvPr>
          <p:cNvSpPr txBox="1"/>
          <p:nvPr/>
        </p:nvSpPr>
        <p:spPr>
          <a:xfrm>
            <a:off x="217714" y="255046"/>
            <a:ext cx="11756571" cy="655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 b="1">
                <a:latin typeface="Arial" panose="020B0604020202020204" pitchFamily="34" charset="0"/>
              </a:rPr>
              <a:t>CART</a:t>
            </a:r>
            <a:r>
              <a:rPr lang="az-Latn-AZ" altLang="en-US" sz="1300">
                <a:latin typeface="Arial" panose="020B0604020202020204" pitchFamily="34" charset="0"/>
              </a:rPr>
              <a:t> klası ilə </a:t>
            </a:r>
            <a:r>
              <a:rPr lang="az-Latn-AZ" altLang="en-US" sz="1300" b="1">
                <a:latin typeface="Arial" panose="020B0604020202020204" pitchFamily="34" charset="0"/>
              </a:rPr>
              <a:t>session</a:t>
            </a:r>
            <a:r>
              <a:rPr lang="az-Latn-AZ" altLang="en-US" sz="1300">
                <a:latin typeface="Arial" panose="020B0604020202020204" pitchFamily="34" charset="0"/>
              </a:rPr>
              <a:t> -larda saxlanılan dataları əldə etmək üçün həmin klasın </a:t>
            </a:r>
            <a:r>
              <a:rPr lang="az-Latn-AZ" altLang="en-US" sz="1300" b="1">
                <a:latin typeface="Arial" panose="020B0604020202020204" pitchFamily="34" charset="0"/>
              </a:rPr>
              <a:t>content() </a:t>
            </a:r>
            <a:r>
              <a:rPr lang="az-Latn-AZ" altLang="en-US" sz="1300">
                <a:latin typeface="Arial" panose="020B0604020202020204" pitchFamily="34" charset="0"/>
              </a:rPr>
              <a:t>metodundan istifadə edə bilərk. Bu haqqda </a:t>
            </a:r>
            <a:r>
              <a:rPr lang="az-Latn-AZ" altLang="en-US" sz="1300" b="1">
                <a:latin typeface="Arial" panose="020B0604020202020204" pitchFamily="34" charset="0"/>
              </a:rPr>
              <a:t>Cart</a:t>
            </a:r>
            <a:r>
              <a:rPr lang="az-Latn-AZ" altLang="en-US" sz="1300">
                <a:latin typeface="Arial" panose="020B0604020202020204" pitchFamily="34" charset="0"/>
              </a:rPr>
              <a:t> klasının yaradıldığı paketində yazılmışdır.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34088D-A3BD-F156-A4C7-791B328405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79284"/>
            <a:ext cx="12192000" cy="3754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611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13FCC-E5C4-2350-20C6-89DF22D1F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782941-0DB4-B0DA-A36A-31CA5EC69992}"/>
              </a:ext>
            </a:extLst>
          </p:cNvPr>
          <p:cNvSpPr txBox="1"/>
          <p:nvPr/>
        </p:nvSpPr>
        <p:spPr>
          <a:xfrm>
            <a:off x="217714" y="255046"/>
            <a:ext cx="4223657" cy="2155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Bu kodu sadəcə dataların mövcud olub olmadığını yoxlamaq üçün yazdıq.  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Artıq silə bilərik və həmin </a:t>
            </a:r>
            <a:r>
              <a:rPr lang="az-Latn-AZ" altLang="en-US" sz="1300" b="1">
                <a:latin typeface="Arial" panose="020B0604020202020204" pitchFamily="34" charset="0"/>
              </a:rPr>
              <a:t>Cart</a:t>
            </a:r>
            <a:r>
              <a:rPr lang="en-US" altLang="en-US" sz="1300" b="1">
                <a:latin typeface="Arial" panose="020B0604020202020204" pitchFamily="34" charset="0"/>
              </a:rPr>
              <a:t>::content() </a:t>
            </a:r>
            <a:r>
              <a:rPr lang="az-Latn-AZ" altLang="en-US" sz="1300">
                <a:latin typeface="Arial" panose="020B0604020202020204" pitchFamily="34" charset="0"/>
              </a:rPr>
              <a:t>kodunu birbaşa şablonda </a:t>
            </a:r>
            <a:r>
              <a:rPr lang="az-Latn-AZ" altLang="en-US" sz="1300" b="1">
                <a:latin typeface="Arial" panose="020B0604020202020204" pitchFamily="34" charset="0"/>
              </a:rPr>
              <a:t>foreach</a:t>
            </a:r>
            <a:r>
              <a:rPr lang="az-Latn-AZ" altLang="en-US" sz="1300">
                <a:latin typeface="Arial" panose="020B0604020202020204" pitchFamily="34" charset="0"/>
              </a:rPr>
              <a:t> konstruktoru içində çağıraraq məlumatları tək-tək əldə edə bilərik. Növbəti slayd.....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19605A-C74F-A378-AF93-A5B7E4C778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0991" y="0"/>
            <a:ext cx="752100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607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AF25C-EC90-7188-8881-7C66A40EF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3FA7583-4372-A593-8381-9EF30000059E}"/>
              </a:ext>
            </a:extLst>
          </p:cNvPr>
          <p:cNvSpPr txBox="1"/>
          <p:nvPr/>
        </p:nvSpPr>
        <p:spPr>
          <a:xfrm>
            <a:off x="217715" y="255046"/>
            <a:ext cx="2096278" cy="655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Dataları şablona göndəririk....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67948F-8E3A-CE5D-BF0E-D646D66AE6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7705" y="0"/>
            <a:ext cx="96742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6632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ED50D-60D5-53CF-DFA0-6BBE4BD2E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C72693D-E636-79E5-9DC7-BA26BC775BBA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176999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88B88-EE32-5E7E-FDFD-209D426A7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3BF9904-B050-B99E-6B6C-E4B6F0F71218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655825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118CB8-1706-8847-6712-9D1A1E1A5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6B75BA9-C4E0-D988-21D5-ED8801067B3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166746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29C81-F5C0-8421-E537-F1C5BD55D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D611F1-B903-AA06-D2CB-76A2516E77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93075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2410</TotalTime>
  <Words>73</Words>
  <Application>Microsoft Office PowerPoint</Application>
  <PresentationFormat>Widescreen</PresentationFormat>
  <Paragraphs>10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337</cp:revision>
  <dcterms:created xsi:type="dcterms:W3CDTF">2025-04-12T11:00:44Z</dcterms:created>
  <dcterms:modified xsi:type="dcterms:W3CDTF">2025-06-20T06:21:42Z</dcterms:modified>
</cp:coreProperties>
</file>