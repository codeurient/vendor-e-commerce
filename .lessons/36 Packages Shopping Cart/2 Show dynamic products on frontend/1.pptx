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-lar üçün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CartController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adında kontroller yaradırıq.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8B29F5-1CCC-006D-4A4D-B65029AB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53927"/>
            <a:ext cx="12192000" cy="530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Məıumatlar DB -dən çəkərək şablona göndəririk.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D7DBE-453F-77DE-9063-99E91160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20" y="1421856"/>
            <a:ext cx="10204580" cy="543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2238F-D25E-979A-A657-222F997F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DCE99C-2C42-1589-E05E-DB3D5D02013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866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A49B-D71E-20AB-8385-7D5433C5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3CD830-35A5-CE86-CC86-BEB4938DFB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7902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EAA6-9F6A-F6B5-B822-35B3D492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B9A1D-D02D-245C-6A70-95CB1B5D2AB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24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E542-C8BE-0F73-AE11-D0D8246C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71B32-9164-3615-5605-0B748C2C671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817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22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2025-06-19T04:05:41Z</dcterms:modified>
</cp:coreProperties>
</file>