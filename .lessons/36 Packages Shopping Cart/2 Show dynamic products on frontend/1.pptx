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2" r:id="rId2"/>
    <p:sldId id="403" r:id="rId3"/>
    <p:sldId id="400" r:id="rId4"/>
    <p:sldId id="404" r:id="rId5"/>
    <p:sldId id="405" r:id="rId6"/>
    <p:sldId id="406" r:id="rId7"/>
    <p:sldId id="40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70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Route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-lar üçün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CartController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adında kontroller yaradırıq.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8B29F5-1CCC-006D-4A4D-B65029AB5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553927"/>
            <a:ext cx="12192000" cy="5304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Məıumatlar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DB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-dən çəkərək şablona göndəririk.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0D7DBE-453F-77DE-9063-99E91160E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420" y="1421856"/>
            <a:ext cx="10204580" cy="543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B48E1D-B8AC-11D7-0D9F-1D3FAFD38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96" y="0"/>
            <a:ext cx="11547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2238F-D25E-979A-A657-222F997F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DCE99C-2C42-1589-E05E-DB3D5D020135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8668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DA49B-D71E-20AB-8385-7D5433C5F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3CD830-35A5-CE86-CC86-BEB4938DFBE7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47902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4EAA6-9F6A-F6B5-B822-35B3D492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CB9A1D-D02D-245C-6A70-95CB1B5D2AB3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6245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AE542-C8BE-0F73-AE11-D0D8246C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071B32-9164-3615-5605-0B748C2C671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4817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2916</TotalTime>
  <Words>22</Words>
  <Application>Microsoft Office PowerPoint</Application>
  <PresentationFormat>Widescreen</PresentationFormat>
  <Paragraphs>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336</cp:revision>
  <dcterms:created xsi:type="dcterms:W3CDTF">2025-04-12T11:00:44Z</dcterms:created>
  <dcterms:modified xsi:type="dcterms:W3CDTF">2025-06-19T06:29:29Z</dcterms:modified>
</cp:coreProperties>
</file>