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Səbətə məhsul əlavə etmək üçün `</a:t>
            </a:r>
            <a:r>
              <a:rPr lang="az-Latn-AZ" altLang="en-US" sz="1300" b="1">
                <a:latin typeface="Arial" panose="020B0604020202020204" pitchFamily="34" charset="0"/>
              </a:rPr>
              <a:t>https://github.com/anayarojo/laravel-shopping-cart</a:t>
            </a:r>
            <a:r>
              <a:rPr lang="az-Latn-AZ" altLang="en-US" sz="1300">
                <a:latin typeface="Arial" panose="020B0604020202020204" pitchFamily="34" charset="0"/>
              </a:rPr>
              <a:t>` linkinə daxil olaraq hazır paket quraşdırırıq. Bu paket vasitəsi ilə səbətə yeni </a:t>
            </a:r>
            <a:r>
              <a:rPr lang="az-Latn-AZ" altLang="en-US" sz="1300" b="1">
                <a:latin typeface="Arial" panose="020B0604020202020204" pitchFamily="34" charset="0"/>
              </a:rPr>
              <a:t>item</a:t>
            </a:r>
            <a:r>
              <a:rPr lang="az-Latn-AZ" altLang="en-US" sz="1300">
                <a:latin typeface="Arial" panose="020B0604020202020204" pitchFamily="34" charset="0"/>
              </a:rPr>
              <a:t> əlavə edildikdə həmin məhsul </a:t>
            </a:r>
            <a:r>
              <a:rPr lang="az-Latn-AZ" altLang="en-US" sz="1300" b="1">
                <a:latin typeface="Arial" panose="020B0604020202020204" pitchFamily="34" charset="0"/>
              </a:rPr>
              <a:t>Sessiyada</a:t>
            </a:r>
            <a:r>
              <a:rPr lang="az-Latn-AZ" altLang="en-US" sz="1300">
                <a:latin typeface="Arial" panose="020B0604020202020204" pitchFamily="34" charset="0"/>
              </a:rPr>
              <a:t> saxlanılacaq və sonra isə bu məhsulu </a:t>
            </a:r>
            <a:r>
              <a:rPr lang="az-Latn-AZ" altLang="en-US" sz="1300" b="1">
                <a:latin typeface="Arial" panose="020B0604020202020204" pitchFamily="34" charset="0"/>
              </a:rPr>
              <a:t>sessiyadan</a:t>
            </a:r>
            <a:r>
              <a:rPr lang="az-Latn-AZ" altLang="en-US" sz="1300">
                <a:latin typeface="Arial" panose="020B0604020202020204" pitchFamily="34" charset="0"/>
              </a:rPr>
              <a:t> əldə edərək </a:t>
            </a:r>
            <a:r>
              <a:rPr lang="az-Latn-AZ" altLang="en-US" sz="1300" b="1">
                <a:latin typeface="Arial" panose="020B0604020202020204" pitchFamily="34" charset="0"/>
              </a:rPr>
              <a:t>`/cart</a:t>
            </a:r>
            <a:r>
              <a:rPr lang="az-Latn-AZ" altLang="en-US" sz="1300">
                <a:latin typeface="Arial" panose="020B0604020202020204" pitchFamily="34" charset="0"/>
              </a:rPr>
              <a:t>`  şablonuna göndərəcəyik.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8B416-9D8E-02FF-D455-B40F80F61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322" y="1726163"/>
            <a:ext cx="9395678" cy="484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51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334</cp:revision>
  <dcterms:created xsi:type="dcterms:W3CDTF">2025-04-12T11:00:44Z</dcterms:created>
  <dcterms:modified xsi:type="dcterms:W3CDTF">2025-06-19T18:06:14Z</dcterms:modified>
</cp:coreProperties>
</file>