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9" r:id="rId2"/>
    <p:sldId id="413" r:id="rId3"/>
    <p:sldId id="414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30" r:id="rId17"/>
    <p:sldId id="431" r:id="rId18"/>
    <p:sldId id="432" r:id="rId19"/>
    <p:sldId id="41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05EA-4A6E-B2E2-45E0-007643EC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64284E-9F0A-A80B-8150-5991076B90A6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highlight>
                  <a:srgbClr val="FFFF00"/>
                </a:highlight>
                <a:latin typeface="Arial" panose="020B0604020202020204" pitchFamily="34" charset="0"/>
              </a:rPr>
              <a:t>NOT</a:t>
            </a:r>
            <a:r>
              <a:rPr lang="en-US" altLang="en-US" sz="1300">
                <a:latin typeface="Arial" panose="020B0604020202020204" pitchFamily="34" charset="0"/>
              </a:rPr>
              <a:t>: Kodlar</a:t>
            </a:r>
            <a:r>
              <a:rPr lang="az-Latn-AZ" altLang="en-US" sz="1300">
                <a:latin typeface="Arial" panose="020B0604020202020204" pitchFamily="34" charset="0"/>
              </a:rPr>
              <a:t>ı 59-9 nömrəli qovluqdan götürün.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Həmin qovluğa qədər edilən dəyişikliklər</a:t>
            </a:r>
            <a:r>
              <a:rPr lang="az-Latn-AZ" altLang="en-US" sz="1300">
                <a:latin typeface="Arial" panose="020B0604020202020204" pitchFamily="34" charset="0"/>
              </a:rPr>
              <a:t>in olduğu kodlar 1,2,3,4,5,6,7 və 8 nömrəli qovluqlarda olmuyacaq.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949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saytda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olaraq daxil olaq. Şifrə 11111111 -dir.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86D3CC-F8AC-9712-EBFD-32CA62D8E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64" y="625678"/>
            <a:ext cx="10677236" cy="623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VENDOR üçün shop-profile adında qovluq və içində boş index.blade.php faylı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38F048-1920-A444-67D8-DE142860A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775" y="0"/>
            <a:ext cx="1839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46C46-9B44-D49F-40DB-EF9820C06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4DF28-C320-F2E9-D71E-C265D8E9C1B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resources\views\vendor\dashboard\layouts\sidebar.blade.php</a:t>
            </a:r>
            <a:r>
              <a:rPr lang="az-Latn-AZ" altLang="en-US" sz="1300">
                <a:latin typeface="Arial" panose="020B0604020202020204" pitchFamily="34" charset="0"/>
              </a:rPr>
              <a:t> - faylına şəkildəki kimi əlavə edərək bəzi lazımsız sətrləri silirik.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BDDA8AF-2F3B-C5D6-64A1-EAE9FBA67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727"/>
            <a:ext cx="7989455" cy="60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17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62ED-D578-7119-A6B2-146859E3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BDDF00-0C32-E478-F650-0F9D6D0B25A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İlkin nəticə belədir.</a:t>
            </a:r>
            <a:endParaRPr kumimoji="0" lang="en-US" altLang="en-US" sz="1300" b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F47FD2-A893-5A69-286A-0699F1B00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1263"/>
            <a:ext cx="12192000" cy="25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49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0709-D189-9B52-19DB-5D6B2F33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F601D9-65EA-8E4C-8329-4FD5ABC464B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</a:t>
            </a:r>
            <a:r>
              <a:rPr lang="en-US" altLang="en-US" sz="1300" b="1">
                <a:latin typeface="Arial" panose="020B0604020202020204" pitchFamily="34" charset="0"/>
              </a:rPr>
              <a:t>VendorShopProfileController.php</a:t>
            </a:r>
            <a:r>
              <a:rPr lang="en-US" altLang="en-US" sz="1300">
                <a:latin typeface="Arial" panose="020B0604020202020204" pitchFamily="34" charset="0"/>
              </a:rPr>
              <a:t> - controller </a:t>
            </a:r>
            <a:r>
              <a:rPr lang="az-Latn-AZ" altLang="en-US" sz="1300">
                <a:latin typeface="Arial" panose="020B0604020202020204" pitchFamily="34" charset="0"/>
              </a:rPr>
              <a:t>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1AE94B3-8152-2B3E-593A-8115FBAE9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38" y="785091"/>
            <a:ext cx="10696317" cy="607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0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B66B7-A092-7AB1-C563-8A7F4E70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923C88-1644-A23D-C35E-54DD7C3A8D7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route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7B8624-9676-08DD-4E5B-4199B5D6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491" y="341202"/>
            <a:ext cx="9476509" cy="651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7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EA59-5E1A-4523-E4AF-47C8C69F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A4861A-827C-8A3C-06B7-860AE494296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şablonu return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E61767B-1203-A0FB-90FE-BE7CDECED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810" y="0"/>
            <a:ext cx="8366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9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E069E-AC9D-42DF-1EAF-9411B835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79D32E-9EBD-7FF4-25FB-3B752379236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layouts</a:t>
            </a:r>
            <a:r>
              <a:rPr lang="az-Latn-AZ" altLang="en-US" sz="1300">
                <a:latin typeface="Arial" panose="020B0604020202020204" pitchFamily="34" charset="0"/>
              </a:rPr>
              <a:t> qovluğunu </a:t>
            </a:r>
            <a:r>
              <a:rPr lang="az-Latn-AZ" altLang="en-US" sz="1300" b="1">
                <a:latin typeface="Arial" panose="020B0604020202020204" pitchFamily="34" charset="0"/>
              </a:rPr>
              <a:t>dashboard</a:t>
            </a:r>
            <a:r>
              <a:rPr lang="az-Latn-AZ" altLang="en-US" sz="1300">
                <a:latin typeface="Arial" panose="020B0604020202020204" pitchFamily="34" charset="0"/>
              </a:rPr>
              <a:t> qovluğunun içindən bir pillə geriyə çıxardırıq.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68298E-7010-17F6-E721-AE82800B6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964" y="2400156"/>
            <a:ext cx="2934109" cy="2057687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66288EF-5300-F100-6EDD-A93744F9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234" y="2400156"/>
            <a:ext cx="3889530" cy="205768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0FB3181-8062-4A5E-74D5-F85FF73D4CD2}"/>
              </a:ext>
            </a:extLst>
          </p:cNvPr>
          <p:cNvSpPr/>
          <p:nvPr/>
        </p:nvSpPr>
        <p:spPr>
          <a:xfrm>
            <a:off x="5703454" y="3177309"/>
            <a:ext cx="785091" cy="54494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40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3877-C99C-9C5C-B92A-B6775E82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75D2F-2CDE-113B-A76A-B325FE701F97}"/>
              </a:ext>
            </a:extLst>
          </p:cNvPr>
          <p:cNvSpPr txBox="1"/>
          <p:nvPr/>
        </p:nvSpPr>
        <p:spPr>
          <a:xfrm>
            <a:off x="0" y="0"/>
            <a:ext cx="12192000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resources\views\vendor\dashboard\dashboard.blade.php</a:t>
            </a:r>
            <a:r>
              <a:rPr lang="az-Latn-AZ" altLang="en-US" sz="1200" b="1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və </a:t>
            </a:r>
            <a:r>
              <a:rPr lang="en-US" altLang="en-US" sz="1200" b="1">
                <a:latin typeface="Arial" panose="020B0604020202020204" pitchFamily="34" charset="0"/>
              </a:rPr>
              <a:t>resources\views\vendor\dashboard\profile.blade.php</a:t>
            </a:r>
            <a:r>
              <a:rPr lang="az-Latn-AZ" altLang="en-US" sz="1200" b="1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faylındakı yolları düzəldirik.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209D8C4-EDC0-C271-4F83-3E1A830A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923"/>
            <a:ext cx="8020900" cy="2771078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FC6F0B9-AC2E-1AC9-931E-4B1E73D84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0304"/>
            <a:ext cx="7989455" cy="2947696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7D9A9959-AB55-4EDC-5FA1-B3F2EE056C06}"/>
              </a:ext>
            </a:extLst>
          </p:cNvPr>
          <p:cNvSpPr/>
          <p:nvPr/>
        </p:nvSpPr>
        <p:spPr>
          <a:xfrm>
            <a:off x="3765686" y="3540343"/>
            <a:ext cx="277091" cy="25861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0BD822-6123-409A-D2B5-0C82A3FE6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717" y="657923"/>
            <a:ext cx="2528283" cy="122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73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6F6B-47A3-70C3-E13C-AEF5DCFF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675DC8-AFD7-43BF-5A10-09EA593A5E5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Keçid üçün link veririk.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E664C0E-C355-24E5-B86B-F4F279519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855" y="666514"/>
            <a:ext cx="9892145" cy="619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7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14A0-CC2A-7C80-F349-2FCA91286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A41F5-EF87-5FAC-5932-D748A386821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resources\views\vendor\shop-profile\index.blade.php - </a:t>
            </a:r>
            <a:r>
              <a:rPr lang="az-Latn-AZ" altLang="en-US" sz="1300">
                <a:latin typeface="Arial" panose="020B0604020202020204" pitchFamily="34" charset="0"/>
              </a:rPr>
              <a:t>faylına yapışdırma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12F27B-2EA6-4697-99B9-B64204FDD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290" y="799258"/>
            <a:ext cx="10187709" cy="605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81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64F37-B5FA-24F0-81ED-F0F998A2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4F8713-8297-8DBE-280C-19DF0A22CA8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0A9DD14-0DB5-9D31-09C2-D61BE37A3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130" y="0"/>
            <a:ext cx="9839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41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32BCC-74BC-2F6B-5959-BAE82CA2D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49B565-FCE6-C031-D8AF-0E5B5E21017E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resources\views\admin\</a:t>
            </a:r>
            <a:r>
              <a:rPr lang="en-US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vendor-profile\index.blade.php </a:t>
            </a:r>
            <a:r>
              <a:rPr lang="az-Latn-AZ" altLang="en-US" sz="1300">
                <a:latin typeface="Arial" panose="020B0604020202020204" pitchFamily="34" charset="0"/>
              </a:rPr>
              <a:t>faylından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form</a:t>
            </a:r>
            <a:r>
              <a:rPr lang="az-Latn-AZ" altLang="en-US" sz="1300">
                <a:latin typeface="Arial" panose="020B0604020202020204" pitchFamily="34" charset="0"/>
              </a:rPr>
              <a:t> elementlərini </a:t>
            </a:r>
            <a:r>
              <a:rPr lang="en-US" altLang="en-US" sz="1300" b="1">
                <a:latin typeface="Arial" panose="020B0604020202020204" pitchFamily="34" charset="0"/>
              </a:rPr>
              <a:t>resources\views\vendor\</a:t>
            </a:r>
            <a:r>
              <a:rPr lang="en-US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shop-profile\index.blade.php</a:t>
            </a:r>
            <a:r>
              <a:rPr lang="az-Latn-AZ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faylına köçürürük.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lementlərin dəyərlərini daha sonra dəyişərik.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BE04149-7DBE-7ADC-FB9E-B75FC87F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921"/>
            <a:ext cx="10575636" cy="548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95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C161-7A4E-7297-3E4B-47BC78D3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0935A2-D677-6C0C-89F7-29280E2E7FA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Yeni bir VENDOR əlavə etmək üçün Seeder yaradırıq. Sonra seeder -ı işə salırıq və yeni satıcı verilənlər bazasında yaradılır. Növbəti slayd...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350862B-09E7-2649-4486-6888315AD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970"/>
            <a:ext cx="12192000" cy="639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12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1731D-C857-95F6-3A26-F66483D7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35656-DACD-9514-7D01-7BCA86971A1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əlavə edilən yeni satıcı profili.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A3ED8A-570F-5394-BCFC-18A64A78B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9465"/>
            <a:ext cx="12192000" cy="31385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24129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77BD-5873-3DD9-1C93-062110AC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A2C6D-3303-205B-04AB-D2E7D6E031C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VENDOR modelini controllerdə çağıraraq, satıcı profilinin məlumatlarını şablona göndəririk.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632FDC5-1ED1-EF1A-1DA2-A443A058F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089"/>
            <a:ext cx="12192000" cy="635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86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FA745-1891-9D0A-5227-FF8486F0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C4F78-2F51-1F6E-4E27-3F1C59EDF815}"/>
              </a:ext>
            </a:extLst>
          </p:cNvPr>
          <p:cNvSpPr txBox="1"/>
          <p:nvPr/>
        </p:nvSpPr>
        <p:spPr>
          <a:xfrm>
            <a:off x="0" y="0"/>
            <a:ext cx="6896017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belədir.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Description</a:t>
            </a:r>
            <a:r>
              <a:rPr lang="az-Latn-AZ" altLang="en-US" sz="1300">
                <a:latin typeface="Arial" panose="020B0604020202020204" pitchFamily="34" charset="0"/>
              </a:rPr>
              <a:t> -a fikir verməyin hələki.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screenshot of a social media profile&#10;&#10;AI-generated content may be incorrect.">
            <a:extLst>
              <a:ext uri="{FF2B5EF4-FFF2-40B4-BE49-F238E27FC236}">
                <a16:creationId xmlns:a16="http://schemas.microsoft.com/office/drawing/2014/main" id="{3C427025-FBAD-D70D-185B-2FB6A7FA1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017" y="0"/>
            <a:ext cx="5295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51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5560</TotalTime>
  <Words>261</Words>
  <Application>Microsoft Office PowerPoint</Application>
  <PresentationFormat>Widescreen</PresentationFormat>
  <Paragraphs>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385</cp:revision>
  <dcterms:created xsi:type="dcterms:W3CDTF">2025-04-12T11:00:44Z</dcterms:created>
  <dcterms:modified xsi:type="dcterms:W3CDTF">2025-12-22T19:57:47Z</dcterms:modified>
</cp:coreProperties>
</file>