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6" r:id="rId4"/>
    <p:sldId id="417" r:id="rId5"/>
    <p:sldId id="418" r:id="rId6"/>
    <p:sldId id="415" r:id="rId7"/>
    <p:sldId id="419" r:id="rId8"/>
    <p:sldId id="420" r:id="rId9"/>
    <p:sldId id="421" r:id="rId10"/>
    <p:sldId id="422" r:id="rId11"/>
    <p:sldId id="423" r:id="rId12"/>
    <p:sldId id="42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4EC66C-A195-F2D8-FA43-5C3703A27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40" y="2614499"/>
            <a:ext cx="10174120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CF9EAC-076D-A2AD-D791-AE4C1B36B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50" y="918812"/>
            <a:ext cx="11107700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1762E-C69D-13C3-8E8F-249AD8404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95D7AD-3590-E9D7-9FFD-CAB02F9A73C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AC81C-EFFA-AD06-EE1C-CE559D7E5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482" y="0"/>
            <a:ext cx="85310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8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DA6E-CB49-DFF1-70CB-8ED87F78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30EE58-1BB7-4A2E-E223-67F3E905387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3B22D1-362C-8D5D-8475-5859B15A1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42" y="2738341"/>
            <a:ext cx="782111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30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FBB4-30A2-2D6C-DA22-AB179823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F905EE-66DB-E051-4E8F-9B5476EC4A4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18263A-95F0-31D0-5251-B5C31CDB4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720" y="0"/>
            <a:ext cx="70465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3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5E7983-3C0C-30F1-3166-B6C37FF44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29" y="0"/>
            <a:ext cx="110831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E6B7A-EFF2-6F7A-EBC6-B82ACC8D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F7EAAB-5A63-3A30-8695-3E8B8E18448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D6CCAE-DC25-A86C-4165-5CC3F21FF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5876"/>
            <a:ext cx="12192000" cy="332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8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3D60E-6EF0-DDCC-D378-8F76AF419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9C05BA-03C1-BAD4-B23F-F562AD3AD4A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4E18D-42C6-F551-F085-7A46C6D0F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752"/>
            <a:ext cx="12192000" cy="43824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22721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F4F67-38BF-10A7-3839-A6365724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27BBA9-B381-ECC4-6AEC-F8643169C64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3D84EA-ED0D-680A-CD51-D1C7E32EA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437" y="0"/>
            <a:ext cx="6431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572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21E3-2EE7-ACFF-BFD9-2B0D4640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BFDBB2-E2D3-143F-7A1F-3786145B166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80782-28D0-2D26-D486-C4426E0F5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269"/>
            <a:ext cx="12192000" cy="49174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91404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D4986-3725-E191-511B-CE9B8A55E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91218B-52E3-8813-BDFB-97E3DB31333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547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901AD-A3D5-8B4D-3AAB-FF3BCEDC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CAD0C1-ED2D-6E35-5890-BF4F593C28A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6987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4707</TotalTime>
  <Words>12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362</cp:revision>
  <dcterms:created xsi:type="dcterms:W3CDTF">2025-04-12T11:00:44Z</dcterms:created>
  <dcterms:modified xsi:type="dcterms:W3CDTF">2025-12-21T10:49:45Z</dcterms:modified>
</cp:coreProperties>
</file>