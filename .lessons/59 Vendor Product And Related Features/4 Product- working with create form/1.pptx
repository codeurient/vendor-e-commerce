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6" r:id="rId3"/>
    <p:sldId id="417" r:id="rId4"/>
    <p:sldId id="418" r:id="rId5"/>
    <p:sldId id="419" r:id="rId6"/>
    <p:sldId id="414" r:id="rId7"/>
    <p:sldId id="420" r:id="rId8"/>
    <p:sldId id="421" r:id="rId9"/>
    <p:sldId id="424" r:id="rId10"/>
    <p:sldId id="425" r:id="rId11"/>
    <p:sldId id="426" r:id="rId12"/>
    <p:sldId id="427" r:id="rId13"/>
    <p:sldId id="422" r:id="rId14"/>
    <p:sldId id="428" r:id="rId15"/>
    <p:sldId id="429" r:id="rId16"/>
    <p:sldId id="430" r:id="rId17"/>
    <p:sldId id="431" r:id="rId18"/>
    <p:sldId id="423" r:id="rId19"/>
    <p:sldId id="41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08:53:45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24575,'35'0'0,"51"0"0,49 0 0,99 0 0,83 0 0,40 0-1911,16 0 1911,10 0 0,-7 0 0,-25-5 0,-45 0 0,-66-1 204,-66 2-204,-53 1 0,-47 1-6484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customXml" Target="../ink/ink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index.blade.php</a:t>
            </a:r>
            <a:r>
              <a:rPr lang="az-Latn-AZ" altLang="en-US" sz="1300">
                <a:latin typeface="Arial" panose="020B0604020202020204" pitchFamily="34" charset="0"/>
              </a:rPr>
              <a:t> faylını copy </a:t>
            </a:r>
            <a:r>
              <a:rPr lang="en-US" altLang="en-US" sz="1300">
                <a:latin typeface="Arial" panose="020B0604020202020204" pitchFamily="34" charset="0"/>
              </a:rPr>
              <a:t>-&gt; </a:t>
            </a:r>
            <a:r>
              <a:rPr lang="az-Latn-AZ" altLang="en-US" sz="1300">
                <a:latin typeface="Arial" panose="020B0604020202020204" pitchFamily="34" charset="0"/>
              </a:rPr>
              <a:t>past edirik.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Adını create.blade.php qoyuruq.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6AFF6-2008-AB02-E9AB-8D54C99F6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12" y="0"/>
            <a:ext cx="5456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2AA6-CFCD-D005-C529-A27431681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46881-F6FA-0486-F078-7ACFBBB9D49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CD74A-21A8-80A1-2752-00AFDB0B0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3148"/>
            <a:ext cx="12192000" cy="568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0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DB41-8870-25E0-319F-FBC75634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CD561-C21F-233F-EEB4-AF047835626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543B8-1F2D-10CD-DEBD-F9B402D1C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811" y="0"/>
            <a:ext cx="68823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7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ACC7-09CA-72E9-CC58-D092C0AE0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719A27-92D1-2D74-2077-1D7644A6C4E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Hal-hazırki 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F0AF83-EA72-8790-BA1B-0508772F1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224"/>
            <a:ext cx="12192000" cy="628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26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732E-3BA6-BFC3-C522-C91073F4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7B2812-C844-9203-FC98-9A170EE997A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Hələki </a:t>
            </a:r>
            <a:r>
              <a:rPr lang="az-Latn-AZ" altLang="en-US" sz="1300" b="1">
                <a:latin typeface="Arial" panose="020B0604020202020204" pitchFamily="34" charset="0"/>
              </a:rPr>
              <a:t>copy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>
                <a:latin typeface="Arial" panose="020B0604020202020204" pitchFamily="34" charset="0"/>
              </a:rPr>
              <a:t>past</a:t>
            </a:r>
            <a:r>
              <a:rPr lang="az-Latn-AZ" altLang="en-US" sz="1300">
                <a:latin typeface="Arial" panose="020B0604020202020204" pitchFamily="34" charset="0"/>
              </a:rPr>
              <a:t> edirik. Təbii ki, dəyişikliklər olacaq</a:t>
            </a:r>
            <a:r>
              <a:rPr lang="en-US" altLang="en-US" sz="1300">
                <a:latin typeface="Arial" panose="020B0604020202020204" pitchFamily="34" charset="0"/>
              </a:rPr>
              <a:t> sonra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F30E7C-1ADE-5083-1D7C-6BDB446DC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745" y="434375"/>
            <a:ext cx="10326255" cy="6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9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1F27E-5D06-99F3-7455-12E373587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132890"/>
            <a:ext cx="11364911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6E16-7159-BF70-9585-AF6D80F4A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D5F65B-0D9D-87AA-E9E0-3D258B7A5C5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A25DD-6349-4424-4C10-EAD43B874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92" y="0"/>
            <a:ext cx="11665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92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D0873-FC41-3BF7-5CDB-BEF711EA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DE114-9C50-335F-AF2E-87031269C82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565037-C559-2530-BDA0-466C8A14C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207" y="0"/>
            <a:ext cx="6929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29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65531-231E-475C-6D62-F548F086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ABD49A-9C8F-A59C-459F-C294363BA03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İşləyir.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CA437-4617-0E5F-CC38-C226E404C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3945"/>
            <a:ext cx="12192000" cy="27301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1303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3852-126A-D83D-AD80-61D52A8C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573A99-B72E-778E-2095-60D5D35FCAB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8A88D-ACB3-4956-CAF4-D49E7AB6A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687"/>
            <a:ext cx="12192000" cy="644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3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9F97-3D20-16DE-5F39-6337A02DA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788946-EFC6-BFFF-4E61-5FA239CF0B5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8464D-63E6-F3D1-DD33-F6A64762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164" y="0"/>
            <a:ext cx="88816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69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7F57B-ED48-7297-FB3F-10987CB8A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F98384-878E-0803-AD44-776949FD132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0E40EF-C660-AA24-AE56-8BE347307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24" y="0"/>
            <a:ext cx="840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34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29DC-75F7-4795-FA7B-ACC7B006D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8B2D0C-3AEA-23CC-E116-057A53617B1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 hazırki nəticə belədir. Növbəti slaydda həmin tarixi </a:t>
            </a:r>
            <a:r>
              <a:rPr lang="az-Latn-AZ" altLang="en-US" sz="1300">
                <a:latin typeface="Arial" panose="020B0604020202020204" pitchFamily="34" charset="0"/>
              </a:rPr>
              <a:t>fərqli formatda necə göstərmək olar ona baxaq...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A955B-EE28-7418-BE6B-34BC2DDDE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1166497"/>
            <a:ext cx="8916644" cy="4525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01000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F150-7273-680A-1CD6-113AF7E7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DF1AD2-B582-F87B-2575-290B7281B54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3DFF1-8E97-75C2-3CC2-DD383FAD0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443" y="342469"/>
            <a:ext cx="6011114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35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72916-F458-5EBE-B6A5-FAA137CFF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D33F34-750A-E6DC-EF0C-E2054782048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301625-28B0-C595-3D02-1FF67BD3B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57" y="1604708"/>
            <a:ext cx="8678486" cy="36485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18419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C262D-CCF3-25A3-420C-BB66DFC2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4915F8-6495-4119-62C2-AF94F034CD7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A22CF7-0A71-35E3-B63F-AEAE7DA5C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020" y="1385601"/>
            <a:ext cx="4477375" cy="4086795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31883A93-82AB-3F83-2C10-AEC12524EB8F}"/>
              </a:ext>
            </a:extLst>
          </p:cNvPr>
          <p:cNvSpPr/>
          <p:nvPr/>
        </p:nvSpPr>
        <p:spPr>
          <a:xfrm>
            <a:off x="5953284" y="3220025"/>
            <a:ext cx="508000" cy="4179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5D7C73-D259-1E35-C00C-625626903C7B}"/>
              </a:ext>
            </a:extLst>
          </p:cNvPr>
          <p:cNvGrpSpPr/>
          <p:nvPr/>
        </p:nvGrpSpPr>
        <p:grpSpPr>
          <a:xfrm>
            <a:off x="1107472" y="-1"/>
            <a:ext cx="4546076" cy="6858000"/>
            <a:chOff x="1107472" y="-1"/>
            <a:chExt cx="4546076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C4AC98-F60E-06C4-9DB5-2DFC4DC8F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7472" y="-1"/>
              <a:ext cx="4546076" cy="6858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5C04811-DAEA-B144-5DF7-ECC50BA5A656}"/>
                    </a:ext>
                  </a:extLst>
                </p14:cNvPr>
                <p14:cNvContentPartPr/>
                <p14:nvPr/>
              </p14:nvContentPartPr>
              <p14:xfrm>
                <a:off x="3528033" y="6733258"/>
                <a:ext cx="1282680" cy="9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5C04811-DAEA-B144-5DF7-ECC50BA5A6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21913" y="6727138"/>
                  <a:ext cx="1294920" cy="2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7310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06E81-EBF6-CF2F-3749-CA3A32AE5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C4AC31-0C26-BECF-E469-D7062BAFC9A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698374-2CDA-5325-95BC-B03B39FC7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2666"/>
            <a:ext cx="12192000" cy="33926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3008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9F7EC-DDB0-C5E0-E0BA-A0A1D15B1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2F5C3C-83B3-987C-45ED-540BE93E1CD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0670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5918</TotalTime>
  <Words>67</Words>
  <Application>Microsoft Office PowerPoint</Application>
  <PresentationFormat>Widescreen</PresentationFormat>
  <Paragraphs>21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376</cp:revision>
  <dcterms:created xsi:type="dcterms:W3CDTF">2025-04-12T11:00:44Z</dcterms:created>
  <dcterms:modified xsi:type="dcterms:W3CDTF">2025-12-18T08:54:01Z</dcterms:modified>
</cp:coreProperties>
</file>