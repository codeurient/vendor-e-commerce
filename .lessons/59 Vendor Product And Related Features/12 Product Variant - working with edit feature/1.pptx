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4" r:id="rId5"/>
    <p:sldId id="418" r:id="rId6"/>
    <p:sldId id="419" r:id="rId7"/>
    <p:sldId id="415" r:id="rId8"/>
    <p:sldId id="420" r:id="rId9"/>
    <p:sldId id="4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CCEC5-3A93-D701-04E8-F209C25EF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0" y="0"/>
            <a:ext cx="12097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7A23-007E-CA57-93E1-275A4FDA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2D4BBB-70BA-8BFC-A406-63A13BC3048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39B1D-2C5D-9DA5-673B-B58A4DF9D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59" y="0"/>
            <a:ext cx="8162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8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438B-98C3-3F73-0328-D2DE7D31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E31B69-DA66-BF30-4052-966B1270007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CE86F-24DB-9E38-4F9E-299BD30C8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491" y="0"/>
            <a:ext cx="8973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0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F6223-BB2D-5435-CB31-C25C25B6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820"/>
            <a:ext cx="12192000" cy="440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864B-E627-92D8-0A30-72BC5277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5B256B-06F2-C105-42C1-4A8DE9D44D1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1F251-2C85-5CB4-C845-6B71276F7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184"/>
            <a:ext cx="12192000" cy="362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3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085E-7D1D-14D6-A852-D1CAFE4A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FF61D-CA97-2FA2-4D7C-5E96DEC81D9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FD642-D485-FEE5-BA76-06D736EC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080"/>
            <a:ext cx="12192000" cy="43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F2DB-DE6A-3C81-5DB6-AB3385F8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5F5B4-0ECF-BD53-91C8-36A29ABA3D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7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6A1C-48EE-66F2-CAE4-CBEC2378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3438F-AC28-3482-B5E0-CF8538946C3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07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4541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359</cp:revision>
  <dcterms:created xsi:type="dcterms:W3CDTF">2025-04-12T11:00:44Z</dcterms:created>
  <dcterms:modified xsi:type="dcterms:W3CDTF">2025-12-23T15:56:12Z</dcterms:modified>
</cp:coreProperties>
</file>