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6" r:id="rId3"/>
    <p:sldId id="417" r:id="rId4"/>
    <p:sldId id="418" r:id="rId5"/>
    <p:sldId id="414" r:id="rId6"/>
    <p:sldId id="419" r:id="rId7"/>
    <p:sldId id="420" r:id="rId8"/>
    <p:sldId id="421" r:id="rId9"/>
    <p:sldId id="422" r:id="rId10"/>
    <p:sldId id="41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14283-2477-DE89-6856-FEC704841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777"/>
            <a:ext cx="12192000" cy="559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35B2B-AE28-F770-FB04-DF2F6E81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211994-0682-3633-8620-37E773E5A54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5E4DE7-C1B8-2794-90D9-911E95585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89" y="0"/>
            <a:ext cx="112426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9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7BC22-1EC9-37A1-DC57-0C397B27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231692-79D3-D499-8588-131CD10D387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7DBBAD-2BC4-03EE-946D-A70454931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829" y="0"/>
            <a:ext cx="8628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74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44351-7C55-0D57-86D5-3786C2E8B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7154B1-D1FC-B303-40D5-EDD692AF3E2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DAE90-E98F-15EB-450C-56C8B93FB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978" y="0"/>
            <a:ext cx="7302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298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4F2F00-806B-AD52-C284-19E4A3CC8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708C02-80E5-2AEC-F62E-4686EFD780A7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CF546E-7F72-672F-2A0C-729488061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2852" y="0"/>
            <a:ext cx="70262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314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81DB-2C8A-BAC2-CED5-B98B03836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E5E055-71CE-BD5E-1EDB-1FA7008C65EE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Create Variant </a:t>
            </a:r>
            <a:r>
              <a:rPr lang="az-Latn-AZ" altLang="en-US" sz="1300">
                <a:latin typeface="Arial" panose="020B0604020202020204" pitchFamily="34" charset="0"/>
              </a:rPr>
              <a:t>düyməsini klikləyərək variantlar əlavə etdikdən sonrakı nəticə.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3D5040-D8FA-2659-9512-45BCDD7351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797"/>
            <a:ext cx="12192000" cy="441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33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70EE-806A-CA10-B822-3F5DF940E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F52B01-7621-0237-DE5D-CD91861FDD18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98750C-1727-9C00-DCFC-57FCBF637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9264" y="0"/>
            <a:ext cx="54134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807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8F25F-7245-39C7-2563-5EF3FB05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EFA4BC-30BF-1248-9E0D-940CC5767E6C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2E19F7-7CA5-2680-B3B3-DFB4DB044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0492"/>
            <a:ext cx="12192000" cy="435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040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7595-7EC5-9987-1033-3C16D6A4B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16A9139-C233-434A-E1CC-9D8ACA30068B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5322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AE5AA-517F-F260-892A-328B0CAF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78110-B690-C635-530D-DC4FBFAD36C1}"/>
              </a:ext>
            </a:extLst>
          </p:cNvPr>
          <p:cNvSpPr txBox="1"/>
          <p:nvPr/>
        </p:nvSpPr>
        <p:spPr>
          <a:xfrm>
            <a:off x="0" y="0"/>
            <a:ext cx="12192000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37127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4572</TotalTime>
  <Words>19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364</cp:revision>
  <dcterms:created xsi:type="dcterms:W3CDTF">2025-04-12T11:00:44Z</dcterms:created>
  <dcterms:modified xsi:type="dcterms:W3CDTF">2025-12-23T15:34:30Z</dcterms:modified>
</cp:coreProperties>
</file>