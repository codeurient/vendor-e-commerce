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3" r:id="rId2"/>
    <p:sldId id="416" r:id="rId3"/>
    <p:sldId id="417" r:id="rId4"/>
    <p:sldId id="418" r:id="rId5"/>
    <p:sldId id="414" r:id="rId6"/>
    <p:sldId id="419" r:id="rId7"/>
    <p:sldId id="420" r:id="rId8"/>
    <p:sldId id="41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BD6131-BB9E-2686-11F6-8C4C76B29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93500"/>
            <a:ext cx="12192000" cy="567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35B2B-AE28-F770-FB04-DF2F6E810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3211994-0682-3633-8620-37E773E5A548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2A92D5-7018-1509-BDB5-F4539A02C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17" y="0"/>
            <a:ext cx="111047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59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7BC22-1EC9-37A1-DC57-0C397B278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231692-79D3-D499-8588-131CD10D387B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90EB1-85B0-396C-EC19-DB5197CEB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3672" y="0"/>
            <a:ext cx="74846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47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44351-7C55-0D57-86D5-3786C2E8B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7154B1-D1FC-B303-40D5-EDD692AF3E2B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A77B27-FFF6-BA73-5DB2-C9DE3A8F26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7841" y="0"/>
            <a:ext cx="71963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729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F2F00-806B-AD52-C284-19E4A3CC8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708C02-80E5-2AEC-F62E-4686EFD780A7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21314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581DB-2C8A-BAC2-CED5-B98B03836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DE5E055-71CE-BD5E-1EDB-1FA7008C65EE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733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C70EE-806A-CA10-B822-3F5DF940E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F52B01-7621-0237-DE5D-CD91861FDD18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8807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E5AA-517F-F260-892A-328B0CAF8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478110-B690-C635-530D-DC4FBFAD36C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37127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4553</TotalTime>
  <Words>8</Words>
  <Application>Microsoft Office PowerPoint</Application>
  <PresentationFormat>Widescreen</PresentationFormat>
  <Paragraphs>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357</cp:revision>
  <dcterms:created xsi:type="dcterms:W3CDTF">2025-04-12T11:00:44Z</dcterms:created>
  <dcterms:modified xsi:type="dcterms:W3CDTF">2025-12-23T15:07:18Z</dcterms:modified>
</cp:coreProperties>
</file>