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7" r:id="rId4"/>
    <p:sldId id="416" r:id="rId5"/>
    <p:sldId id="418" r:id="rId6"/>
    <p:sldId id="420" r:id="rId7"/>
    <p:sldId id="421" r:id="rId8"/>
    <p:sldId id="422" r:id="rId9"/>
    <p:sldId id="423" r:id="rId10"/>
    <p:sldId id="424" r:id="rId11"/>
    <p:sldId id="425" r:id="rId12"/>
    <p:sldId id="426" r:id="rId13"/>
    <p:sldId id="419" r:id="rId14"/>
    <p:sldId id="41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Vendor -un product </a:t>
            </a:r>
            <a:r>
              <a:rPr lang="az-Latn-AZ" altLang="en-US" sz="1300">
                <a:latin typeface="Arial" panose="020B0604020202020204" pitchFamily="34" charset="0"/>
              </a:rPr>
              <a:t>əlavə edə bilməsi üçün atılan addımlar.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highlight>
                  <a:srgbClr val="FFFF00"/>
                </a:highlight>
                <a:latin typeface="Arial" panose="020B0604020202020204" pitchFamily="34" charset="0"/>
              </a:rPr>
              <a:t>NOT</a:t>
            </a:r>
            <a:r>
              <a:rPr lang="en-US" altLang="en-US" sz="1300">
                <a:latin typeface="Arial" panose="020B0604020202020204" pitchFamily="34" charset="0"/>
              </a:rPr>
              <a:t>: </a:t>
            </a:r>
            <a:r>
              <a:rPr lang="en-US" altLang="en-US" sz="1300" b="1">
                <a:latin typeface="Arial" panose="020B0604020202020204" pitchFamily="34" charset="0"/>
              </a:rPr>
              <a:t>sidebar.blade.php </a:t>
            </a:r>
            <a:r>
              <a:rPr lang="az-Latn-AZ" altLang="en-US" sz="1300">
                <a:latin typeface="Arial" panose="020B0604020202020204" pitchFamily="34" charset="0"/>
              </a:rPr>
              <a:t>faylında yanlışlıqla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products</a:t>
            </a:r>
            <a:r>
              <a:rPr lang="az-Latn-AZ" altLang="en-US" sz="1300">
                <a:latin typeface="Arial" panose="020B0604020202020204" pitchFamily="34" charset="0"/>
              </a:rPr>
              <a:t> əvəzinə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product</a:t>
            </a:r>
            <a:r>
              <a:rPr lang="az-Latn-AZ" altLang="en-US" sz="1300">
                <a:latin typeface="Arial" panose="020B0604020202020204" pitchFamily="34" charset="0"/>
              </a:rPr>
              <a:t> yazılıbdır. Onu </a:t>
            </a:r>
            <a:r>
              <a:rPr lang="az-Latn-AZ" altLang="en-US" sz="1300" b="1">
                <a:latin typeface="Arial" panose="020B0604020202020204" pitchFamily="34" charset="0"/>
              </a:rPr>
              <a:t>products</a:t>
            </a:r>
            <a:r>
              <a:rPr lang="az-Latn-AZ" altLang="en-US" sz="1300">
                <a:latin typeface="Arial" panose="020B0604020202020204" pitchFamily="34" charset="0"/>
              </a:rPr>
              <a:t> olaraq yazmaq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184D70-6607-C226-3090-4DA718B4A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73654"/>
            <a:ext cx="11268364" cy="578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CB537-744E-059E-F6F7-DA6F24F80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87" y="0"/>
            <a:ext cx="10888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C2827-CEB1-9EC1-2661-B9CE4FD5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BA7F29-EC8F-3FB2-3F64-1639E956413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</a:t>
            </a:r>
            <a:r>
              <a:rPr lang="en-US" altLang="en-US" sz="1300" b="1">
                <a:latin typeface="Arial" panose="020B0604020202020204" pitchFamily="34" charset="0"/>
              </a:rPr>
              <a:t>Backend</a:t>
            </a:r>
            <a:r>
              <a:rPr lang="en-US" altLang="en-US" sz="1300">
                <a:latin typeface="Arial" panose="020B0604020202020204" pitchFamily="34" charset="0"/>
              </a:rPr>
              <a:t>\</a:t>
            </a:r>
            <a:r>
              <a:rPr lang="en-US" altLang="en-US" sz="1300" b="1">
                <a:latin typeface="Arial" panose="020B0604020202020204" pitchFamily="34" charset="0"/>
              </a:rPr>
              <a:t>VendorProductController.php</a:t>
            </a: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34F84-F349-4FE5-2A8F-83026EC80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22" y="1776182"/>
            <a:ext cx="5048955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3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983D1-CF4C-F392-2269-A8186DBF8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FEDF8C-EFF3-A052-5354-94678DA32E3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D9A5F-F69A-9487-5C6E-2BEB78914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9051"/>
            <a:ext cx="12192000" cy="22998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6285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7BCD-9250-3AEA-B4E0-9D5C832A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C7AFE9-2FCA-EEDB-0C66-520D7890D44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DA4D3-6E63-2B5F-162E-2EC65E7DE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983" y="0"/>
            <a:ext cx="8846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C81D-11D8-AD4A-EF0E-E5542F68B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4D1113-37C0-2A0A-4BF7-8E67BE76770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5845A-1DEC-9893-B8F9-0D80F3CA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107" y="0"/>
            <a:ext cx="8449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72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EB08-5EAF-FE4F-F52D-ECC8F501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32C7A4-7DF0-2332-7A57-D14FB513A9D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F22AB-7069-413E-81B7-E67B4C50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2719288"/>
            <a:ext cx="8249801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0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26EC-ED36-FD2A-624C-752BC8FAD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835CF5-0E69-12CF-48D3-94BC880E54F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0264A-AF86-0071-74D4-8117A2CA1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81343" cy="685800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3120567-2FE2-D63D-7E95-46AA531DEE1E}"/>
              </a:ext>
            </a:extLst>
          </p:cNvPr>
          <p:cNvSpPr/>
          <p:nvPr/>
        </p:nvSpPr>
        <p:spPr>
          <a:xfrm>
            <a:off x="6837579" y="3251323"/>
            <a:ext cx="508000" cy="35535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F7823-10AB-CDCE-CA5E-BE4383B72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815" y="0"/>
            <a:ext cx="44901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1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8CFCA-8065-42A8-7906-02687269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F49A53-3A36-0770-D26F-1012356CF6D7}"/>
              </a:ext>
            </a:extLst>
          </p:cNvPr>
          <p:cNvSpPr txBox="1"/>
          <p:nvPr/>
        </p:nvSpPr>
        <p:spPr>
          <a:xfrm>
            <a:off x="0" y="0"/>
            <a:ext cx="12192000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200" b="1">
                <a:latin typeface="Arial" panose="020B0604020202020204" pitchFamily="34" charset="0"/>
              </a:rPr>
              <a:t>app\Http\Controllers\Backend\VendorProductController.php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200" b="1">
                <a:latin typeface="Arial" panose="020B0604020202020204" pitchFamily="34" charset="0"/>
              </a:rPr>
              <a:t>resources\views\vendor\product\index.blade.php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200" b="1">
                <a:latin typeface="Arial" panose="020B0604020202020204" pitchFamily="34" charset="0"/>
              </a:rPr>
              <a:t>resources\views\admin\product\index.blade.php</a:t>
            </a:r>
          </a:p>
          <a:p>
            <a:pPr>
              <a:lnSpc>
                <a:spcPct val="150000"/>
              </a:lnSpc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200">
                <a:latin typeface="Arial" panose="020B0604020202020204" pitchFamily="34" charset="0"/>
              </a:rPr>
              <a:t>Hələki kopyalayıb yerləşdiririk sonra lazım gəlsə dəyişiklik edəcəyik.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08DC0-962C-2EA5-93D7-C6ABF65D9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152"/>
            <a:ext cx="11099425" cy="541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3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5CE4-AECF-2E1E-4868-34890E6BB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083EE5-A096-2106-783B-E15C48158A44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resources\views\vendor\layouts\master.blade.php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F7319-EEE6-FD9D-A5BF-236E9E1FA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143" y="0"/>
            <a:ext cx="6888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32E7-1BD7-7ABF-57CE-338C0DC0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5E0CAE-654E-2792-329E-A35102FBB52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İlkin n</a:t>
            </a:r>
            <a:r>
              <a:rPr lang="az-Latn-AZ" altLang="en-US" sz="1300">
                <a:latin typeface="Arial" panose="020B0604020202020204" pitchFamily="34" charset="0"/>
              </a:rPr>
              <a:t>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00337-E647-9F10-38F1-07C0DE8D3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6928"/>
            <a:ext cx="12192000" cy="24841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79447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92CC-B160-6C8D-7340-CE0246B0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D7B74D-1014-2CF3-5505-E3B1DFE093F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3FB0B-E0AB-CC02-5DCB-BC5ABDF1E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4868"/>
            <a:ext cx="12192000" cy="618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8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5874-5550-E245-DA98-581B95778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339E4B-8D7A-4F83-7069-CC57C453718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88785-D0E0-4999-EC47-39432A43C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401"/>
            <a:ext cx="12192000" cy="23951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92569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4698</TotalTime>
  <Words>116</Words>
  <Application>Microsoft Office PowerPoint</Application>
  <PresentationFormat>Widescreen</PresentationFormat>
  <Paragraphs>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368</cp:revision>
  <dcterms:created xsi:type="dcterms:W3CDTF">2025-04-12T11:00:44Z</dcterms:created>
  <dcterms:modified xsi:type="dcterms:W3CDTF">2025-12-17T09:43:23Z</dcterms:modified>
</cp:coreProperties>
</file>