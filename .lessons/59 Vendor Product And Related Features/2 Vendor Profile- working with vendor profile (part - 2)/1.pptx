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6" r:id="rId4"/>
    <p:sldId id="417" r:id="rId5"/>
    <p:sldId id="418" r:id="rId6"/>
    <p:sldId id="420" r:id="rId7"/>
    <p:sldId id="421" r:id="rId8"/>
    <p:sldId id="422" r:id="rId9"/>
    <p:sldId id="419" r:id="rId10"/>
    <p:sldId id="423" r:id="rId11"/>
    <p:sldId id="424" r:id="rId12"/>
    <p:sldId id="415" r:id="rId13"/>
    <p:sldId id="425" r:id="rId14"/>
    <p:sldId id="42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0"/>
            <a:ext cx="12192000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resources\views\vendor\shop-profile\index.blade.php </a:t>
            </a:r>
            <a:r>
              <a:rPr lang="en-US" altLang="en-US" sz="1300">
                <a:latin typeface="Arial" panose="020B0604020202020204" pitchFamily="34" charset="0"/>
              </a:rPr>
              <a:t>- </a:t>
            </a:r>
            <a:r>
              <a:rPr lang="az-Latn-AZ" altLang="en-US" sz="1300">
                <a:latin typeface="Arial" panose="020B0604020202020204" pitchFamily="34" charset="0"/>
              </a:rPr>
              <a:t>üçün css əlavə edirik. 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səhifəni </a:t>
            </a:r>
            <a:r>
              <a:rPr lang="az-Latn-AZ" altLang="en-US" sz="1300" b="1">
                <a:latin typeface="Arial" panose="020B0604020202020204" pitchFamily="34" charset="0"/>
              </a:rPr>
              <a:t>S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hift + Ctrl + R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yeniləyərsiniz.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D709F2-9955-034A-03FC-CBB28C420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" y="665018"/>
            <a:ext cx="10945587" cy="619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2F00-806B-AD52-C284-19E4A3CC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08C02-80E5-2AEC-F62E-4686EFD780A7}"/>
              </a:ext>
            </a:extLst>
          </p:cNvPr>
          <p:cNvSpPr txBox="1"/>
          <p:nvPr/>
        </p:nvSpPr>
        <p:spPr>
          <a:xfrm>
            <a:off x="0" y="0"/>
            <a:ext cx="12192000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textarea</a:t>
            </a:r>
            <a:r>
              <a:rPr lang="az-Latn-AZ" altLang="en-US" sz="1300">
                <a:latin typeface="Arial" panose="020B0604020202020204" pitchFamily="34" charset="0"/>
              </a:rPr>
              <a:t> sahəsini düzəltmək üçün ona aid </a:t>
            </a:r>
            <a:r>
              <a:rPr lang="az-Latn-AZ" altLang="en-US" sz="1300" b="1">
                <a:latin typeface="Arial" panose="020B0604020202020204" pitchFamily="34" charset="0"/>
              </a:rPr>
              <a:t>css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js</a:t>
            </a:r>
            <a:r>
              <a:rPr lang="az-Latn-AZ" altLang="en-US" sz="1300">
                <a:latin typeface="Arial" panose="020B0604020202020204" pitchFamily="34" charset="0"/>
              </a:rPr>
              <a:t> kodlarının yerləşmiş olduğu fayl linklərini `</a:t>
            </a:r>
            <a:r>
              <a:rPr lang="en-US" altLang="en-US" sz="1300" b="1">
                <a:latin typeface="Arial" panose="020B0604020202020204" pitchFamily="34" charset="0"/>
              </a:rPr>
              <a:t>resources\views\</a:t>
            </a:r>
            <a:r>
              <a:rPr lang="en-US" altLang="en-US" sz="1300" b="1">
                <a:solidFill>
                  <a:srgbClr val="00B0F0"/>
                </a:solidFill>
                <a:latin typeface="Arial" panose="020B0604020202020204" pitchFamily="34" charset="0"/>
              </a:rPr>
              <a:t>vendor\layouts\master.blade.php</a:t>
            </a:r>
            <a:r>
              <a:rPr lang="az-Latn-AZ" altLang="en-US" sz="1300">
                <a:latin typeface="Arial" panose="020B0604020202020204" pitchFamily="34" charset="0"/>
              </a:rPr>
              <a:t>` faylına əlavə etməliyik.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Linkləri başqa fayldan götürdük. Oxları izləyin.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CSS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3CFCEB-12CD-7C1D-4B5C-277896359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842048"/>
            <a:ext cx="9753600" cy="601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1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A6D30-5135-E8E2-F78B-BC8EE5EA5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FFDD05-2A49-75A5-3B69-B1C425E6FBE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JS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4014FA-A810-6A8E-27B2-78CB45F91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287" y="0"/>
            <a:ext cx="8628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0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CD27B-D979-A8C4-A6CB-0F6D7003F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731B8A-2C65-E40B-D4D9-73A47DB9A3D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40F53E-5403-9FD9-A44C-EA21472FE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3782"/>
            <a:ext cx="12192000" cy="579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303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AB68-000C-5B9B-D8FC-0F0DBAD77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7E4340-DD6B-75F0-0124-CE6154EFF6E6}"/>
              </a:ext>
            </a:extLst>
          </p:cNvPr>
          <p:cNvSpPr txBox="1"/>
          <p:nvPr/>
        </p:nvSpPr>
        <p:spPr>
          <a:xfrm>
            <a:off x="0" y="0"/>
            <a:ext cx="12192000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resources\views\vendor\shop-profile\index.blade.php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app\Http\Controllers\Backend\VendorShopProfileController.php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ED637B-6B90-0D2A-936E-BBE4F1062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1099784"/>
            <a:ext cx="11074399" cy="57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69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3FAC2-270E-D019-B2B3-13EBBDB57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97A42B-F777-A311-C48D-8F0661646ECA}"/>
              </a:ext>
            </a:extLst>
          </p:cNvPr>
          <p:cNvSpPr txBox="1"/>
          <p:nvPr/>
        </p:nvSpPr>
        <p:spPr>
          <a:xfrm>
            <a:off x="0" y="0"/>
            <a:ext cx="12192000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Sonradan yeni İNPUT sahəsi əlavə etdiyimiz üçün yazırıq: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php artisan make:migration add_shop_name_to_vendors_table --table=vendors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1DEC0F-ECC3-FE44-1AEE-2CEB6F765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5758"/>
            <a:ext cx="12192000" cy="516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8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27E41-A563-F814-4691-109C6BA12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995E56-96CD-E653-258B-5E4BA0FE306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D0F379-DD25-F72A-5EB7-ABF664D3F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98" y="94784"/>
            <a:ext cx="10240804" cy="66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896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F8BD7-C6FA-9CDB-8AC4-D7654059A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40D408-A803-5407-0575-14324DC87F3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C9147F-CDFF-CDFC-780E-51F191E72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5616"/>
            <a:ext cx="12192000" cy="31067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40767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705AE-6B88-DCEA-16AB-3B261A2A9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9B7D11-A827-36B0-737F-95D9AC02DD7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İşləyir.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515B19-A2F3-CD8B-F83B-D22C37C77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104"/>
            <a:ext cx="12192000" cy="632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780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9DECF-7440-1836-3A77-F04D044B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2923F4-373B-8206-B4E4-B8FBE86381B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Seeder -da </a:t>
            </a:r>
            <a:r>
              <a:rPr lang="az-Latn-AZ" altLang="en-US" sz="1300">
                <a:latin typeface="Arial" panose="020B0604020202020204" pitchFamily="34" charset="0"/>
              </a:rPr>
              <a:t>da düzəliş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09F9CF-EAAE-95AA-DF15-A0F8FA3C0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7715"/>
            <a:ext cx="12192000" cy="492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67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2C717-5644-E7EF-ACAE-D9DB5C6BA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9EF17C-392A-787A-34CD-5153D7A60C9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admin üçündə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40EF8E-2104-FFC7-176D-AE30EA0F5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79" y="0"/>
            <a:ext cx="92187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66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A7ADAF-852D-E2C5-F8C3-9BE9C347F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610" y="0"/>
            <a:ext cx="78747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9F472-7749-AA72-C646-EDBE7ED3F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9763A1-FA7C-2F5C-AD15-EC4AF91AE63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3484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A0E62-0B1A-A2DE-56E3-708A96095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1BA2B6-143A-9E21-848E-DD969E5C3B2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4294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5540</TotalTime>
  <Words>150</Words>
  <Application>Microsoft Office PowerPoint</Application>
  <PresentationFormat>Widescreen</PresentationFormat>
  <Paragraphs>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374</cp:revision>
  <dcterms:created xsi:type="dcterms:W3CDTF">2025-04-12T11:00:44Z</dcterms:created>
  <dcterms:modified xsi:type="dcterms:W3CDTF">2025-12-17T06:48:53Z</dcterms:modified>
</cp:coreProperties>
</file>