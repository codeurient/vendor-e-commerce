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18" r:id="rId5"/>
    <p:sldId id="422" r:id="rId6"/>
    <p:sldId id="421" r:id="rId7"/>
    <p:sldId id="419" r:id="rId8"/>
    <p:sldId id="420" r:id="rId9"/>
    <p:sldId id="423" r:id="rId10"/>
    <p:sldId id="424" r:id="rId11"/>
    <p:sldId id="425" r:id="rId12"/>
    <p:sldId id="427" r:id="rId13"/>
    <p:sldId id="428" r:id="rId14"/>
    <p:sldId id="429" r:id="rId15"/>
    <p:sldId id="426" r:id="rId16"/>
    <p:sldId id="414" r:id="rId17"/>
    <p:sldId id="430" r:id="rId18"/>
    <p:sldId id="431" r:id="rId19"/>
    <p:sldId id="432" r:id="rId20"/>
    <p:sldId id="433" r:id="rId21"/>
    <p:sldId id="434" r:id="rId22"/>
    <p:sldId id="415" r:id="rId23"/>
    <p:sldId id="435" r:id="rId24"/>
    <p:sldId id="436" r:id="rId25"/>
    <p:sldId id="437" r:id="rId26"/>
    <p:sldId id="438" r:id="rId27"/>
    <p:sldId id="439" r:id="rId28"/>
    <p:sldId id="440" r:id="rId29"/>
    <p:sldId id="442" r:id="rId30"/>
    <p:sldId id="443" r:id="rId31"/>
    <p:sldId id="441" r:id="rId32"/>
    <p:sldId id="444" r:id="rId33"/>
    <p:sldId id="445" r:id="rId34"/>
    <p:sldId id="446" r:id="rId35"/>
    <p:sldId id="447" r:id="rId36"/>
    <p:sldId id="44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8E50B-FA3D-3F8F-98D7-5151209A7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345"/>
            <a:ext cx="12192000" cy="633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D10A-2270-3BE7-8644-EFF79238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A4AE51-9D61-833E-AEB5-C05F1703E96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B793B-3B31-06C7-592C-675010D0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270" y="0"/>
            <a:ext cx="19774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7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EDE3-A4FE-08C9-D143-AB1A44E6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515F24-7CBF-38EA-AC78-176B909B360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7D8BE-A700-E20A-B76A-0385DE4D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10" y="0"/>
            <a:ext cx="11591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27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EEA9-A11B-B88B-A768-5DE30A87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9BD98C-A35D-55D9-4C94-268B964A5FE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D1DDE2-B6C7-CBF7-187D-5B2FF9CFE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09" y="0"/>
            <a:ext cx="7013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4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BD92-C8CA-B2EC-AF63-072C8763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228842-4DD0-C7C9-3638-0073C6ACF9A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D4F46-6DD6-1F18-88CC-B27E9D594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17" y="0"/>
            <a:ext cx="10759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7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318A-46AB-4FCB-2A04-812A0282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1AD4C-861D-0BAF-C235-287115090EF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74D21-5485-4D0F-924A-48044BDF7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31" y="0"/>
            <a:ext cx="8966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8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9CBE-0B4E-F1E1-908C-9B83F39A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18FFC-4E99-C887-BB96-8D763DD259C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61B15-AF10-A0B7-2F0B-FB9ACBB1D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70" y="0"/>
            <a:ext cx="10775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4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D2F09-8E4A-169E-2966-6892233A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4E84B-8D3A-F0A6-6B3A-CC8F492A6ED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996DE-C14C-046F-729D-EFBAF6512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57" y="0"/>
            <a:ext cx="10061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5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2C2A-A739-0A94-8404-16E20F740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10F92-7CFD-C1F9-FC35-36AF7C26874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092F2-C1D0-E394-FF51-2DF12807D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558" y="0"/>
            <a:ext cx="9342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42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60E8-1A77-F314-CAB9-C8B008EA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8EA498-5CE4-58C7-474F-D95C65A4513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9A98A-6286-3F92-EC6A-52516B49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67" y="0"/>
            <a:ext cx="8658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49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C29FD-D819-C17A-5E73-FDA6DB6B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9FBEC-7EA3-532D-3A0B-22D258A5278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5D546-4CDB-2B68-9563-7B493D15C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32" y="0"/>
            <a:ext cx="85011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79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6738-8CC6-BC76-044B-54486976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8C851-F223-EC6B-DAD5-60F9803B41D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49546-41A6-48CE-E5F8-EB4CE1481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26" y="0"/>
            <a:ext cx="84115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75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4D9F-7CA7-DABF-41C2-87D114C2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950478-7AE6-BB93-9895-0141E8E826F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14C92-711C-CB1F-E31D-B87889FEB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35" y="0"/>
            <a:ext cx="9544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A4EF-5B35-4A15-19EE-A0C27DC7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34985-8BA1-F79C-298A-2155C3B7FEE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31732-0039-275D-A1FC-7B674343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923" y="0"/>
            <a:ext cx="8660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7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C037-721E-EAFA-E38F-114AED62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C843F-5877-F524-589D-D019337BE7B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C0954-04E9-5561-3516-5B0B1347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531"/>
            <a:ext cx="12192000" cy="654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61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5CC91-860A-8880-7537-B4D90BA96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19" y="0"/>
            <a:ext cx="10968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373A7-C1FE-C5CA-2084-8E45734A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7F6DA0-1AD4-70E5-E9F7-40F93B0DA8D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2D909-5244-83C9-33CF-27E98C642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825" y="0"/>
            <a:ext cx="6984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18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0D07-B987-53BB-4E75-95F65D6B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EA33DA-0D29-49B0-5EB7-651A4157B14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35C5B-E7E3-783A-3EBB-1AAA97640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995" y="0"/>
            <a:ext cx="70840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95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930C-7E1C-F042-B080-50A1BAF1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FE01ED-49B4-9FFD-9D40-76FA87E8988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A415D-24B5-0088-8538-BC4B3A82A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202" y="0"/>
            <a:ext cx="7769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2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BBB3-8B56-DE78-C663-8DAF43EF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A2041-CEAD-FF6B-78D7-ECBF67AE842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288BD-E118-2A65-BE0E-942F04C4B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66" y="0"/>
            <a:ext cx="70264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85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BF0D-3F86-7F1E-24CA-E27D5E41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CE9E34-AAB5-CA28-A776-09446EA64EF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8C56A-BD60-35EC-B03C-9B056D8EF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105"/>
            <a:ext cx="12192000" cy="430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6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2D469-5F34-BEC3-6BEC-4ECC187D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669" y="0"/>
            <a:ext cx="6354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9062-2898-583D-C4C4-8F3CD5E0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E133E-08D8-BB8F-C1B0-DF08002D567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47EEC-093A-966A-AA1D-3827DDF3A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124"/>
            <a:ext cx="12192000" cy="40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97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C8E0-6FA5-DFDF-7479-9C7595F8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185CC5-9E36-28D4-CA30-0C956862C84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F5EE5-1C6A-586B-9C37-30ED2C6DD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620"/>
            <a:ext cx="12192000" cy="40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70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031D-3077-94D1-8726-1A00C80FB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9AF5EB-9E0E-20C0-2DEA-368BCC9B140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73659-D9DA-E45B-2DEC-2D1326AD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938" y="0"/>
            <a:ext cx="58821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98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F13F-D39C-2B10-B652-3BFF7FD0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0FD978-1B3F-65D2-3F08-7CA24BC82A4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7782B-B12A-540B-F49E-0105E5EA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799"/>
            <a:ext cx="12192000" cy="393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69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69C3B-AB04-33AA-96DE-02738237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BB4C9-7E62-DEB0-749E-6630852F90E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52A01-4458-6CC1-5B6C-CC3C0DF33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7800"/>
            <a:ext cx="12192000" cy="47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89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C2A1-6966-E23C-581E-D5893F5F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215E8-7BD9-1074-3D20-1464D35151EE}"/>
              </a:ext>
            </a:extLst>
          </p:cNvPr>
          <p:cNvSpPr txBox="1"/>
          <p:nvPr/>
        </p:nvSpPr>
        <p:spPr>
          <a:xfrm>
            <a:off x="0" y="0"/>
            <a:ext cx="366166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məhsul yoxdursa, şəkillər və variantlarda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silinməlidir.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C232B-70EE-FE38-F474-83714C2CA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660" y="0"/>
            <a:ext cx="8530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45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13671-7920-5627-9A75-A5BEB911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B05FD-A91A-5344-CCB1-FC82D94F5AB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233AB-9E71-BB55-FB9A-FD354D6E3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61" y="0"/>
            <a:ext cx="76552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68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7533-5A63-E288-F8E2-F5E814F6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021F13-BDFB-754F-3485-604A893C571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CD4AF-FB85-DCB0-AB95-0448EE900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523"/>
            <a:ext cx="12192000" cy="35749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02731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44ABF-8509-6163-96D6-D9EB7167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D4BB30-3B99-8B3C-51CD-6B058A828CB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92F6F-137A-2977-7C00-B37B27925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96" y="0"/>
            <a:ext cx="7005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98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B62D4-8ACF-456C-45D4-391C82E2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7981BC-75E8-41F1-2EC3-636FD8F9C6B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724BB-D335-438D-1B1F-6F2AD6C9F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46"/>
            <a:ext cx="12192000" cy="67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59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CDD4-AADB-BC01-E183-9BBB6C4A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5ACF9-3968-5DD6-69E0-79DC2CCFD9E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F3B11-9477-2C6E-E02C-1D743ECE2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445" y="0"/>
            <a:ext cx="6533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0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FAE3F-15D5-79B5-F924-0411D9065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1E6BA4-8B59-67DF-80B3-089DC008C99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E2A3D-024A-4518-0B80-EE02C9B32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202"/>
            <a:ext cx="12192000" cy="37415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1563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4AED-1749-477A-D700-828BEA61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BCC02E-8E37-4E22-0D4A-0824538EC55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379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8B6D-723A-40CD-48A4-0592B66DE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C34EDD-0127-7FFA-6C62-79BF39310F3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4642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5476</TotalTime>
  <Words>44</Words>
  <Application>Microsoft Office PowerPoint</Application>
  <PresentationFormat>Widescreen</PresentationFormat>
  <Paragraphs>37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373</cp:revision>
  <dcterms:created xsi:type="dcterms:W3CDTF">2025-04-12T11:00:44Z</dcterms:created>
  <dcterms:modified xsi:type="dcterms:W3CDTF">2025-12-24T08:21:13Z</dcterms:modified>
</cp:coreProperties>
</file>