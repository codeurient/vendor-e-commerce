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13" r:id="rId2"/>
    <p:sldId id="416" r:id="rId3"/>
    <p:sldId id="417" r:id="rId4"/>
    <p:sldId id="418" r:id="rId5"/>
    <p:sldId id="419" r:id="rId6"/>
    <p:sldId id="420" r:id="rId7"/>
    <p:sldId id="421" r:id="rId8"/>
    <p:sldId id="422" r:id="rId9"/>
    <p:sldId id="423" r:id="rId10"/>
    <p:sldId id="424" r:id="rId11"/>
    <p:sldId id="425" r:id="rId12"/>
    <p:sldId id="414" r:id="rId13"/>
    <p:sldId id="415" r:id="rId14"/>
    <p:sldId id="426" r:id="rId15"/>
    <p:sldId id="427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4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35CBA-29A4-BFD2-CEA7-3290D85ED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27ABBC-76D0-B81B-760F-26FC272AF479}"/>
              </a:ext>
            </a:extLst>
          </p:cNvPr>
          <p:cNvSpPr txBox="1"/>
          <p:nvPr/>
        </p:nvSpPr>
        <p:spPr>
          <a:xfrm>
            <a:off x="-1" y="0"/>
            <a:ext cx="12192001" cy="15556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 b="1">
                <a:latin typeface="Arial" panose="020B0604020202020204" pitchFamily="34" charset="0"/>
              </a:rPr>
              <a:t>Vendor üçün Product </a:t>
            </a:r>
            <a:r>
              <a:rPr lang="az-Latn-AZ" altLang="en-US" sz="1300">
                <a:latin typeface="Arial" panose="020B0604020202020204" pitchFamily="34" charset="0"/>
              </a:rPr>
              <a:t>-un əlavə edilməsində yaradılan fayllar ilə </a:t>
            </a:r>
            <a:r>
              <a:rPr lang="az-Latn-AZ" altLang="en-US" sz="1300" b="1">
                <a:latin typeface="Arial" panose="020B0604020202020204" pitchFamily="34" charset="0"/>
              </a:rPr>
              <a:t>Admin üçün Product </a:t>
            </a:r>
            <a:r>
              <a:rPr lang="az-Latn-AZ" altLang="en-US" sz="1300">
                <a:latin typeface="Arial" panose="020B0604020202020204" pitchFamily="34" charset="0"/>
              </a:rPr>
              <a:t>-un yaradılmasında istifadə edilənlər eyni olduğu üçün, bu dərsdə çox şeyi Copy Past prinsipi ilə edə bilərik. Əgər çox qeyri adi bir yeni nəsə dəyişiklik olarsa onda bunu ayrıca bildirəcəm.</a:t>
            </a: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Kodlar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ı fayllardan götürərək oxuya bilərsiniz.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1C6D945-0B75-EAEA-0A7E-F063A9AD2D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4765" y="1182255"/>
            <a:ext cx="7077235" cy="5675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838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7013E9-C93C-9783-FAFA-AA45A5C7B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8028810-C4E4-3468-6C85-CBA5BDEA875B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resources\views\vendor\product\edit.blade.php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030C24-5B6A-5DAD-FF32-3F7A255EC4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0654" y="452390"/>
            <a:ext cx="8571345" cy="6405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4134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168C4-C6DF-8812-0BCC-56F5CB3E8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D9F9EFC-AB16-A1E7-536E-E760ED140D8E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823688-BEB8-A181-5670-0E3B235F4F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9952" y="30018"/>
            <a:ext cx="687209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7321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5B7667-2B44-4F8C-4A72-B489ED46A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BA9B48-8E7B-47B8-CEC9-1FF19814E5EF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6C02FC-4B4B-0179-3B96-7FA07AE60B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9272" y="0"/>
            <a:ext cx="745345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79934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04469D-AF46-61AA-2EA0-42EB0E247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AEC98E8-82DA-C245-1A2E-99EDE8847888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BD4406-F6CA-C30A-4CC8-E03AC37C7B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971" y="0"/>
            <a:ext cx="1063205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8597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E98A55-3173-906E-E101-622EC297A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867C4B8-3A0A-B729-1EF3-55367525E8FE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BBB21F-E2D3-715E-A23D-61F35CE449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9189" y="0"/>
            <a:ext cx="855362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94405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1C1DAB-5589-C434-B58A-C65781CD7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873C36-02B1-80E1-5E8E-1D3461ED5283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946AF2-A51F-8317-9462-473C8907A3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8519" y="671127"/>
            <a:ext cx="9754961" cy="5515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14228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A4C801-3DBF-E17D-F5E1-ECBAEC9C7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9BE14D9-1EBB-2EA6-EFB0-3DA8C0C70CBD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EA2E5C-7EB4-6DBF-B43F-39AAB84479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2464" y="0"/>
            <a:ext cx="38270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79543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C0C65A-CE49-948C-F53F-C385FADC2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8BA8389-D13F-469F-3C73-BE91C2F27EBC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Hələki URL yerindən daxil oluruq.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98C08E-F9E6-74E2-EDA3-1CF7F712C1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0104"/>
            <a:ext cx="12192000" cy="6327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1223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E1D3C0-1B70-0B46-F12A-E40B80143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67B06BF-90A4-838E-2D3F-4A96CDE436E4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F0D6B7B-F4DE-57AB-61BC-1B744AC22D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3490" y="0"/>
            <a:ext cx="686501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3493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5E10F-30D1-9567-2F36-88BF260DE6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9C454D8-9808-061B-6125-844E8B399FE9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6C1417-1345-80DC-7179-8F584B261A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14545"/>
            <a:ext cx="12192000" cy="302891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0421600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4F2F00-806B-AD52-C284-19E4A3CC8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9708C02-80E5-2AEC-F62E-4686EFD780A7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Əgər nəticəni tam görmək istəyiesiniz</a:t>
            </a:r>
            <a:r>
              <a:rPr lang="az-Latn-AZ" altLang="en-US" sz="1300">
                <a:latin typeface="Arial" panose="020B0604020202020204" pitchFamily="34" charset="0"/>
              </a:rPr>
              <a:t>sə müvvəqqəti olaraq işarələnən hissələri poza bilərsiz. Ancaq həmin hissələri sonra yenidən əlavə edəcəyik. 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9E0C7B5-7DB0-CEFB-5C2F-D1C5D00622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2176" y="591126"/>
            <a:ext cx="10099823" cy="6266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3148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AE5AA-517F-F260-892A-328B0CAF8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478110-B690-C635-530D-DC4FBFAD36C1}"/>
              </a:ext>
            </a:extLst>
          </p:cNvPr>
          <p:cNvSpPr txBox="1"/>
          <p:nvPr/>
        </p:nvSpPr>
        <p:spPr>
          <a:xfrm>
            <a:off x="0" y="0"/>
            <a:ext cx="12192000" cy="955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Nəticə.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 b="1">
                <a:latin typeface="Arial" panose="020B0604020202020204" pitchFamily="34" charset="0"/>
              </a:rPr>
              <a:t>Edit</a:t>
            </a:r>
            <a:r>
              <a:rPr lang="az-Latn-AZ" altLang="en-US" sz="1300">
                <a:latin typeface="Arial" panose="020B0604020202020204" pitchFamily="34" charset="0"/>
              </a:rPr>
              <a:t> düyməsinində işləyib işləmədiyini test edin.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6CE75A9-B971-94AE-80C7-09FFAC9DBF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89846"/>
            <a:ext cx="12192000" cy="327830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7371273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9E5E03-91D1-4985-9DCB-330C6F3E9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4E92165-679C-B786-14C6-AD6EB1D9A0A6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472354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14D4A-8023-3922-12E0-D877E4D74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AF34DA7-1109-1721-4BB3-115646B44902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767839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5574</TotalTime>
  <Words>112</Words>
  <Application>Microsoft Office PowerPoint</Application>
  <PresentationFormat>Widescreen</PresentationFormat>
  <Paragraphs>19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367</cp:revision>
  <dcterms:created xsi:type="dcterms:W3CDTF">2025-04-12T11:00:44Z</dcterms:created>
  <dcterms:modified xsi:type="dcterms:W3CDTF">2025-12-21T04:17:39Z</dcterms:modified>
</cp:coreProperties>
</file>