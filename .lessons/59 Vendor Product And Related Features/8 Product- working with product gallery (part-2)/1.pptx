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8" r:id="rId4"/>
    <p:sldId id="419" r:id="rId5"/>
    <p:sldId id="416" r:id="rId6"/>
    <p:sldId id="417" r:id="rId7"/>
    <p:sldId id="420" r:id="rId8"/>
    <p:sldId id="422" r:id="rId9"/>
    <p:sldId id="423" r:id="rId10"/>
    <p:sldId id="424" r:id="rId11"/>
    <p:sldId id="421" r:id="rId12"/>
    <p:sldId id="415" r:id="rId13"/>
    <p:sldId id="425" r:id="rId14"/>
    <p:sldId id="42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FCAE28-084D-5870-84C4-64E50B626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908" y="0"/>
            <a:ext cx="81061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F2F00-806B-AD52-C284-19E4A3CC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708C02-80E5-2AEC-F62E-4686EFD780A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1 şəkil əlavə etməyi test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9B3CF9-83C0-52AB-5827-D63092FC7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6883"/>
            <a:ext cx="12192000" cy="522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31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4CEB2-A607-17DF-80D0-EF37D8454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E60BB6-6EAD-9C0A-A37D-1828DF90AA9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585782-2AEB-283E-46E1-69BDF56A2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177" y="1099812"/>
            <a:ext cx="9459645" cy="46583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31703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05951-94C8-9579-E548-E57CCFD20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960C8F-EC17-7F2A-E4D7-637D9FB03E5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34D34A-4A62-8FFF-9C41-EC60F9438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209"/>
            <a:ext cx="12192000" cy="661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711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87BA1-C445-8C9A-CF46-11F32D7D6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4D4321-D0A8-3579-56E0-B732751BCB3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B4EFF0-9658-705F-A995-38A4B45D7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959" y="0"/>
            <a:ext cx="67240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116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304C4-B877-8713-487B-ACD774780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E19668-5BFC-8CC6-CD37-346C3C7F35F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1B9A36-E3CE-9246-55AF-4A484A81A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410"/>
            <a:ext cx="12192000" cy="631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753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0CA49-072D-69D9-3CEA-9C6F8F2CC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45C566-10F7-2F89-A740-B2D8C73C01A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D80FA1-909C-DA8C-692E-ECE13285D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388" y="1009312"/>
            <a:ext cx="9307224" cy="48393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28375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BDBB5-2AD5-63DE-C396-EC145ABBA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EC0F5A-9C9E-9354-D710-885588B1301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9173B-B0D7-1F9B-EA8D-07EAFB4B6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341" y="0"/>
            <a:ext cx="9195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853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151F8-6FAF-3C9E-0A79-2BFB0CE7E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AA2124-AD56-DF9E-20C0-F51D82B5127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6CD9DA-AF55-D1F0-A884-49509FA17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29" y="0"/>
            <a:ext cx="113269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156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8D7D2-398F-C392-C374-020E6568F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0F21E1-3DBB-7BAD-ECB0-76F2C33D951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BEF890-7A8D-B714-B379-DE3D897B0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388"/>
            <a:ext cx="12192000" cy="634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672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8051E-E849-2B5A-AB38-D4ECB3413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482E52-6599-45D2-1CFE-671AE36ECED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3907F0-2792-97B3-637C-4B68EF330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6" y="0"/>
            <a:ext cx="121015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983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336539-C78A-B851-2DD3-9A46A162E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342"/>
            <a:ext cx="12192000" cy="632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5C3AE-1322-4EA1-5C44-E4C39E1AE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4F8410-ECCB-C46D-EF91-98EDA23F1AA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7A3CF5-57F8-1E2C-9744-3363D0E8E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335" y="971207"/>
            <a:ext cx="10069330" cy="49155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28212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89AA0-4EF5-82B2-CAFC-0B39197D8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0CAAD1-3F58-5EE6-33C7-D7981BBFF7F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6257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5526</TotalTime>
  <Words>20</Words>
  <Application>Microsoft Office PowerPoint</Application>
  <PresentationFormat>Widescreen</PresentationFormat>
  <Paragraphs>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363</cp:revision>
  <dcterms:created xsi:type="dcterms:W3CDTF">2025-04-12T11:00:44Z</dcterms:created>
  <dcterms:modified xsi:type="dcterms:W3CDTF">2025-12-22T04:28:43Z</dcterms:modified>
</cp:coreProperties>
</file>