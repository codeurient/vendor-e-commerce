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6" r:id="rId3"/>
    <p:sldId id="417" r:id="rId4"/>
    <p:sldId id="418" r:id="rId5"/>
    <p:sldId id="419" r:id="rId6"/>
    <p:sldId id="420" r:id="rId7"/>
    <p:sldId id="414" r:id="rId8"/>
    <p:sldId id="41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356A0B-AC29-F6CF-1428-56C8D56DE6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4863"/>
            <a:ext cx="12192000" cy="6388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0B21D-58C1-217A-AD2A-B7D4012C3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696385-1527-4D47-9371-4E60A8122F0A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E74139-4712-7F56-9E7D-D4CF0162E7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6184"/>
            <a:ext cx="12192000" cy="4945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982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474C6-2D0F-B891-E183-41C4CDB77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5B5FD98-1CBB-12A4-4AB0-593C8CAE133D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0FBBC9-8180-83BF-B2BF-6CB16AC26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926" y="0"/>
            <a:ext cx="93601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011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B15B4-F744-66E9-DE0A-A258E0148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7DF37BF-98B2-B9CA-31B4-FEA9B5EC756C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8E18D5-3D6E-9D95-F209-5C39E19F5D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5314" y="0"/>
            <a:ext cx="88413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435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6AFEF-8348-EB93-C1A9-3D91F9744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C3255CE-B422-F7D0-1390-1E9D03C7F370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2CCE4D-66BF-E61E-E56D-96997B945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6131"/>
            <a:ext cx="12192000" cy="4545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503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8A680-3BD1-9CAB-E543-1FE3A0B6A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72B841E-6839-624C-CDDD-5FF428E6FA14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13606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F2F00-806B-AD52-C284-19E4A3CC8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708C02-80E5-2AEC-F62E-4686EFD780A7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213148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AE5AA-517F-F260-892A-328B0CAF8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478110-B690-C635-530D-DC4FBFAD36C1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37127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4567</TotalTime>
  <Words>8</Words>
  <Application>Microsoft Office PowerPoint</Application>
  <PresentationFormat>Widescreen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357</cp:revision>
  <dcterms:created xsi:type="dcterms:W3CDTF">2025-04-12T11:00:44Z</dcterms:created>
  <dcterms:modified xsi:type="dcterms:W3CDTF">2025-12-23T16:35:11Z</dcterms:modified>
</cp:coreProperties>
</file>