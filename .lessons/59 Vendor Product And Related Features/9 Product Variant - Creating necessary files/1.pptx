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6" r:id="rId3"/>
    <p:sldId id="419" r:id="rId4"/>
    <p:sldId id="420" r:id="rId5"/>
    <p:sldId id="417" r:id="rId6"/>
    <p:sldId id="418" r:id="rId7"/>
    <p:sldId id="421" r:id="rId8"/>
    <p:sldId id="422" r:id="rId9"/>
    <p:sldId id="414" r:id="rId10"/>
    <p:sldId id="423" r:id="rId11"/>
    <p:sldId id="424" r:id="rId12"/>
    <p:sldId id="425" r:id="rId13"/>
    <p:sldId id="41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AE783-47B4-6F65-9609-92126E71E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56" y="2585920"/>
            <a:ext cx="9764488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07C46-969B-64C2-4D86-64CEC97E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F85A18-21C9-6467-F57E-43353080C1B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D3E7B-3615-B434-1317-F8651FE16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3" y="2728815"/>
            <a:ext cx="9983593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3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CBE9-E016-1F53-0B1D-0FB0540D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FEA678-1EB7-F646-B692-DD60D7EE50B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9A634-DB9E-17F0-9107-4F2BEB204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1" y="2681183"/>
            <a:ext cx="8726118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35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026CD-3C9C-1996-A5F9-4AE6E8FC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F04C3C-E9C9-820A-C176-0445EC3C6F6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7B859-E6D8-23AB-42E5-A97FA08CC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2662130"/>
            <a:ext cx="900238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8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18054-BC87-4880-3779-6711EFA0E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69B69A-38CB-9BFD-11B2-31911F68DA4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10B171-9ADC-45F6-B562-559F34470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41"/>
            <a:ext cx="12192000" cy="663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5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5D96-ADCE-7629-AB00-E0BEDB85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99AF6A-D14C-B966-9D05-F26CD7C7C57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4631E-D566-23AC-8E5C-E042CE9B6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886" y="0"/>
            <a:ext cx="2010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1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D03CD-BDB9-508D-16A2-4BCC687FB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0DEEF9-9921-F6E8-D511-552F301CAC6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FCCE3-EF4D-92B1-46D2-8745B068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577" y="0"/>
            <a:ext cx="8632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93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E30A-DF2E-0894-FB81-494B0D441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19638D-3809-0E61-9B94-F618939B013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09E72C-F94C-ABBC-0F6D-E5E1A888F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070"/>
            <a:ext cx="12192000" cy="582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5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559F1-B9DC-8C9F-EEAA-417B361EE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903" y="0"/>
            <a:ext cx="69921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3A96-0CB9-29A5-0027-C2ABAA0D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58C858-AF4B-B713-DADC-0BE257EC67D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FCC0E9-D06B-83D1-8D7C-FF5715706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388"/>
            <a:ext cx="12192000" cy="63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00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A9DF-653C-E891-457F-7A2F838D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6E2324-6F32-17AC-39A8-9AEE10DECE8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0F852-7967-4BAE-6138-28BE3858F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4577"/>
            <a:ext cx="12192000" cy="354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7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E6470-2570-805F-A546-AF0D1FD7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D568F-20A3-A3E1-A94C-81E8D2BB11F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EC2F4-D2DA-CD43-7093-83C06DDD8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5918"/>
            <a:ext cx="12192000" cy="336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08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4901</TotalTime>
  <Words>13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363</cp:revision>
  <dcterms:created xsi:type="dcterms:W3CDTF">2025-04-12T11:00:44Z</dcterms:created>
  <dcterms:modified xsi:type="dcterms:W3CDTF">2025-12-22T19:54:48Z</dcterms:modified>
</cp:coreProperties>
</file>