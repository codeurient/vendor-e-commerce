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9" r:id="rId5"/>
    <p:sldId id="418" r:id="rId6"/>
    <p:sldId id="421" r:id="rId7"/>
    <p:sldId id="41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98727-C3E0-574C-4DED-2ADBC825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33" y="0"/>
            <a:ext cx="8678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72E4-F15C-856A-FB0A-993172B4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EE369-7B48-38D2-071E-4A50A693E4E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E2A50-FAAD-8DD1-1490-A26E909E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17" y="0"/>
            <a:ext cx="8222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8E5C-1DE1-7C8B-42F8-59794C2C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A6151A-1B65-BDDA-3A71-2B799C651A9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9E621-D45E-BD87-AF9F-F3DE4CA46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00" y="0"/>
            <a:ext cx="874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9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087D-7A4D-1429-22D9-043C5827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123E6-DC7E-B443-4FDC-6B8FEC37081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439E8-5628-BAF1-E555-E602B779E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6358"/>
            <a:ext cx="12192000" cy="35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9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CA1-F14B-EB4E-598C-3F4068D4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D93E7F-7D12-972A-9E1F-C560F1EBEF7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250DC-AA44-0CEC-A421-FA8BD7FE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202"/>
            <a:ext cx="12192000" cy="371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2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4260-CB1C-6A89-192D-57086E70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3A265-0C13-A5FA-503B-A725010A9D8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36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4550</TotalTime>
  <Words>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358</cp:revision>
  <dcterms:created xsi:type="dcterms:W3CDTF">2025-04-12T11:00:44Z</dcterms:created>
  <dcterms:modified xsi:type="dcterms:W3CDTF">2025-12-23T14:45:42Z</dcterms:modified>
</cp:coreProperties>
</file>