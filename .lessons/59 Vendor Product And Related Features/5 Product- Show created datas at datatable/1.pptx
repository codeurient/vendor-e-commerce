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6" r:id="rId3"/>
    <p:sldId id="417" r:id="rId4"/>
    <p:sldId id="420" r:id="rId5"/>
    <p:sldId id="421" r:id="rId6"/>
    <p:sldId id="418" r:id="rId7"/>
    <p:sldId id="419" r:id="rId8"/>
    <p:sldId id="414" r:id="rId9"/>
    <p:sldId id="424" r:id="rId10"/>
    <p:sldId id="422" r:id="rId11"/>
    <p:sldId id="423" r:id="rId12"/>
    <p:sldId id="41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0" y="0"/>
            <a:ext cx="12192000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app\DataTables\VendorProductDataTable.php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app\DataTables\ProductDataTable.php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B6C57F-7DEB-3E79-FD17-F8292FE61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658" y="794327"/>
            <a:ext cx="8468342" cy="605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61818-29F4-EC9E-8440-D660A7F30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7ECAC4-5B23-C9CE-7617-1EDC0714513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47DE7F-9C89-BD60-FD4E-E7C2093E5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184" y="0"/>
            <a:ext cx="66476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023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3CD4C-2F06-6318-3E80-206EDF721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00CF43-45A7-FB6C-12A3-1C4E0C0BBB4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46F931-1D90-F572-AE51-31B07B15C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0436"/>
            <a:ext cx="12192000" cy="607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748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CAEC3-89BF-14F1-3250-F7F73E1D9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5ACA8F-62A8-6347-7F1A-309676DDEBA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2B70E5-631F-97C3-EE9D-26D99192E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05" y="0"/>
            <a:ext cx="111971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34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B5AAD-B811-A944-BA0F-07DED73AA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3C2AD3-0573-F64D-DE47-5886089192A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41A380-A81E-7000-3D8E-DADD3632C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474" y="0"/>
            <a:ext cx="54330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30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1E62B-050B-92E0-1C5F-1E9D71A45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9D219A-177F-5C4B-47EF-28F66F63519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47C641-D174-3147-95A3-559389452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861" y="0"/>
            <a:ext cx="85442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609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B8BF7-594A-7B28-CCC8-D1E9951B8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8EAD35-CD6A-2424-CFD7-6C9E8C23F96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D9CA55-A5CC-B288-CF39-55E07B188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942" y="109074"/>
            <a:ext cx="7640116" cy="663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4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F2F00-806B-AD52-C284-19E4A3CC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708C02-80E5-2AEC-F62E-4686EFD780A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Nəticəni hələki görə bilmirik, çünki </a:t>
            </a:r>
            <a:r>
              <a:rPr lang="en-US" altLang="en-US" sz="1300" b="1">
                <a:latin typeface="Arial" panose="020B0604020202020204" pitchFamily="34" charset="0"/>
              </a:rPr>
              <a:t>VendorProductDataTable</a:t>
            </a:r>
            <a:r>
              <a:rPr lang="az-Latn-AZ" altLang="en-US" sz="1300" b="1">
                <a:latin typeface="Arial" panose="020B0604020202020204" pitchFamily="34" charset="0"/>
              </a:rPr>
              <a:t>.php </a:t>
            </a:r>
            <a:r>
              <a:rPr lang="az-Latn-AZ" altLang="en-US" sz="1300">
                <a:latin typeface="Arial" panose="020B0604020202020204" pitchFamily="34" charset="0"/>
              </a:rPr>
              <a:t>faylında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-lar var və bu route -ları, hələki </a:t>
            </a:r>
            <a:r>
              <a:rPr lang="az-Latn-AZ" altLang="en-US" sz="1300" b="1">
                <a:latin typeface="Arial" panose="020B0604020202020204" pitchFamily="34" charset="0"/>
              </a:rPr>
              <a:t>`routes\vendor.php` </a:t>
            </a:r>
            <a:r>
              <a:rPr lang="az-Latn-AZ" altLang="en-US" sz="1300">
                <a:latin typeface="Arial" panose="020B0604020202020204" pitchFamily="34" charset="0"/>
              </a:rPr>
              <a:t>faylında qeyd etməmişik.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2782B-85FE-8820-84F9-D760D0D4D2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90" t="62896" b="28485"/>
          <a:stretch>
            <a:fillRect/>
          </a:stretch>
        </p:blipFill>
        <p:spPr>
          <a:xfrm>
            <a:off x="0" y="508000"/>
            <a:ext cx="9126885" cy="59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314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90075-08E7-5019-5F81-994A1CDAA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A729C0-6697-3357-AD8B-7D7248AF15A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0645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2FAEC-65F8-89A3-8339-38250D75A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3F7ECA-744B-1805-8C8D-01E9E35CA83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762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65FDD-CD91-360C-360C-57988EBC2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DD0397-401E-EA9F-5D18-6920425D287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0684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4851</TotalTime>
  <Words>56</Words>
  <Application>Microsoft Office PowerPoint</Application>
  <PresentationFormat>Widescreen</PresentationFormat>
  <Paragraphs>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361</cp:revision>
  <dcterms:created xsi:type="dcterms:W3CDTF">2025-04-12T11:00:44Z</dcterms:created>
  <dcterms:modified xsi:type="dcterms:W3CDTF">2025-12-18T14:08:25Z</dcterms:modified>
</cp:coreProperties>
</file>