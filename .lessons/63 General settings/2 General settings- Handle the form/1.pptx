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415" r:id="rId2"/>
    <p:sldId id="420" r:id="rId3"/>
    <p:sldId id="421" r:id="rId4"/>
    <p:sldId id="416" r:id="rId5"/>
    <p:sldId id="417" r:id="rId6"/>
    <p:sldId id="418" r:id="rId7"/>
    <p:sldId id="422" r:id="rId8"/>
    <p:sldId id="419" r:id="rId9"/>
    <p:sldId id="423" r:id="rId10"/>
    <p:sldId id="425" r:id="rId11"/>
    <p:sldId id="426" r:id="rId12"/>
    <p:sldId id="424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7158" autoAdjust="0"/>
    <p:restoredTop sz="94660"/>
  </p:normalViewPr>
  <p:slideViewPr>
    <p:cSldViewPr snapToGrid="0">
      <p:cViewPr varScale="1">
        <p:scale>
          <a:sx n="104" d="100"/>
          <a:sy n="104" d="100"/>
        </p:scale>
        <p:origin x="1242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5749C7-6AF1-F06A-A691-2D0904BC135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02C4716-5D11-E496-5DF5-AB93EA15A6E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F9E0E94-60F8-08A9-8583-85A6278EDC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12/29/2025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D25D2C0-6A6A-1795-39EA-D2B99B15C2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D32BA17-B8CF-C956-3BAE-ECF2A41AEF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0189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4E4FAB-ECDB-6D53-0A07-84E133763D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DD70C78-0369-C0BE-6BB2-D67C83ABE77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B245DE9-8F3A-CEAA-D1C2-306A5613FB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12/29/2025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7587178-B98A-D066-38E8-24CFB058B2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6BB8799-3851-FC31-4E82-08089736B3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704764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76F875-BFB8-8FD8-5E3C-9416CDA7F1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87153BA-D9CE-5922-6C11-CD376A01D2F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70B4814-23D3-15D6-6FC3-433D733281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12/29/2025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DE22266-9332-467E-4D53-2BF8ADEAB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83D8434-DD44-C9A5-27D2-7EAC962FFA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708153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652CAE-DE06-341E-4399-D3247E99F3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86EC78-459D-1859-3A8C-23C97043401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B3B2326-0B17-AA7E-37C9-A0D57E0C65A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E513603-CDC7-61E2-FB0D-6BFB6A6BEB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12/29/2025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72E2347-24BA-CF10-BC28-F28F7AE142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6F73D2A-6545-8CE3-BDFF-97D03FCBC9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564220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5EFA89-75CF-B6F5-A695-BFFAAFD112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1A1A08A-C068-1A71-3E79-E547D624D6F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E07B05D-38DE-BE94-FB07-AF9D6A161D7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4A06C2E-89D4-EB35-B9D0-D351F330954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2F05CDE-AC67-E8D7-9D6D-BBF76283488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B7A69AD-C843-7C5D-7182-A36BD90FB2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12/29/2025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AD254B3-794E-4494-3B5E-DE1DCA6284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4F1B43F-C92B-F0FA-656F-E92189BB63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774831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C67411-FE25-2681-09D5-DB935A99D5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FE1B3A5-4F90-10A7-0566-08E4450E4C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12/29/2025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10FF90D-049A-DFA9-BF23-68E4966B2D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27E56F7-4F2A-4C51-9C5C-8835FCB773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369957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551AC7A-E461-EE51-26F7-CC09117CBE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12/29/2025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7B81DB4-6D20-0BDA-3385-6BAF06508D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B46EFEC-DC5C-F46F-8EAA-04375E470A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50958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6A0668-6121-1429-0432-B6BF09E5A7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F0563FA-56A9-8E9A-BBD8-686661F6B1C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B7CC895-906C-F45F-5CF8-150E2C9C7C1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D5A91AD-B0E4-CDF7-6232-9A3A1A1507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12/29/2025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17564E2-A2A5-D9F9-8BFF-1300F609D4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EE45CD0-4772-47CB-4E04-C6E1952F21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510136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F21F8D-8D32-EE70-E8EA-1B8866D776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BA5BE0A-1E41-E609-EAB4-29C2E47F280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4500F1B-75F9-957E-DE9A-C579A7559B8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26E0FB2-7BBC-670C-2E5E-848B638957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12/29/2025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857B450-FBA6-ECFA-FC03-FD289B7CBA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0DBAF75-0F56-6503-A5C3-92BF318191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507777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92E606-DAB7-60A0-54A7-30C3B8D686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01B87FE-1B87-46EA-24B0-72582C4553C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94D04BF-24D2-C545-C9B2-9D42CE13E4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12/29/2025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AC46315-527C-6299-AC4E-6D94F83BF4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9008BB5-AB62-C6DE-F7E6-DBC2A73985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850494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84A6F75-369E-75A6-2EAF-D30696F1A1C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2A90A5E-6EAE-2D15-39D7-94A9D9813FF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D7F4FAA-D770-59F8-C832-3F0381432E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12/29/2025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8C525A2-B955-B961-6D9D-FF5E6ADFB2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2D88462-29D7-245D-2CD3-BDC0A85CB5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120186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2A55957-9CB8-8100-91C5-8B38A9747F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DA7E82F-E202-0B0E-3ADE-494F7BD719C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5383FE4-32CA-3C26-A3E2-C7EF744D7AD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E102D2E-813C-461C-9963-687A650C48C0}" type="datetimeFigureOut">
              <a:rPr lang="en-US" smtClean="0"/>
              <a:t>12/29/2025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5086C83-EFC7-D225-20F1-0A98A0F57A3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0307030-86F5-318F-153D-C5B50107E19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721780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4AE5AA-517F-F260-892A-328B0CAF82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04478110-B690-C635-530D-DC4FBFAD36C1}"/>
              </a:ext>
            </a:extLst>
          </p:cNvPr>
          <p:cNvSpPr txBox="1"/>
          <p:nvPr/>
        </p:nvSpPr>
        <p:spPr>
          <a:xfrm>
            <a:off x="0" y="0"/>
            <a:ext cx="2549236" cy="21558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az-Latn-AZ" altLang="en-US" sz="1300">
                <a:latin typeface="Arial" panose="020B0604020202020204" pitchFamily="34" charset="0"/>
              </a:rPr>
              <a:t>settings.py adında fayl yaradaraq onun içini şəkildəki kimi doldururuq.</a:t>
            </a:r>
          </a:p>
          <a:p>
            <a:pPr>
              <a:lnSpc>
                <a:spcPct val="150000"/>
              </a:lnSpc>
              <a:buNone/>
            </a:pPr>
            <a:endParaRPr kumimoji="0" lang="az-Latn-AZ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r>
              <a:rPr lang="az-Latn-AZ" altLang="en-US" sz="1300">
                <a:latin typeface="Arial" panose="020B0604020202020204" pitchFamily="34" charset="0"/>
              </a:rPr>
              <a:t>Bu məlumatlar internetdən götürülərək buraya yerləşdirilmişdir.</a:t>
            </a:r>
            <a:endParaRPr kumimoji="0" lang="en-US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7B99207-41F5-E4D1-FBE6-BB6088B4A96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49236" y="0"/>
            <a:ext cx="3860696" cy="685800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645E8510-A8F8-C525-5959-6782F49ADE1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18667" y="0"/>
            <a:ext cx="517333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3712734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AAB9A8-5431-3C05-AC48-87A9F572D0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55D8CAFD-5FD8-E8D9-0416-DE27F90D5D2C}"/>
              </a:ext>
            </a:extLst>
          </p:cNvPr>
          <p:cNvSpPr txBox="1"/>
          <p:nvPr/>
        </p:nvSpPr>
        <p:spPr>
          <a:xfrm>
            <a:off x="0" y="0"/>
            <a:ext cx="12192000" cy="3553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FBE809B-DF1F-BD5F-5464-4319C258BC7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30437" y="0"/>
            <a:ext cx="8131126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960090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EEEA2B-CE02-3AC6-BA8F-13D3D19957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261B06AF-A6E3-1CFA-244A-17926BBB79E6}"/>
              </a:ext>
            </a:extLst>
          </p:cNvPr>
          <p:cNvSpPr txBox="1"/>
          <p:nvPr/>
        </p:nvSpPr>
        <p:spPr>
          <a:xfrm>
            <a:off x="0" y="0"/>
            <a:ext cx="12192000" cy="3553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DE213FD-DA99-3CB5-955B-542D2F598FE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15100"/>
            <a:ext cx="12192000" cy="6427799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</p:spTree>
    <p:extLst>
      <p:ext uri="{BB962C8B-B14F-4D97-AF65-F5344CB8AC3E}">
        <p14:creationId xmlns:p14="http://schemas.microsoft.com/office/powerpoint/2010/main" val="279162393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DF2F10-9265-F04A-C9FB-46DD1043B6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77B2C65A-F981-FD3E-2E62-CA943357A053}"/>
              </a:ext>
            </a:extLst>
          </p:cNvPr>
          <p:cNvSpPr txBox="1"/>
          <p:nvPr/>
        </p:nvSpPr>
        <p:spPr>
          <a:xfrm>
            <a:off x="0" y="0"/>
            <a:ext cx="12192000" cy="3553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F4613A0-D630-43F5-6637-E3EFDB80725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36229" y="0"/>
            <a:ext cx="8319541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8977230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2B7394-F255-C7DA-F333-43FC302D29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3F7E9B06-8F0F-17C6-6925-A2FDDE1785E7}"/>
              </a:ext>
            </a:extLst>
          </p:cNvPr>
          <p:cNvSpPr txBox="1"/>
          <p:nvPr/>
        </p:nvSpPr>
        <p:spPr>
          <a:xfrm>
            <a:off x="0" y="0"/>
            <a:ext cx="12192000" cy="3553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43F2126-2035-5566-423C-19D25B064C8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12993" y="0"/>
            <a:ext cx="5566014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4823369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B1775F-562C-A9D4-8460-8992899D7D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08BDD00B-7046-B6FD-9AA4-2D558362BD59}"/>
              </a:ext>
            </a:extLst>
          </p:cNvPr>
          <p:cNvSpPr txBox="1"/>
          <p:nvPr/>
        </p:nvSpPr>
        <p:spPr>
          <a:xfrm>
            <a:off x="0" y="0"/>
            <a:ext cx="12192000" cy="3553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834F27D-68CC-FCAE-FC5B-6D495B849A1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76006"/>
            <a:ext cx="12192000" cy="6305987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</p:spTree>
    <p:extLst>
      <p:ext uri="{BB962C8B-B14F-4D97-AF65-F5344CB8AC3E}">
        <p14:creationId xmlns:p14="http://schemas.microsoft.com/office/powerpoint/2010/main" val="215543207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680034-944C-D557-4EA9-6B8CD1A403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C8B4DB1D-6E63-127C-9389-BFAA5941605A}"/>
              </a:ext>
            </a:extLst>
          </p:cNvPr>
          <p:cNvSpPr txBox="1"/>
          <p:nvPr/>
        </p:nvSpPr>
        <p:spPr>
          <a:xfrm>
            <a:off x="0" y="0"/>
            <a:ext cx="12192000" cy="3553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2F866D5-751C-0B84-6AC1-C54654CD7A8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665956"/>
            <a:ext cx="12192000" cy="3526087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</p:spTree>
    <p:extLst>
      <p:ext uri="{BB962C8B-B14F-4D97-AF65-F5344CB8AC3E}">
        <p14:creationId xmlns:p14="http://schemas.microsoft.com/office/powerpoint/2010/main" val="358542344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4FC578-E916-157D-9E34-98C92603E5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44E910EB-F8CF-72DB-1654-E9E111A3D87E}"/>
              </a:ext>
            </a:extLst>
          </p:cNvPr>
          <p:cNvSpPr txBox="1"/>
          <p:nvPr/>
        </p:nvSpPr>
        <p:spPr>
          <a:xfrm>
            <a:off x="0" y="0"/>
            <a:ext cx="12192000" cy="3553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A5EEFD6-E091-0D24-0F9C-2480CC194CD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08972" y="0"/>
            <a:ext cx="977405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1631499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1E49FD-29DF-5008-7FB4-A470870982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4E78270C-FEE5-DD81-C58E-4F4C89E4B951}"/>
              </a:ext>
            </a:extLst>
          </p:cNvPr>
          <p:cNvSpPr txBox="1"/>
          <p:nvPr/>
        </p:nvSpPr>
        <p:spPr>
          <a:xfrm>
            <a:off x="0" y="0"/>
            <a:ext cx="12192000" cy="3553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1196F5E-0611-BB20-CE47-0920DBB25E9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5519" y="0"/>
            <a:ext cx="1092096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1368333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DEA5AF-E68F-8FF1-7570-41721F3E6F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B72AC63D-CF1C-C869-305C-D5C71A5DA194}"/>
              </a:ext>
            </a:extLst>
          </p:cNvPr>
          <p:cNvSpPr txBox="1"/>
          <p:nvPr/>
        </p:nvSpPr>
        <p:spPr>
          <a:xfrm>
            <a:off x="0" y="0"/>
            <a:ext cx="12192000" cy="3553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714A2B5-781C-A58C-C22A-3857EEF267F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34745"/>
            <a:ext cx="12192000" cy="6188509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</p:spTree>
    <p:extLst>
      <p:ext uri="{BB962C8B-B14F-4D97-AF65-F5344CB8AC3E}">
        <p14:creationId xmlns:p14="http://schemas.microsoft.com/office/powerpoint/2010/main" val="146086163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3B9A65-D251-D776-922A-C686120A8B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938DBA5A-38A3-2B1A-79B6-337D6156DC7C}"/>
              </a:ext>
            </a:extLst>
          </p:cNvPr>
          <p:cNvSpPr txBox="1"/>
          <p:nvPr/>
        </p:nvSpPr>
        <p:spPr>
          <a:xfrm>
            <a:off x="0" y="0"/>
            <a:ext cx="12192000" cy="3553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22032615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83009A-6385-E510-793A-69FC9DC801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A786C944-509D-F038-50D6-BE71D8BB8B0A}"/>
              </a:ext>
            </a:extLst>
          </p:cNvPr>
          <p:cNvSpPr txBox="1"/>
          <p:nvPr/>
        </p:nvSpPr>
        <p:spPr>
          <a:xfrm>
            <a:off x="0" y="0"/>
            <a:ext cx="12192000" cy="3553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6457014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5648</TotalTime>
  <Words>30</Words>
  <Application>Microsoft Office PowerPoint</Application>
  <PresentationFormat>Widescreen</PresentationFormat>
  <Paragraphs>14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Admin</dc:creator>
  <cp:lastModifiedBy>Admin</cp:lastModifiedBy>
  <cp:revision>395</cp:revision>
  <dcterms:created xsi:type="dcterms:W3CDTF">2025-04-12T11:00:44Z</dcterms:created>
  <dcterms:modified xsi:type="dcterms:W3CDTF">2025-12-29T14:48:38Z</dcterms:modified>
</cp:coreProperties>
</file>