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20" r:id="rId3"/>
    <p:sldId id="421" r:id="rId4"/>
    <p:sldId id="424" r:id="rId5"/>
    <p:sldId id="425" r:id="rId6"/>
    <p:sldId id="416" r:id="rId7"/>
    <p:sldId id="417" r:id="rId8"/>
    <p:sldId id="418" r:id="rId9"/>
    <p:sldId id="422" r:id="rId10"/>
    <p:sldId id="419" r:id="rId11"/>
    <p:sldId id="426" r:id="rId12"/>
    <p:sldId id="427" r:id="rId13"/>
    <p:sldId id="42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68A6FE-3097-B656-0BC4-19D7619C7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742" y="0"/>
            <a:ext cx="75445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DCB16-518F-523B-DC5A-C8394B68F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7620C1-7FC8-C763-7FC4-2A5801397EAC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1FE6B0-4EF2-B6DD-3D69-44A5BC580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92" y="0"/>
            <a:ext cx="88328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312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919FD-A437-C61C-5F0F-31EF11DEF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DE9CB8-044D-3120-DAE0-79C30176752B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CF7A48-0FFC-EA28-6C60-66F6C4490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834" y="0"/>
            <a:ext cx="104763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749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83E05-D1D6-8AAA-029D-E3AB2F4F9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72BAB2-B525-C417-A027-06E2C450591F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6A09CE-A5F7-B754-C8AA-D6090F7E0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58" y="0"/>
            <a:ext cx="114892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94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C5780-0DEC-12F8-985E-0FD29593F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D36673-0E48-A050-6A66-26F625F320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5953A3-A8D9-3594-592A-A5BD9B315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58" y="0"/>
            <a:ext cx="11861883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43559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51C353-7AC5-D02B-D4FF-06723413F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72" y="0"/>
            <a:ext cx="111830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03AB76-4409-DD83-7CA0-86C4A0B2A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796" y="0"/>
            <a:ext cx="8126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3B83F4-A945-2984-C2E7-432DD76F3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360" y="0"/>
            <a:ext cx="100972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8C015-6F5B-341C-E2E8-F1E1CF62A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CF6621-AB4A-D5A5-52CB-2638C457AE9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68FB66-EB43-33D2-8DE0-CABCF6239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92" y="0"/>
            <a:ext cx="108486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033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154C86-7E06-A582-B751-C808D5C3A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060" y="0"/>
            <a:ext cx="98378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199A8-C6DC-BF5A-65F2-F1A8BCC29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5490A9-A048-8810-F95A-5225286F8A9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12C104-CBC7-5799-C045-29B825230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0791"/>
            <a:ext cx="12192000" cy="60164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64447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FEF88-5698-8F9C-47A6-527B97539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990D5D-6CEB-2474-9547-ECDE45E4E64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4525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29587-DF46-A3D0-EEA5-A517BEC5B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70951E-E276-20D2-8584-7D31EE3FDC14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7672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6682</TotalTime>
  <Words>13</Words>
  <Application>Microsoft Office PowerPoint</Application>
  <PresentationFormat>Widescreen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396</cp:revision>
  <dcterms:created xsi:type="dcterms:W3CDTF">2025-04-12T11:00:44Z</dcterms:created>
  <dcterms:modified xsi:type="dcterms:W3CDTF">2025-12-30T09:32:20Z</dcterms:modified>
</cp:coreProperties>
</file>