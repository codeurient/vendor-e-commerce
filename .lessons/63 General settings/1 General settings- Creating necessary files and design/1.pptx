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18" r:id="rId5"/>
    <p:sldId id="420" r:id="rId6"/>
    <p:sldId id="421" r:id="rId7"/>
    <p:sldId id="422" r:id="rId8"/>
    <p:sldId id="423" r:id="rId9"/>
    <p:sldId id="424" r:id="rId10"/>
    <p:sldId id="419" r:id="rId11"/>
    <p:sldId id="42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CED0F5-4FFB-7433-516B-290377EEE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35" y="2576393"/>
            <a:ext cx="9164329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D27396-A3B6-43A0-FC83-0EFF7DDD1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45" y="2614499"/>
            <a:ext cx="10821910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DF7E2-6FAA-CE03-B6CC-EA2E90092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084"/>
            <a:ext cx="12192000" cy="642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settings qovluğu və içində 5 fayl yaradırıq. Ancaq sonra istifadə edəcəyik.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C07C34-F16B-D595-C792-9ED0B342E51A}"/>
              </a:ext>
            </a:extLst>
          </p:cNvPr>
          <p:cNvGrpSpPr/>
          <p:nvPr/>
        </p:nvGrpSpPr>
        <p:grpSpPr>
          <a:xfrm>
            <a:off x="2" y="1501589"/>
            <a:ext cx="12191999" cy="5356412"/>
            <a:chOff x="2" y="1501589"/>
            <a:chExt cx="12191999" cy="535641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044D18C-B946-1541-8641-5F963CC16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" y="1514764"/>
              <a:ext cx="1510170" cy="534323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C8CEB3B-FF0E-7FD5-117A-EC3CF3745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6291" y="1501589"/>
              <a:ext cx="10695710" cy="53564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B1A99-0F6B-2496-388B-8AAEACCB3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2020CE-275E-B701-51A1-7A1239A3502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DC436F-AE77-796E-E665-AADEBBA0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53" y="0"/>
            <a:ext cx="101534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36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4E17C-3793-0478-3FF0-1106A6DB8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A170F9-6380-5814-DB48-96876F3A556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C3E577-FDF4-A9FD-7D87-5F8A874DC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22" y="0"/>
            <a:ext cx="109139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76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87B1B-831D-A32D-20C5-8DE587807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AA4DEE-FE92-C1D0-A2B3-21D65B80156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54104A-06ED-6DA6-6851-4D0EE92F3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626" y="709233"/>
            <a:ext cx="7144747" cy="54395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58192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546D0-22BF-6C3B-C95E-02860925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6FA972-C422-5F67-C75A-4883252F495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3C402A-7EE2-59FD-A9DD-CEA4D3770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690" y="0"/>
            <a:ext cx="90786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854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B3E44-C153-54D0-5629-B3BD9149D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A9A831-3849-0853-986A-D4FD3E071EB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24165-4286-103D-A08B-FCF9D4D60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690" y="0"/>
            <a:ext cx="83406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379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9925BE-84BD-D318-F8BF-BE4848F1A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545"/>
            <a:ext cx="12192000" cy="60609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55272-DD11-6A02-9E14-20D9A3EE7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CF3F45-A7F8-099E-E397-C64AC4B986B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9183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5892</TotalTime>
  <Words>23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393</cp:revision>
  <dcterms:created xsi:type="dcterms:W3CDTF">2025-04-12T11:00:44Z</dcterms:created>
  <dcterms:modified xsi:type="dcterms:W3CDTF">2025-12-29T13:18:41Z</dcterms:modified>
</cp:coreProperties>
</file>