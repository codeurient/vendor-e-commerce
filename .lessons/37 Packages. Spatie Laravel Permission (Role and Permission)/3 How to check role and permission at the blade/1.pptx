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9" r:id="rId3"/>
    <p:sldId id="405" r:id="rId4"/>
    <p:sldId id="404" r:id="rId5"/>
    <p:sldId id="408" r:id="rId6"/>
    <p:sldId id="406" r:id="rId7"/>
    <p:sldId id="403" r:id="rId8"/>
    <p:sldId id="410" r:id="rId9"/>
    <p:sldId id="412" r:id="rId10"/>
    <p:sldId id="411" r:id="rId11"/>
    <p:sldId id="415" r:id="rId12"/>
    <p:sldId id="416" r:id="rId13"/>
    <p:sldId id="417" r:id="rId14"/>
    <p:sldId id="413" r:id="rId15"/>
    <p:sldId id="414" r:id="rId16"/>
    <p:sldId id="4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@role </a:t>
            </a:r>
            <a:r>
              <a:rPr lang="az-Latn-AZ" altLang="en-US" sz="1300">
                <a:latin typeface="Arial" panose="020B0604020202020204" pitchFamily="34" charset="0"/>
              </a:rPr>
              <a:t>direktivi ilə hansı istifadəçi postu </a:t>
            </a: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edə bilər hansı edə bilməz, bunu təyin edəcəyik. Ancaq ilk öncə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modelini və </a:t>
            </a:r>
            <a:r>
              <a:rPr lang="az-Latn-AZ" altLang="en-US" sz="1300" b="1"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 cədvəlini yaratmaq lazımdır.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 cədvəlini yaratdıqdan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faylını aşağıdakı kimi doldururuq.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087F2-B102-C59E-F25F-48D8DC111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006"/>
            <a:ext cx="9431066" cy="1819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397AC-C4D3-226F-8DF7-E5AE00FF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021466"/>
            <a:ext cx="3337818" cy="28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A55D-DF3A-0168-6079-CBA0FA78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013E6-C900-A75F-802A-D5B7B94115C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cədvəlini </a:t>
            </a: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edirik.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 cədvəlini migrate etdikdən sonra onu təkt-tək əl ilə doldurmamaq üçün, </a:t>
            </a:r>
            <a:r>
              <a:rPr lang="az-Latn-AZ" altLang="en-US" sz="1300" b="1">
                <a:latin typeface="Arial" panose="020B0604020202020204" pitchFamily="34" charset="0"/>
              </a:rPr>
              <a:t>DatabaseSeeder</a:t>
            </a:r>
            <a:r>
              <a:rPr lang="az-Latn-AZ" altLang="en-US" sz="1300">
                <a:latin typeface="Arial" panose="020B0604020202020204" pitchFamily="34" charset="0"/>
              </a:rPr>
              <a:t> faylında </a:t>
            </a:r>
            <a:r>
              <a:rPr lang="az-Latn-AZ" altLang="en-US" sz="1300" b="1">
                <a:latin typeface="Arial" panose="020B0604020202020204" pitchFamily="34" charset="0"/>
              </a:rPr>
              <a:t>faker</a:t>
            </a:r>
            <a:r>
              <a:rPr lang="az-Latn-AZ" altLang="en-US" sz="1300">
                <a:latin typeface="Arial" panose="020B0604020202020204" pitchFamily="34" charset="0"/>
              </a:rPr>
              <a:t> vasitəsilə 30 ədəd məlumat yaradacağıq.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95563-26AB-445B-B987-D9207C71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755"/>
            <a:ext cx="10974332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2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1FE2-E44E-FF65-F1C5-E8BCE420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EDF35C-3F32-8070-8E9A-61A772042A38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lang="az-Latn-AZ" altLang="en-US" sz="1300">
                <a:latin typeface="Arial" panose="020B0604020202020204" pitchFamily="34" charset="0"/>
              </a:rPr>
              <a:t>Seed ediləcək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Factory</a:t>
            </a:r>
            <a:r>
              <a:rPr lang="az-Latn-AZ" altLang="en-US" sz="1300">
                <a:latin typeface="Arial" panose="020B0604020202020204" pitchFamily="34" charset="0"/>
              </a:rPr>
              <a:t> faylını yaratmaq üçün aşağıdakı əmri terminalda yazırıq: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Daxili görünüş bu şəkildə olmalıdır: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20A13-53D2-F353-B47D-1EFC475B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135"/>
            <a:ext cx="3934374" cy="333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7F5E5-CCFB-E5AE-599D-E56DB985F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0152"/>
            <a:ext cx="6304384" cy="25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0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40DC-0B23-2B9C-D8CE-AF520D6DE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7B2BF-A2F1-0229-9A00-FC42DCE8697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c) Sonra `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database\seeders\DatabaseSeeder.php</a:t>
            </a:r>
            <a:r>
              <a:rPr lang="az-Latn-AZ" altLang="en-US" sz="1300">
                <a:latin typeface="Arial" panose="020B0604020202020204" pitchFamily="34" charset="0"/>
              </a:rPr>
              <a:t>` faylında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modlei üçün </a:t>
            </a:r>
            <a:r>
              <a:rPr lang="az-Latn-AZ" altLang="en-US" sz="1300" b="1">
                <a:latin typeface="Arial" panose="020B0604020202020204" pitchFamily="34" charset="0"/>
              </a:rPr>
              <a:t>create() </a:t>
            </a:r>
            <a:r>
              <a:rPr lang="az-Latn-AZ" altLang="en-US" sz="1300">
                <a:latin typeface="Arial" panose="020B0604020202020204" pitchFamily="34" charset="0"/>
              </a:rPr>
              <a:t>metodunu çağırırıq.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300">
                <a:latin typeface="Arial" panose="020B0604020202020204" pitchFamily="34" charset="0"/>
              </a:rPr>
              <a:t>: Digər </a:t>
            </a:r>
            <a:r>
              <a:rPr lang="az-Latn-AZ" altLang="en-US" sz="1300" b="1">
                <a:latin typeface="Arial" panose="020B0604020202020204" pitchFamily="34" charset="0"/>
              </a:rPr>
              <a:t>Modeli</a:t>
            </a:r>
            <a:r>
              <a:rPr lang="az-Latn-AZ" altLang="en-US" sz="1300">
                <a:latin typeface="Arial" panose="020B0604020202020204" pitchFamily="34" charset="0"/>
              </a:rPr>
              <a:t> commentə almaq lazımdır. Əks halda </a:t>
            </a:r>
            <a:r>
              <a:rPr lang="az-Latn-AZ" altLang="en-US" sz="1300" b="1">
                <a:latin typeface="Arial" panose="020B0604020202020204" pitchFamily="34" charset="0"/>
              </a:rPr>
              <a:t>seed</a:t>
            </a:r>
            <a:r>
              <a:rPr lang="az-Latn-AZ" altLang="en-US" sz="1300">
                <a:latin typeface="Arial" panose="020B0604020202020204" pitchFamily="34" charset="0"/>
              </a:rPr>
              <a:t> əmrini işə saldıqda xəta mesajı alarıq.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521F12-0E40-E343-4064-96959AEBE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829"/>
            <a:ext cx="5182323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22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A34C-FE00-47EC-8B4B-02B31939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2DC3D-0512-6269-813A-08C2CCCBD74F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Artıq </a:t>
            </a:r>
            <a:r>
              <a:rPr lang="az-Latn-AZ" altLang="en-US" sz="1300" b="1">
                <a:latin typeface="Arial" panose="020B0604020202020204" pitchFamily="34" charset="0"/>
              </a:rPr>
              <a:t>Seeder</a:t>
            </a:r>
            <a:r>
              <a:rPr lang="az-Latn-AZ" altLang="en-US" sz="1300">
                <a:latin typeface="Arial" panose="020B0604020202020204" pitchFamily="34" charset="0"/>
              </a:rPr>
              <a:t> -i icra edə bilərik: Bu əmrlə həm bazanı sıfırlayır, həm də seeder fayllarını işə salırsan.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bazanı sıfırlamaq istəmirsənsə, sadəcə</a:t>
            </a:r>
            <a:r>
              <a:rPr lang="az-Latn-AZ" altLang="en-US" sz="1300">
                <a:latin typeface="Arial" panose="020B0604020202020204" pitchFamily="34" charset="0"/>
              </a:rPr>
              <a:t> belə yaz ( Mən bu cür yazdım 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C15F4-C539-A919-D0FF-4E416269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693"/>
            <a:ext cx="2753109" cy="333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5BF62-3B79-DEED-9335-4748FC553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3530"/>
            <a:ext cx="518232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7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B5FE-E3CE-DD79-2C4A-5EFEF789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9C0E53-A638-0768-586E-3992FCB9BE20}"/>
              </a:ext>
            </a:extLst>
          </p:cNvPr>
          <p:cNvSpPr txBox="1"/>
          <p:nvPr/>
        </p:nvSpPr>
        <p:spPr>
          <a:xfrm>
            <a:off x="217715" y="255046"/>
            <a:ext cx="2497494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olaraq yaranan datalar.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dataları Şablonda əks etdirmək üçün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adında bir qovluq və həmin qovluqda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post.blade.php</a:t>
            </a:r>
            <a:r>
              <a:rPr lang="az-Latn-AZ" altLang="en-US" sz="1300">
                <a:latin typeface="Arial" panose="020B0604020202020204" pitchFamily="34" charset="0"/>
              </a:rPr>
              <a:t>` adında bir fayl yaradırıq.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65284-5756-D8DE-6780-15FA5C15C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387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5" y="255046"/>
            <a:ext cx="6033796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kod </a:t>
            </a:r>
            <a:r>
              <a:rPr lang="en-US" altLang="en-US" sz="1300" b="1">
                <a:latin typeface="Arial" panose="020B0604020202020204" pitchFamily="34" charset="0"/>
              </a:rPr>
              <a:t>Spatie Laravel Permission </a:t>
            </a:r>
            <a:r>
              <a:rPr lang="en-US" altLang="en-US" sz="1300">
                <a:latin typeface="Arial" panose="020B0604020202020204" pitchFamily="34" charset="0"/>
              </a:rPr>
              <a:t>paketinin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@role </a:t>
            </a:r>
            <a:r>
              <a:rPr lang="en-US" altLang="en-US" sz="1300">
                <a:latin typeface="Arial" panose="020B0604020202020204" pitchFamily="34" charset="0"/>
              </a:rPr>
              <a:t>Blade direktivini istifadə edərək istifadəçinin rolu əsasında müəyyən elementləri göstərmək və ya gizlətmək üçün istifadə olunur</a:t>
            </a:r>
            <a:r>
              <a:rPr lang="az-Latn-AZ" altLang="en-US" sz="1300">
                <a:latin typeface="Arial" panose="020B0604020202020204" pitchFamily="34" charset="0"/>
              </a:rPr>
              <a:t> ( sağ şəkil )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Əvvəlki dərsdə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istfadəçi üçün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writer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adl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əyin etmişdik. Əgər saytda həmin istifadəçi adı ilə daxil olsa `Create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və `Edit` düymələrini görəcəyik.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Başqa məsələn, </a:t>
            </a:r>
            <a:r>
              <a:rPr lang="az-Latn-AZ" altLang="en-US" sz="1300" b="1">
                <a:latin typeface="Arial" panose="020B0604020202020204" pitchFamily="34" charset="0"/>
              </a:rPr>
              <a:t>Rasim</a:t>
            </a:r>
            <a:r>
              <a:rPr lang="az-Latn-AZ" altLang="en-US" sz="1300">
                <a:latin typeface="Arial" panose="020B0604020202020204" pitchFamily="34" charset="0"/>
              </a:rPr>
              <a:t> adı ilə daxil olsaq, həmin istifadəçi üçün rol təyin etmədiyimiz üçün bu düymələri görməyəcəyik.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Şablonu g</a:t>
            </a:r>
            <a:r>
              <a:rPr lang="az-Latn-AZ" altLang="en-US" sz="1300">
                <a:latin typeface="Arial" panose="020B0604020202020204" pitchFamily="34" charset="0"/>
              </a:rPr>
              <a:t>örüntüləmək üçün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F289F-D192-AAA0-967E-4FF6C3FE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22" y="0"/>
            <a:ext cx="570757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1B12C-4B84-E6C4-49A0-D097E147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27" y="4856068"/>
            <a:ext cx="4302795" cy="200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0ADA-92CF-EA14-A723-888BB919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6C09E-C214-C3AA-542A-1AA3871950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</a:t>
            </a:r>
            <a:r>
              <a:rPr lang="az-Latn-AZ" altLang="en-US" sz="1300" b="1">
                <a:latin typeface="Arial" panose="020B0604020202020204" pitchFamily="34" charset="0"/>
              </a:rPr>
              <a:t>test</a:t>
            </a:r>
            <a:r>
              <a:rPr lang="az-Latn-AZ" altLang="en-US" sz="1300">
                <a:latin typeface="Arial" panose="020B0604020202020204" pitchFamily="34" charset="0"/>
              </a:rPr>
              <a:t> istifadəçisi kimi.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1C4B1-FFF7-2DE3-FD30-47F339BF6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9490"/>
            <a:ext cx="12192000" cy="33990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850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C81E-4BD6-609B-8E63-8FB55AC9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FC135-ED7F-6058-C97D-822D46956789}"/>
              </a:ext>
            </a:extLst>
          </p:cNvPr>
          <p:cNvSpPr txBox="1"/>
          <p:nvPr/>
        </p:nvSpPr>
        <p:spPr>
          <a:xfrm>
            <a:off x="217714" y="255046"/>
            <a:ext cx="11756571" cy="5044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Nəticə </a:t>
            </a:r>
            <a:r>
              <a:rPr lang="az-Latn-AZ" altLang="en-US" sz="1200" b="1">
                <a:latin typeface="Arial" panose="020B0604020202020204" pitchFamily="34" charset="0"/>
              </a:rPr>
              <a:t>rasim</a:t>
            </a:r>
            <a:r>
              <a:rPr lang="az-Latn-AZ" altLang="en-US" sz="1200">
                <a:latin typeface="Arial" panose="020B0604020202020204" pitchFamily="34" charset="0"/>
              </a:rPr>
              <a:t> istifadəçisi kimi həmin düymələri görmürük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Çünki </a:t>
            </a:r>
            <a:r>
              <a:rPr lang="az-Latn-AZ" altLang="en-US" sz="1200" b="1">
                <a:latin typeface="Arial" panose="020B0604020202020204" pitchFamily="34" charset="0"/>
              </a:rPr>
              <a:t>model_id </a:t>
            </a:r>
            <a:r>
              <a:rPr lang="az-Latn-AZ" altLang="en-US" sz="1200">
                <a:latin typeface="Arial" panose="020B0604020202020204" pitchFamily="34" charset="0"/>
              </a:rPr>
              <a:t>sütununda identifikatoru </a:t>
            </a:r>
            <a:r>
              <a:rPr lang="az-Latn-AZ" altLang="en-US" sz="1200" b="1">
                <a:latin typeface="Arial" panose="020B0604020202020204" pitchFamily="34" charset="0"/>
              </a:rPr>
              <a:t>1</a:t>
            </a:r>
            <a:r>
              <a:rPr lang="az-Latn-AZ" altLang="en-US" sz="1200">
                <a:latin typeface="Arial" panose="020B0604020202020204" pitchFamily="34" charset="0"/>
              </a:rPr>
              <a:t> olan istifadəçi var. </a:t>
            </a:r>
            <a:r>
              <a:rPr lang="az-Latn-AZ" altLang="en-US" sz="1200" b="1">
                <a:latin typeface="Arial" panose="020B0604020202020204" pitchFamily="34" charset="0"/>
              </a:rPr>
              <a:t>Rasim</a:t>
            </a:r>
            <a:r>
              <a:rPr lang="az-Latn-AZ" altLang="en-US" sz="1200">
                <a:latin typeface="Arial" panose="020B0604020202020204" pitchFamily="34" charset="0"/>
              </a:rPr>
              <a:t> istifadəçisinin identifikatoru isə </a:t>
            </a:r>
            <a:r>
              <a:rPr lang="az-Latn-AZ" altLang="en-US" sz="1200" b="1">
                <a:latin typeface="Arial" panose="020B0604020202020204" pitchFamily="34" charset="0"/>
              </a:rPr>
              <a:t>512</a:t>
            </a:r>
            <a:r>
              <a:rPr lang="az-Latn-AZ" altLang="en-US" sz="1200">
                <a:latin typeface="Arial" panose="020B0604020202020204" pitchFamily="34" charset="0"/>
              </a:rPr>
              <a:t> -dir. Əgər bu sütunda </a:t>
            </a:r>
            <a:r>
              <a:rPr lang="az-Latn-AZ" altLang="en-US" sz="1200" b="1">
                <a:latin typeface="Arial" panose="020B0604020202020204" pitchFamily="34" charset="0"/>
              </a:rPr>
              <a:t>512</a:t>
            </a:r>
            <a:r>
              <a:rPr lang="az-Latn-AZ" altLang="en-US" sz="1200">
                <a:latin typeface="Arial" panose="020B0604020202020204" pitchFamily="34" charset="0"/>
              </a:rPr>
              <a:t> olsa idi onda düymələr görünəcəkdir.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Manul olaraq</a:t>
            </a:r>
            <a:r>
              <a:rPr lang="az-Latn-AZ" altLang="en-US" sz="1200">
                <a:latin typeface="Arial" panose="020B0604020202020204" pitchFamily="34" charset="0"/>
              </a:rPr>
              <a:t>da istəsəz əlavə edə bilərsiz. Növbəti slayd....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95A73-1336-9C4A-E13E-EF3519071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295"/>
            <a:ext cx="12192000" cy="30114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331393-3BA3-E546-9E04-B4C71DA1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16" y="5128332"/>
            <a:ext cx="4376584" cy="1729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986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A346-74D3-F67A-EC3B-BD8DE1EE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ABDE0-97B6-93C1-220E-551C7B74B002}"/>
              </a:ext>
            </a:extLst>
          </p:cNvPr>
          <p:cNvSpPr txBox="1"/>
          <p:nvPr/>
        </p:nvSpPr>
        <p:spPr>
          <a:xfrm>
            <a:off x="217714" y="255046"/>
            <a:ext cx="5645095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Rasim istifadəçisi üçün Rol olaraq </a:t>
            </a:r>
            <a:r>
              <a:rPr lang="az-Latn-AZ" altLang="en-US" sz="1300" b="1">
                <a:latin typeface="Arial" panose="020B0604020202020204" pitchFamily="34" charset="0"/>
              </a:rPr>
              <a:t>EDİTOR</a:t>
            </a:r>
            <a:r>
              <a:rPr lang="az-Latn-AZ" altLang="en-US" sz="1300">
                <a:latin typeface="Arial" panose="020B0604020202020204" pitchFamily="34" charset="0"/>
              </a:rPr>
              <a:t> rolunu seçirik. Və bu rolda olan yaxud aşağıdakı 3 roldan birində olan istəyən istifadəçi </a:t>
            </a: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düyməsini görə biləcəkdir.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E2F88-A998-7806-60DB-7C5F90BDC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192" y="1"/>
            <a:ext cx="5862807" cy="28271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8D730A-BED7-A71D-ABA7-0AA321236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1861"/>
            <a:ext cx="12192000" cy="26761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05A8E4-032C-F70A-DFF0-3694B7C6C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9137"/>
            <a:ext cx="3948604" cy="201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3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8E61-395A-3278-A0E3-94489ED4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C73446-9B40-B257-C015-32AA6F42666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451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DB8C-9BD5-40E6-D614-2C8B4E36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635837-94EF-2025-862D-F63EF88B49E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848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F97B-9647-50CF-4FAD-D9DBEF73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D66E6-E2B9-7ADF-F2AD-ADE8299C7F4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814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371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350</cp:revision>
  <dcterms:created xsi:type="dcterms:W3CDTF">2025-04-12T11:00:44Z</dcterms:created>
  <dcterms:modified xsi:type="dcterms:W3CDTF">2025-06-25T16:24:40Z</dcterms:modified>
</cp:coreProperties>
</file>