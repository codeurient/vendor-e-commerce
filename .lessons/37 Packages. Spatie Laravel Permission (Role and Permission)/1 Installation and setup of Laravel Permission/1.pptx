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0" r:id="rId2"/>
    <p:sldId id="405" r:id="rId3"/>
    <p:sldId id="402" r:id="rId4"/>
    <p:sldId id="403" r:id="rId5"/>
    <p:sldId id="404" r:id="rId6"/>
    <p:sldId id="406" r:id="rId7"/>
    <p:sldId id="408" r:id="rId8"/>
    <p:sldId id="409" r:id="rId9"/>
    <p:sldId id="40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https://spatie.be/docs/laravel-permission/v6/installation-Laravel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 i="1">
                <a:solidFill>
                  <a:srgbClr val="FF0000"/>
                </a:solidFill>
                <a:latin typeface="Arial" panose="020B0604020202020204" pitchFamily="34" charset="0"/>
              </a:rPr>
              <a:t>Spatie Laravel Permission </a:t>
            </a:r>
            <a:r>
              <a:rPr lang="en-US" altLang="en-US" sz="1300">
                <a:latin typeface="Arial" panose="020B0604020202020204" pitchFamily="34" charset="0"/>
              </a:rPr>
              <a:t>paketi Laravel-də istifadəçi rolları və icazələrini (permissions) idarə etmək üçün çox güclü və geniş istifadə edilən bir alətdir.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Rolların idarə olunması (Roles):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Məsələn, admin, editor, user kimi müxtəlif rollar təyin edə bilərsən və hər rolun səlahiyyətini ayıra bilərsən.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İcazələrin idarə olunması (Permissions). Məsələn: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create post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edit post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delete user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kimi əmrləri spesifik rollara və ya istifadəçilərə vermək olur.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İstifadəçi-rol və icazə əlaqələri: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İstifadəçiyə bir və ya bir neçə rol təyin edə bilərsən.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Hər rola müxtəlif icazələr verə bilərsən.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Həmçinin istəsən birbaşa istifadəçiyə də icazə verə bilərsən (rolsuz).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6D8C-AE47-0BA4-B1F4-600D2A6B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31529-EE93-396B-F3BC-0DBCA3DE48D5}"/>
              </a:ext>
            </a:extLst>
          </p:cNvPr>
          <p:cNvSpPr txBox="1"/>
          <p:nvPr/>
        </p:nvSpPr>
        <p:spPr>
          <a:xfrm>
            <a:off x="217715" y="255046"/>
            <a:ext cx="11781452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Spatie Laravel Permission: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İcazə sistemi yaratmaq üçün kod yazmağa ehtiyac qalmadan hazır struktur təqdim edir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Böyük və orta layihələr üçün ideal bir RBAC (Role-Based Access Control) idarəetmə alətidir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Laravel Gate, Policy sisteminə inteqrasiya oluna bilir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59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Quraşdırılması.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E8CA3-CFA8-1377-7048-AA640FC45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940" y="0"/>
            <a:ext cx="6892060" cy="4478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45EDD6-6239-0710-C58D-C275F9C49D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29"/>
          <a:stretch>
            <a:fillRect/>
          </a:stretch>
        </p:blipFill>
        <p:spPr>
          <a:xfrm>
            <a:off x="5299940" y="4478694"/>
            <a:ext cx="6892060" cy="185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5" y="255046"/>
            <a:ext cx="634170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Model</a:t>
            </a:r>
            <a:r>
              <a:rPr lang="az-Latn-AZ" altLang="en-US" sz="1300">
                <a:latin typeface="Arial" panose="020B0604020202020204" pitchFamily="34" charset="0"/>
              </a:rPr>
              <a:t>ində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HasRoles</a:t>
            </a:r>
            <a:r>
              <a:rPr lang="en-US" altLang="en-US" sz="1300">
                <a:latin typeface="Arial" panose="020B0604020202020204" pitchFamily="34" charset="0"/>
              </a:rPr>
              <a:t> trait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-i istifadə edilir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B2109-1BB1-73F5-2018-21E02CBB7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940" y="0"/>
            <a:ext cx="5449060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6086-8194-A7DC-6141-023DB918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FDC6D4-19B5-AF37-E7A7-762CBF4D551F}"/>
              </a:ext>
            </a:extLst>
          </p:cNvPr>
          <p:cNvSpPr txBox="1"/>
          <p:nvPr/>
        </p:nvSpPr>
        <p:spPr>
          <a:xfrm>
            <a:off x="217715" y="255046"/>
            <a:ext cx="634170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Migrate etdikdən sonra yaranan cədvəllər.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1B567-C03D-D751-73B7-5FAA1538A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58" y="2724539"/>
            <a:ext cx="6913644" cy="40496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256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7ED4-E426-6E13-3C63-C1EF3A03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4FC15A-5B6B-4AAC-FDAF-1F42D6252606}"/>
              </a:ext>
            </a:extLst>
          </p:cNvPr>
          <p:cNvSpPr txBox="1"/>
          <p:nvPr/>
        </p:nvSpPr>
        <p:spPr>
          <a:xfrm>
            <a:off x="217716" y="255046"/>
            <a:ext cx="7078824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3cü slaydda gördüyümüz kimi paketi </a:t>
            </a:r>
            <a:r>
              <a:rPr lang="az-Latn-AZ" altLang="en-US" sz="1300" b="1">
                <a:latin typeface="Arial" panose="020B0604020202020204" pitchFamily="34" charset="0"/>
              </a:rPr>
              <a:t>publish</a:t>
            </a:r>
            <a:r>
              <a:rPr lang="az-Latn-AZ" altLang="en-US" sz="1300">
                <a:latin typeface="Arial" panose="020B0604020202020204" pitchFamily="34" charset="0"/>
              </a:rPr>
              <a:t> etdikdən sonra da,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config/permission.php</a:t>
            </a:r>
            <a:r>
              <a:rPr lang="az-Latn-AZ" altLang="en-US" sz="1300">
                <a:latin typeface="Arial" panose="020B0604020202020204" pitchFamily="34" charset="0"/>
              </a:rPr>
              <a:t>` adında bir fayl yaradıldı.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fayl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Spatie Laravel Permission </a:t>
            </a:r>
            <a:r>
              <a:rPr lang="en-US" altLang="en-US" sz="1300">
                <a:latin typeface="Arial" panose="020B0604020202020204" pitchFamily="34" charset="0"/>
              </a:rPr>
              <a:t>paketinin </a:t>
            </a:r>
            <a:r>
              <a:rPr lang="en-US" altLang="en-US" sz="1300" b="1">
                <a:latin typeface="Arial" panose="020B0604020202020204" pitchFamily="34" charset="0"/>
              </a:rPr>
              <a:t>konfiqurasiya</a:t>
            </a:r>
            <a:r>
              <a:rPr lang="en-US" altLang="en-US" sz="1300">
                <a:latin typeface="Arial" panose="020B0604020202020204" pitchFamily="34" charset="0"/>
              </a:rPr>
              <a:t> (ayarlar) faylıdır. Bu fayl, paket davranışlarını Laravel tətbiqinə uyğunlaşdırmaq üçün istifadə olunur. Əsasən bu, sistemdəki </a:t>
            </a:r>
            <a:r>
              <a:rPr lang="en-US" altLang="en-US" sz="1300" b="1">
                <a:latin typeface="Arial" panose="020B0604020202020204" pitchFamily="34" charset="0"/>
              </a:rPr>
              <a:t>rollar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icazələrin</a:t>
            </a:r>
            <a:r>
              <a:rPr lang="en-US" altLang="en-US" sz="1300">
                <a:latin typeface="Arial" panose="020B0604020202020204" pitchFamily="34" charset="0"/>
              </a:rPr>
              <a:t> model, cədvəl, sütun, keş və davranışlarını idarə edir.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89E209-E1CB-14B4-033E-9F164733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412" y="0"/>
            <a:ext cx="470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22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3258-377F-5F6D-DA6C-0DFE7448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E1E421-EA1D-44D4-02AB-D5AEF073E751}"/>
              </a:ext>
            </a:extLst>
          </p:cNvPr>
          <p:cNvSpPr txBox="1"/>
          <p:nvPr/>
        </p:nvSpPr>
        <p:spPr>
          <a:xfrm>
            <a:off x="217715" y="255046"/>
            <a:ext cx="634170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71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7068-9E33-7E2A-5544-79A4408F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66D85A-05DB-98EF-E159-4E110F3C3E6D}"/>
              </a:ext>
            </a:extLst>
          </p:cNvPr>
          <p:cNvSpPr txBox="1"/>
          <p:nvPr/>
        </p:nvSpPr>
        <p:spPr>
          <a:xfrm>
            <a:off x="217715" y="255046"/>
            <a:ext cx="634170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089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CF96-8222-6FA9-A512-3DC6F937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BE03D2-9D4E-2552-32DD-9F1CD7FB76F3}"/>
              </a:ext>
            </a:extLst>
          </p:cNvPr>
          <p:cNvSpPr txBox="1"/>
          <p:nvPr/>
        </p:nvSpPr>
        <p:spPr>
          <a:xfrm>
            <a:off x="217715" y="255046"/>
            <a:ext cx="6341706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01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255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340</cp:revision>
  <dcterms:created xsi:type="dcterms:W3CDTF">2025-04-12T11:00:44Z</dcterms:created>
  <dcterms:modified xsi:type="dcterms:W3CDTF">2025-06-22T08:23:35Z</dcterms:modified>
</cp:coreProperties>
</file>