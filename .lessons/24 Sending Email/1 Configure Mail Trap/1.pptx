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07" r:id="rId7"/>
    <p:sldId id="408" r:id="rId8"/>
    <p:sldId id="4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151351"/>
            <a:ext cx="11756571" cy="1759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050">
                <a:latin typeface="Arial" panose="020B0604020202020204" pitchFamily="34" charset="0"/>
              </a:rPr>
              <a:t>Bu dərs </a:t>
            </a:r>
            <a:r>
              <a:rPr lang="pt-BR" altLang="en-US" sz="1050">
                <a:latin typeface="Arial" panose="020B0604020202020204" pitchFamily="34" charset="0"/>
              </a:rPr>
              <a:t>Laravel </a:t>
            </a:r>
            <a:r>
              <a:rPr lang="az-Latn-AZ" altLang="en-US" sz="1050">
                <a:latin typeface="Arial" panose="020B0604020202020204" pitchFamily="34" charset="0"/>
              </a:rPr>
              <a:t>-</a:t>
            </a:r>
            <a:r>
              <a:rPr lang="pt-BR" altLang="en-US" sz="1050">
                <a:latin typeface="Arial" panose="020B0604020202020204" pitchFamily="34" charset="0"/>
              </a:rPr>
              <a:t>d</a:t>
            </a:r>
            <a:r>
              <a:rPr lang="az-Latn-AZ" altLang="en-US" sz="1050">
                <a:latin typeface="Arial" panose="020B0604020202020204" pitchFamily="34" charset="0"/>
              </a:rPr>
              <a:t>ə</a:t>
            </a:r>
            <a:r>
              <a:rPr lang="pt-BR" altLang="en-US" sz="1050">
                <a:latin typeface="Arial" panose="020B0604020202020204" pitchFamily="34" charset="0"/>
              </a:rPr>
              <a:t> email göndərmə mövzusu</a:t>
            </a:r>
            <a:r>
              <a:rPr lang="az-Latn-AZ" altLang="en-US" sz="1050">
                <a:latin typeface="Arial" panose="020B0604020202020204" pitchFamily="34" charset="0"/>
              </a:rPr>
              <a:t>dur. İlk öncə belə bir saytdan qeyidyyatdan keçirik.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</a:t>
            </a:r>
            <a:r>
              <a:rPr kumimoji="0" lang="en-US" altLang="en-US" sz="105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https://mailtrap.io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bu nə saytdır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Mailtrap</a:t>
            </a:r>
            <a:r>
              <a:rPr kumimoji="0" lang="az-Latn-AZ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developer-lər üçün nəzərdə tutulmuş bir fake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SMTP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server-dir. Gerçək istifadəçilərə e-poçt göndərmədən, yazdığınız email funksionallığını yoxlamağa kömək edir.</a:t>
            </a: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Yəni əgər Laravel tətbiqində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Mail::send()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ya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Mail::raw()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edirsinizsə, mesajlar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Mailtrap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saytının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Inbox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bölümünə gedir, real istifadəçiyə yox!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Əsas məqsəd: Tətbiqinizdə email göndərməni sınaqdan keçirmək, amma istifadəçilərə təsadüfən email göndərməmək.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78F47-95FB-3315-A428-43EC00FB4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4253"/>
            <a:ext cx="12192000" cy="473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Növbəti addımlarda sadəcə şəkilləri izləyirik.....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80DBC-0757-00F9-D156-F4D2330C7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4200"/>
            <a:ext cx="12192000" cy="33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469CE-43AA-7533-C887-D73B0A575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79205E-8AEF-4925-1B63-D3D6DAD434B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72ED18-1258-5712-747B-B0ECD45E2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56396"/>
            <a:ext cx="12192000" cy="640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44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8668E-C18D-BBF6-9E6A-887412162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E74529-0204-66C6-F404-3C12EB5DA2E5}"/>
              </a:ext>
            </a:extLst>
          </p:cNvPr>
          <p:cNvSpPr txBox="1"/>
          <p:nvPr/>
        </p:nvSpPr>
        <p:spPr>
          <a:xfrm>
            <a:off x="217713" y="47135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NOT</a:t>
            </a:r>
            <a:r>
              <a:rPr lang="az-Latn-AZ" altLang="en-US" sz="1300">
                <a:latin typeface="Arial" panose="020B0604020202020204" pitchFamily="34" charset="0"/>
              </a:rPr>
              <a:t>: kopyalarkən mütləq </a:t>
            </a:r>
            <a:r>
              <a:rPr lang="az-Latn-AZ" altLang="en-US" sz="1300" b="1">
                <a:latin typeface="Arial" panose="020B0604020202020204" pitchFamily="34" charset="0"/>
              </a:rPr>
              <a:t>COPY</a:t>
            </a:r>
            <a:r>
              <a:rPr lang="az-Latn-AZ" altLang="en-US" sz="1300">
                <a:latin typeface="Arial" panose="020B0604020202020204" pitchFamily="34" charset="0"/>
              </a:rPr>
              <a:t> sözündən istifadə edin.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722ED4-D62C-1E14-113D-E3DB6068D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93059"/>
            <a:ext cx="12192000" cy="636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724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8FF19-1D65-21C3-8B17-462643DD6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CFFD6F-E06A-C053-F040-2120CB36BE83}"/>
              </a:ext>
            </a:extLst>
          </p:cNvPr>
          <p:cNvSpPr txBox="1"/>
          <p:nvPr/>
        </p:nvSpPr>
        <p:spPr>
          <a:xfrm>
            <a:off x="113122" y="255046"/>
            <a:ext cx="9059158" cy="4171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.env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faylındakı </a:t>
            </a:r>
            <a:r>
              <a:rPr lang="az-Latn-AZ" altLang="en-US" sz="1300">
                <a:latin typeface="Arial" panose="020B0604020202020204" pitchFamily="34" charset="0"/>
              </a:rPr>
              <a:t>sağ şəkildəki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konfiqurasiya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nəyi ifadə edir?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İzahedici şəkildə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MAIL_MAILER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smtp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Laravel hansı texnologiya ilə email göndərəcəyini göstərir. SMTP (Simple Mail Transfer Protocol) seçilib.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MAIL_HOST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sandbox.smtp.mailtrap.io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Email göndərilərkən hansı serverə bağlanacağını göstərir. Bu, Mailtrap serveridir.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MAIL_PORT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2525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Mail server ilə əlaqə üçün port nömrəsi.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MAIL_USERNAME / MAIL_PASSWORD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Mailtrap saytında sizə verilən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unikal login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məlumatları. Laravel bu məlumatlarla Mailtrap-a daxil olur.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MAIL_ENCRYPTION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tls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Email göndərilərkən istifadə ediləcək şifrələmə növü. Təhlükəsizlik məqsədilə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tls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seçilir.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MAIL_FROM_ADDRESS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Göndərilən emaillərdə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göndəricinin email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ünvanı kimi görünəcək.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MAIL_FROM_NAME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Göndərənin adı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kimi görünəcək </a:t>
            </a:r>
            <a:r>
              <a:rPr kumimoji="0" lang="en-US" altLang="en-US" sz="105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${APP_NAME}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ətraf mühit dəyişəni kimi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config/app.php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-də</a:t>
            </a:r>
            <a:r>
              <a:rPr kumimoji="0" lang="az-Latn-AZ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avtomatik gəlir).</a:t>
            </a: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Niyə böyük hərflərlə yazılır? 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.env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 adətən böyük hərflər istifadə olunur, çünki bu fayl mühit dəyişənlərini (</a:t>
            </a: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 variables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təyin edir və konvensiya olaraq böyük hərflərlə yazmaq oxunaqlılığı artırır.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DB381-C72D-0E16-AF3A-24206346FB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076"/>
          <a:stretch/>
        </p:blipFill>
        <p:spPr>
          <a:xfrm>
            <a:off x="9257686" y="0"/>
            <a:ext cx="2934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523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73C19-B1F3-BBCF-42B6-727DDA4A0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8BCE3-F5FE-604C-8449-9C745D48E3A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507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4646E-A650-7502-F489-6FFC23B58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8D8887-4A3C-4248-472E-4236EDB0D86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2584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3607</TotalTime>
  <Words>308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336</cp:revision>
  <dcterms:created xsi:type="dcterms:W3CDTF">2025-04-12T11:00:44Z</dcterms:created>
  <dcterms:modified xsi:type="dcterms:W3CDTF">2025-05-26T14:59:12Z</dcterms:modified>
</cp:coreProperties>
</file>