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0" r:id="rId4"/>
    <p:sldId id="404" r:id="rId5"/>
    <p:sldId id="40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1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4391993" cy="2756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attachments()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metodu Laravel -d</a:t>
            </a:r>
            <a:r>
              <a:rPr lang="az-Latn-AZ" altLang="en-US" sz="1300">
                <a:latin typeface="Arial" panose="020B0604020202020204" pitchFamily="34" charset="0"/>
              </a:rPr>
              <a:t>ə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Mailable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 daxilində istifadə olunur və emailə fayl əlavə etmək (file attachment) üçün nəzərdə tutulub.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metod emailə şəkil, sənəd və ya istənilən fayl əlavə edir.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666F40-177E-6851-9297-53416AA0FE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749" y="0"/>
            <a:ext cx="74782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Əsas məqamlar</a:t>
            </a: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2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attachments()</a:t>
            </a:r>
            <a:r>
              <a:rPr kumimoji="0" lang="en-US" altLang="en-US" sz="140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 metodu: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Laravel-ə bildirir ki, bu Mailable email göndərilərkən bu fayllar da əlavə edilsin.</a:t>
            </a: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Attachment::fromPath():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Laravel-ə deyir ki, bu yolda (pathda) olan faylı emailə attachment kimi əlavə et.</a:t>
            </a: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public_path(...)</a:t>
            </a: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>
              <a:lnSpc>
                <a:spcPct val="150000"/>
              </a:lnSpc>
              <a:buNone/>
            </a:pPr>
            <a:r>
              <a:rPr kumimoji="0" lang="en-US" altLang="en-US" sz="1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public/ qovluğunun tam yolunu verir. Bu fayl public/storage/uploads/ içində yerləşir.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9E820D-FA54-2320-19D7-25741CC43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7465" y="0"/>
            <a:ext cx="6344535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5456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Təsəvvür edin, siz istifadəçiyə bir invoice (faktura) və ya şəkil göndərmək istəyirsiniz. O zaman bu metodla həmin sənədi emailə əlavə edə bilərsiniz.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çoxlu fayl əlavə etmək istəsəniz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 mütləq şəkildə mövcud olması vacibdir.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Faylın server tərəfindən oxuna bilər olması lazımdır (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 permission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Əgər fayl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storage/app/public/...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içindədirsə,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php artisan storage:link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əmrini işlədərək onu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public/storage/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içərisindən əldə edə bilərsiniz.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4D4372-6B85-7AAA-091D-83938979E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1739985"/>
            <a:ext cx="5715798" cy="173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1B84C-19E8-A2EF-3286-4C6B60C15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985BF8-23FC-70DA-1455-CC182C7F191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127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AD609-404D-48FB-8776-9B6CBE342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F46A14-6BB2-0214-9041-2DDE30A2C4F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19220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2408</TotalTime>
  <Words>187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334</cp:revision>
  <dcterms:created xsi:type="dcterms:W3CDTF">2025-04-12T11:00:44Z</dcterms:created>
  <dcterms:modified xsi:type="dcterms:W3CDTF">2025-05-26T16:28:02Z</dcterms:modified>
</cp:coreProperties>
</file>