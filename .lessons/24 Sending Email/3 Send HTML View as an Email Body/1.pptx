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0" r:id="rId3"/>
    <p:sldId id="404" r:id="rId4"/>
    <p:sldId id="403" r:id="rId5"/>
    <p:sldId id="405" r:id="rId6"/>
    <p:sldId id="40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35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 HTML View as an Email Body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 HTML şablonunu email olaraq göndərmək )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php artisan make:mail OrderShipped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əmr Laravel-də bir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Mailable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 yaratmaq üçündür. Emailləri daha kompleks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ilə birlikdə göndərmək üçün istifadə olunur.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Faydası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gövdəsini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template ilə tərtib etmək olur.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Quraşdırılmış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subject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s. sahələr olur.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Kodun strukturu daha təmiz və peşəkar olur.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52B55B-874D-4020-ACFC-7DE693129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395" y="3280528"/>
            <a:ext cx="6855604" cy="357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OrderShipped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class-ı içindəki metodlar: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metod emailin başlıq məlumatlarını (metadata) təyin edir: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hara göndəriləcək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subject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emailin mövzusu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isə emailin gövdə hissəsini təyin edir: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hansı HTML şablon istifadə olunacaq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onu ifadə edir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resources/views/emails/order-shipped.blade.php</a:t>
            </a:r>
            <a:r>
              <a:rPr kumimoji="0" lang="az-Latn-AZ" altLang="en-US" sz="1300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AFB5B-5087-BE3D-E437-A51DB0C91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80453"/>
            <a:ext cx="2953162" cy="1752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A8E7DC-6A13-05F3-2071-CD6462428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40" y="4439018"/>
            <a:ext cx="3115110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A7770-6BF9-657E-A096-661FBDC58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9A0A0F-0425-978A-4054-097B4DB41845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göndərmək üçün route: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kod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OrderShipped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adlı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Mailable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class-ı istifadə edərək email göndərir. Laravel burada avtomatik olaraq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envelope()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metodlarına baxır və emaili göndərir.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EE91C-93B8-FF19-2FB9-655673D0A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83224"/>
            <a:ext cx="3238952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58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Route -ru işə salırıq və mesaj göndərilir.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E3F286-1624-6F15-2BE2-62DFE40C7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593" y="1960775"/>
            <a:ext cx="9164565" cy="48073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0D031-357B-3C96-E0B7-FB78681A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21DC76-C8D1-4F6E-CCBF-ED4EC4E42A6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2800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7CF3-A2AF-821D-C831-C00553F0F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0628A1-F22D-C0E5-209C-2E0B8C96203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1142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2442</TotalTime>
  <Words>175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336</cp:revision>
  <dcterms:created xsi:type="dcterms:W3CDTF">2025-04-12T11:00:44Z</dcterms:created>
  <dcterms:modified xsi:type="dcterms:W3CDTF">2025-05-26T16:17:42Z</dcterms:modified>
</cp:coreProperties>
</file>