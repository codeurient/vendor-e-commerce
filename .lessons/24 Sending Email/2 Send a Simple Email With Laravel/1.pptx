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0" r:id="rId3"/>
    <p:sldId id="403" r:id="rId4"/>
    <p:sldId id="404" r:id="rId5"/>
    <p:sldId id="405" r:id="rId6"/>
    <p:sldId id="40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7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5661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Send a Simple Email With Laravel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İzahedici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Mail::raw()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Sadə mətnlə email göndərir.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$message-&gt;to()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Emailin hara göndəriləcəyini göstərir.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$message-&gt;subject()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Emailin mövzusu.</a:t>
            </a: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Sual: Niyə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to()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içində hansı email yazılsa da mesaj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Mailtrap inbox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-a gedir?</a:t>
            </a: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Cavab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Bəli, bu birbaşa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.env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faylındakı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Mailtrap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konfiqurasiyası ilə bağlıdır.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sizin emailinizi əslində göndərmir.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Əvəzində, Mailtrap saytına yönləndirir və orada saxlayır.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Siz istədiyiniz gmail, yahoo və s. email yazsanız belə, mesaj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Mailtrap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-da görünəcək.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Bu, real dünyada test üçün çox faydalıdır. Heç bir istifadəçiyə yanlışlıqla email getməz.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F2D57-80F2-9A6C-6E7F-06FA47432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268" y="0"/>
            <a:ext cx="5495731" cy="400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Route -u çağıraraq mesajı göndəririk.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5575EC-6157-F787-33C9-BBC71227F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654" y="2619262"/>
            <a:ext cx="5134692" cy="16194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035D99-87B4-E402-F74D-1DE97BAD1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458" y="103832"/>
            <a:ext cx="10869542" cy="6754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905FC-1999-8507-6AED-6A50F04E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F1E55D-F549-90C4-41FC-CEBD20841D4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3446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85A8B-558F-D81A-462A-757AB957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9A9A64-68F2-4DA8-F4BF-871440ECE70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097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FC082-8C57-B9BE-1B29-D88F8B66B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71D16-1DC8-445C-D2A4-32C272EFD27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1691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2419</TotalTime>
  <Words>125</Words>
  <Application>Microsoft Office PowerPoint</Application>
  <PresentationFormat>Widescreen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335</cp:revision>
  <dcterms:created xsi:type="dcterms:W3CDTF">2025-04-12T11:00:44Z</dcterms:created>
  <dcterms:modified xsi:type="dcterms:W3CDTF">2025-05-26T15:20:52Z</dcterms:modified>
</cp:coreProperties>
</file>