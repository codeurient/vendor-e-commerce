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0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datanı vaxt təyin etmədən uzunmüddətli keşdə saxlamaq istəyiriksə onda,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rememberFore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ver() </a:t>
            </a:r>
            <a:r>
              <a:rPr lang="az-Latn-AZ" altLang="en-US" sz="1300">
                <a:latin typeface="Arial" panose="020B0604020202020204" pitchFamily="34" charset="0"/>
              </a:rPr>
              <a:t>funksiaysından faydalana bilərik.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D9AEB6-C149-A92C-041C-71B4204FE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227" y="0"/>
            <a:ext cx="38037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2400</TotalTime>
  <Words>19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332</cp:revision>
  <dcterms:created xsi:type="dcterms:W3CDTF">2025-04-12T11:00:44Z</dcterms:created>
  <dcterms:modified xsi:type="dcterms:W3CDTF">2025-05-28T13:38:47Z</dcterms:modified>
</cp:coreProperties>
</file>