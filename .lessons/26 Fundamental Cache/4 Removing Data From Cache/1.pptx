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7541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Keşi təmizləmək üçün istifadə edə biləcəyimiz metodlardan biri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forget() </a:t>
            </a:r>
            <a:r>
              <a:rPr lang="az-Latn-AZ" altLang="en-US" sz="1300">
                <a:latin typeface="Arial" panose="020B0604020202020204" pitchFamily="34" charset="0"/>
              </a:rPr>
              <a:t>metodudur.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E314B0-F5DC-7F81-21AD-FFE3B4A27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155"/>
            <a:ext cx="12192000" cy="63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Yaxud terminalda aşağıdakı kimi bir əmr yazaraqda keşi təmizləmək mümkündür.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D4C1C0-2747-ADBE-58F3-04CB1B9C2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063938"/>
            <a:ext cx="4696480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2401</TotalTime>
  <Words>24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332</cp:revision>
  <dcterms:created xsi:type="dcterms:W3CDTF">2025-04-12T11:00:44Z</dcterms:created>
  <dcterms:modified xsi:type="dcterms:W3CDTF">2025-05-28T13:59:52Z</dcterms:modified>
</cp:coreProperties>
</file>