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02" r:id="rId2"/>
    <p:sldId id="403" r:id="rId3"/>
    <p:sldId id="404" r:id="rId4"/>
    <p:sldId id="405" r:id="rId5"/>
    <p:sldId id="406" r:id="rId6"/>
    <p:sldId id="40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80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1AB92-A397-BC65-20DF-C145E2744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21A0AE-1D66-0150-514C-CE1A6B8F7766}"/>
              </a:ext>
            </a:extLst>
          </p:cNvPr>
          <p:cNvSpPr txBox="1"/>
          <p:nvPr/>
        </p:nvSpPr>
        <p:spPr>
          <a:xfrm>
            <a:off x="217714" y="255046"/>
            <a:ext cx="11756571" cy="2155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Bu dərs </a:t>
            </a:r>
            <a:r>
              <a:rPr lang="az-Latn-AZ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pagination</a:t>
            </a:r>
            <a:r>
              <a:rPr lang="az-Latn-AZ" altLang="en-US" sz="1300">
                <a:latin typeface="Arial" panose="020B0604020202020204" pitchFamily="34" charset="0"/>
              </a:rPr>
              <a:t> ilə </a:t>
            </a:r>
            <a:r>
              <a:rPr lang="az-Latn-AZ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cache</a:t>
            </a:r>
            <a:r>
              <a:rPr lang="az-Latn-AZ" altLang="en-US" sz="1300">
                <a:latin typeface="Arial" panose="020B0604020202020204" pitchFamily="34" charset="0"/>
              </a:rPr>
              <a:t> istifadəsində ən vacib anlayışlardan birinə toxunacağıq.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Pagination ilə Cache necə işləyir?</a:t>
            </a:r>
            <a:endParaRPr kumimoji="0" lang="az-Latn-AZ" altLang="en-US" sz="1300" b="1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Pagination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-da fərqli səhifələr (page 1, page 2, ...) fərqli məlumatlar göstəri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lir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Ona görə də hər səhifənin özünəməxsus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cache açarı (key)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olmalıdır.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Əgər bütün səhifələr eyni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cache key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ilə (posts) saxlanılsa, onda səhifə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üçün olan məlumatı səhifə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-də də görərsiniz – bu yanlışdır.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F461B93-FEF5-880D-1809-89A507F3B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5112" y="2950590"/>
            <a:ext cx="6766887" cy="3907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611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13FCC-E5C4-2350-20C6-89DF22D1F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782941-0DB4-B0DA-A36A-31CA5EC69992}"/>
              </a:ext>
            </a:extLst>
          </p:cNvPr>
          <p:cNvSpPr txBox="1"/>
          <p:nvPr/>
        </p:nvSpPr>
        <p:spPr>
          <a:xfrm>
            <a:off x="217714" y="255046"/>
            <a:ext cx="11756571" cy="51566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Gəlin bu hissəni 4 sualda təhlil edək: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fr-FR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1) </a:t>
            </a:r>
            <a:r>
              <a:rPr kumimoji="0" lang="fr-FR" altLang="en-US" sz="13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posts-page-'.request('page', 1) </a:t>
            </a:r>
            <a:r>
              <a:rPr kumimoji="0" lang="fr-FR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nədir?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Bu,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cache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üçün unikal açar (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yaradır. Əgər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URL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-də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/index?page=2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varsa, o zaman bu kod aşağıdakı kimi işləyir: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 şəkildə hər səhifənin öz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cache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açarı olur: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posts-page-1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posts-page-2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posts-page-3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...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9C6CA1-AD54-660C-B749-A3B282C8B0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544588" cy="9621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4D9A95-E4EE-AC8A-F212-E0E12D55E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14" y="2836310"/>
            <a:ext cx="1743318" cy="56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607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29496-2721-C7B5-9219-C25A0735D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C45E20-3153-C9FB-3B68-A4892140E65B}"/>
              </a:ext>
            </a:extLst>
          </p:cNvPr>
          <p:cNvSpPr txBox="1"/>
          <p:nvPr/>
        </p:nvSpPr>
        <p:spPr>
          <a:xfrm>
            <a:off x="217714" y="255046"/>
            <a:ext cx="11756571" cy="6408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posts-page- 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hissəsi nəyi ifadə edir?</a:t>
            </a: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Bu, açarın ümumi hissəsidir və oxunaqlılığı artırır. Məsələn, sabah başqa bir yerdə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Cache::forget('posts-page-2') 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yazsanız, aydın olur ki bu </a:t>
            </a:r>
            <a:r>
              <a:rPr kumimoji="0" lang="en-US" altLang="en-US" sz="11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-ların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2-ci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səhifəsinin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cache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-idir. İstəsəniz buna başqa ad da verə bilərsiniz, məsələn:</a:t>
            </a: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request() 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nə edir və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rgbClr val="00B050"/>
                </a:solidFill>
                <a:effectLst/>
                <a:latin typeface="Arial" panose="020B0604020202020204" pitchFamily="34" charset="0"/>
              </a:rPr>
              <a:t>request('page', 1) 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nə deməkdir?</a:t>
            </a: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Laravel-də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request()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helper metodu bizə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sorğusunu idarə etməyə imkan verir. Bu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Request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obyektidir.</a:t>
            </a: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1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 funksiya</a:t>
            </a:r>
            <a:r>
              <a:rPr kumimoji="0" lang="az-Latn-AZ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deməkdir</a:t>
            </a:r>
            <a:r>
              <a:rPr kumimoji="0" lang="az-Latn-AZ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ki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Əgər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URL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-də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page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parametri varsa, onun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dəyərini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götür. </a:t>
            </a: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Yoxdursa, </a:t>
            </a:r>
            <a:r>
              <a:rPr kumimoji="0" lang="az-Latn-AZ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default</a:t>
            </a:r>
            <a:r>
              <a:rPr kumimoji="0" lang="az-Latn-AZ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olaraq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1 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götür.</a:t>
            </a: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Məsələn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/index?page=3 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request('page', 1) 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verir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endParaRPr kumimoji="0" lang="az-Latn-AZ" altLang="en-US" sz="1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/index </a:t>
            </a: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(page parametri yoxdur) → verir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</a:t>
            </a:r>
            <a:endParaRPr kumimoji="0" lang="az-Latn-AZ" altLang="en-US" sz="11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1">
              <a:lnSpc>
                <a:spcPct val="150000"/>
              </a:lnSpc>
            </a:pPr>
            <a:endParaRPr lang="az-Latn-AZ" altLang="en-US" sz="1100" b="1">
              <a:latin typeface="Arial" panose="020B0604020202020204" pitchFamily="34" charset="0"/>
            </a:endParaRPr>
          </a:p>
          <a:p>
            <a:pPr marL="0" lvl="1">
              <a:lnSpc>
                <a:spcPct val="150000"/>
              </a:lnSpc>
            </a:pPr>
            <a:endParaRPr lang="az-Latn-AZ" altLang="en-US" sz="1100" b="1">
              <a:latin typeface="Arial" panose="020B0604020202020204" pitchFamily="34" charset="0"/>
            </a:endParaRPr>
          </a:p>
          <a:p>
            <a:pPr marL="0" lvl="1">
              <a:lnSpc>
                <a:spcPct val="150000"/>
              </a:lnSpc>
            </a:pPr>
            <a:r>
              <a:rPr kumimoji="0" lang="en-US" altLang="en-US" sz="11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İkinci parametrdəki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default </a:t>
            </a:r>
            <a:r>
              <a:rPr kumimoji="0" lang="en-US" altLang="en-US" sz="11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dəyər kimi yazılıb. Laravel-in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paginate() </a:t>
            </a:r>
            <a:r>
              <a:rPr kumimoji="0" lang="en-US" altLang="en-US" sz="11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metodu artıq avtomatik olaraq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page</a:t>
            </a:r>
            <a:r>
              <a:rPr kumimoji="0" lang="en-US" altLang="en-US" sz="11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-i idarə edir, sadəcə biz burada həmin səhifə nömrəsini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cache</a:t>
            </a:r>
            <a:r>
              <a:rPr kumimoji="0" lang="en-US" altLang="en-US" sz="11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</a:t>
            </a:r>
            <a:r>
              <a:rPr kumimoji="0" lang="en-US" altLang="en-US" sz="11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-ə əlavə edirik. 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URL</a:t>
            </a:r>
            <a:r>
              <a:rPr kumimoji="0" lang="en-US" altLang="en-US" sz="11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dəyişdikcə (məsələn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/page=2</a:t>
            </a:r>
            <a:r>
              <a:rPr kumimoji="0" lang="en-US" altLang="en-US" sz="11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request('page') </a:t>
            </a:r>
            <a:r>
              <a:rPr kumimoji="0" lang="en-US" altLang="en-US" sz="11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ilə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dinamik</a:t>
            </a:r>
            <a:r>
              <a:rPr kumimoji="0" lang="en-US" altLang="en-US" sz="11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olaraq səhifə nömrəsini </a:t>
            </a:r>
            <a:r>
              <a:rPr kumimoji="0" lang="en-US" altLang="en-US" sz="11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alırıq</a:t>
            </a:r>
            <a:r>
              <a:rPr kumimoji="0" lang="en-US" altLang="en-US" sz="11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52F4C8-E862-3F16-EECB-F548350F3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4" y="1323936"/>
            <a:ext cx="2886478" cy="55252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261A4D5-2A0B-0645-3DD7-ED9AC7558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14" y="3096181"/>
            <a:ext cx="2048161" cy="514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5309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6312-3E8E-B631-0143-09F8286CE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E097A3B-3500-B6D8-016F-4B3C1AAFD9F1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97606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4EF23-F2DE-E3D3-177D-DEEB4513E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0FF7B9-8C7E-4002-E180-FEE70462973C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42280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2835</TotalTime>
  <Words>322</Words>
  <Application>Microsoft Office PowerPoint</Application>
  <PresentationFormat>Widescreen</PresentationFormat>
  <Paragraphs>49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335</cp:revision>
  <dcterms:created xsi:type="dcterms:W3CDTF">2025-04-12T11:00:44Z</dcterms:created>
  <dcterms:modified xsi:type="dcterms:W3CDTF">2025-05-29T13:30:13Z</dcterms:modified>
</cp:coreProperties>
</file>