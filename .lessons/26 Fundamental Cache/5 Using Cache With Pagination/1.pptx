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pagination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cache</a:t>
            </a:r>
            <a:r>
              <a:rPr lang="az-Latn-AZ" altLang="en-US" sz="1300">
                <a:latin typeface="Arial" panose="020B0604020202020204" pitchFamily="34" charset="0"/>
              </a:rPr>
              <a:t> istifadəsində ən vacib anlayışlardan birinə toxunacağıq.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Pagination ilə Cache necə işləyir?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-da fərqli səhifələr (page 1, page 2, ...) fərqli məlumatlar göstəri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Ona görə də hər səhifənin özünəməxsus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cache açarı (key)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olmalıdır.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bütün səhifələr eyni cache key ilə (posts) saxlanılsa, onda səhifə 1 üçün olan məlumatı səhifə 2-də də görərsiniz – bu yanlışdır.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9496-2721-C7B5-9219-C25A0735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45E20-3153-C9FB-3B68-A4892140E65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153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6312-3E8E-B631-0143-09F8286C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097A3B-3500-B6D8-016F-4B3C1AAFD9F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760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EF23-F2DE-E3D3-177D-DEEB4513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FF7B9-8C7E-4002-E180-FEE70462973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228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78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333</cp:revision>
  <dcterms:created xsi:type="dcterms:W3CDTF">2025-04-12T11:00:44Z</dcterms:created>
  <dcterms:modified xsi:type="dcterms:W3CDTF">2025-05-29T06:52:16Z</dcterms:modified>
</cp:coreProperties>
</file>