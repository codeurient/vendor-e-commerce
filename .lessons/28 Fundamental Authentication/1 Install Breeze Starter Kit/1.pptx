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10" r:id="rId10"/>
    <p:sldId id="411" r:id="rId11"/>
    <p:sldId id="412" r:id="rId12"/>
    <p:sldId id="413" r:id="rId13"/>
    <p:sldId id="417" r:id="rId14"/>
    <p:sldId id="414" r:id="rId15"/>
    <p:sldId id="415" r:id="rId16"/>
    <p:sldId id="418" r:id="rId17"/>
    <p:sldId id="419" r:id="rId18"/>
    <p:sldId id="416" r:id="rId19"/>
    <p:sldId id="40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88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https://laravel.com/docs/10.x/starter-kits#laravel-breeze-installation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Laravel Breeze Starter Kit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Laravel framework üçün rəsmi və yüngül bir authentication (istifadəçi qeydiyyatı, giriş-çıxış) sistemidir. Sadə, başa düşülən kod strukturu ilə Laravel layihəsinə tez bir zamanda "auth" funksionallığı əlavə etməyə imkan verir. Tailwind CSS, Blade templating engine, və ya digər frontend texnologiyaları ilə birləşə bilər.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Nəyi ehtiva edir?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İstifadəçi qeydiyyatı və girişi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Şifrə sıfırlama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təsdiqi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Hesabdan çıxış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nümunəsi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400" b="1"/>
              <a:t>Fərqlər: Breeze variantları arasında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Laravel Breeze müxtəlif frontend texnologiyaları ilə istifadə oluna bilər. Gəlin fərqlərə baxaq: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131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Breeze + Blade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Blade templating (Laravel-in default view engine-i)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Interaktivlik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Minimal (köhnə üsul HTML formaları, JS az istifadə olunur)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Sadəlik səviyyəsi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Ən sadə və başa düşülən variant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Kimlər üçündür?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öyrənənlər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Minimalist və backend-ə fokuslu layihələr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Texnologiyalar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Blade, Tailwind CSS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Breeze + Livewire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Blade + Livewire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Interaktivlik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Orta — JavaScript yazmadan dinamik komponentlər yaradırsan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Kimlər üçündür?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developer-lər, amma interaktivlik istəyənlər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bilikləri zəif olanlar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Texnologiyalar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Blade, Livewire, Tailwind CSS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2CD9-EDC1-A507-6449-B6EB92CE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61276C-1CBD-833C-E10E-ADD4C8227616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Breeze + Vue / React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Vue.js və ya React.js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Interaktivlik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Yüksək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Kimlər üçündür?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developer-lər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 (Single Page Application) istəyənlər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Texnologiyalar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Vue/React, Vite, Tailwind CSS, Laravel API routes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933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B21D-2099-A8AA-ED8D-7CE3CA6F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E7CBD3-1FCE-D0F5-AF4A-84DA13771C9A}"/>
              </a:ext>
            </a:extLst>
          </p:cNvPr>
          <p:cNvSpPr txBox="1"/>
          <p:nvPr/>
        </p:nvSpPr>
        <p:spPr>
          <a:xfrm>
            <a:off x="217714" y="255046"/>
            <a:ext cx="11756571" cy="6156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Breeze + Next.js / API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Next.js (React framework, SSR və SPA dəstəyi ilə)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Laravel yalnız API rolunu oynayır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Interaktivlik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Yüksək — tam frontend/backend ayrılığı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Kimlər üçündür?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 SPA və ya SSR layihələr</a:t>
            </a:r>
          </a:p>
          <a:p>
            <a:pPr marL="1200150" lvl="2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Laravel-i sadəcə backend (API) kimi istifadə edənlər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Texnologiyalar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Next.js, React, Laravel API (Sanctum ilə auth), Tailwind CSS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Hansını seçməli?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 başlayan və ya sadə layihə: Breeze + Blade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fokuslu, amma dinamik UI istəyirsən: Breeze + Livewire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 istəyirsən və JS bilirsən: Breeze + Vue / React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əsaslı və SSR (Next.js) frontend istəyirsən: Breeze + Next.js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60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A209-68C6-662E-F578-3C79C405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55561-172C-5502-ED33-62872EC0C366}"/>
              </a:ext>
            </a:extLst>
          </p:cNvPr>
          <p:cNvSpPr txBox="1"/>
          <p:nvPr/>
        </p:nvSpPr>
        <p:spPr>
          <a:xfrm>
            <a:off x="217714" y="255046"/>
            <a:ext cx="631506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Laravel breeze </a:t>
            </a:r>
            <a:r>
              <a:rPr lang="az-Latn-AZ" altLang="en-US" sz="1300">
                <a:latin typeface="Arial" panose="020B0604020202020204" pitchFamily="34" charset="0"/>
              </a:rPr>
              <a:t>quraşdırırıq.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Sağ şəkildəki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əmr Laravel layihə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laravel/breeze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paketini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asılılıq (yəni yalnız development mərhələsində istifadə olunan paket) kimi əlavə edir.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3E6B2-DDA0-99DC-536A-2F8D813B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519" y="0"/>
            <a:ext cx="54374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7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B1F87-0CF3-70CC-3E76-84B226B1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48235-5062-71BF-EA15-FA222E97455E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əmrdən sonra layihəyə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Breeze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quraşdırmaq üçün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sağdakı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addımları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edirik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belə bir xəta ilə üzləşə bilərik. Bunun səbəbi növbəti slaydda...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FCE9A-DD49-3BC0-C1E7-CBECBEB90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012"/>
          <a:stretch/>
        </p:blipFill>
        <p:spPr>
          <a:xfrm>
            <a:off x="4285603" y="1498862"/>
            <a:ext cx="7906397" cy="535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2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5A734-1FAF-B667-B3DC-B3470BA3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D7D55-D68A-CB2D-B4AA-3EBC70EA9298}"/>
              </a:ext>
            </a:extLst>
          </p:cNvPr>
          <p:cNvSpPr txBox="1"/>
          <p:nvPr/>
        </p:nvSpPr>
        <p:spPr>
          <a:xfrm>
            <a:off x="217714" y="255046"/>
            <a:ext cx="11756571" cy="539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 </a:t>
            </a:r>
            <a:r>
              <a:rPr kumimoji="0" lang="en-US" altLang="en-US" sz="11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Breeze Blade stack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-i quraşdırarkən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welcome.blade.php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faylını dəyişdirməyə çalışır, amma bu fayl layihədə mövcud deyil.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 fayl Laravel-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də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default yaradılan ön səhifə (welcome view) faylıdır. Ola bilsin: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Layihəni əvvəldən dəyişmi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şik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 da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resources/views/welcome.blade.php 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faylı silinib və ya heç yaradılmayıb.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Həll yolları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Əl ilə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welcome.blade.php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faylını yaratdırıq. Bu, ən sadə yoldur. Aşağıdakı adımları et: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resources/views/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qovluğuna.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Yeni bir fayl yarat: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welcome.blade.php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İçinə sadə bir HTML əlavə et, məsələn: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100">
                <a:latin typeface="Arial" panose="020B0604020202020204" pitchFamily="34" charset="0"/>
                <a:cs typeface="Arial" panose="020B0604020202020204" pitchFamily="34" charset="0"/>
              </a:rPr>
              <a:t>Sonra yenidən bu əmri çalışdır: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22860-4F63-686F-0928-E7FB40AE5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429000"/>
            <a:ext cx="1903317" cy="15980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85188F-89E6-9B3A-635C-57AD565D5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5797303"/>
            <a:ext cx="2257740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BB54E-1358-D887-B9E6-B82A7BC79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223" y="1340880"/>
            <a:ext cx="4235777" cy="55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9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91A8-F04D-5714-5F69-94BB8B6C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C1F8EB-1DA4-362F-661E-6907A60FBA06}"/>
              </a:ext>
            </a:extLst>
          </p:cNvPr>
          <p:cNvSpPr txBox="1"/>
          <p:nvPr/>
        </p:nvSpPr>
        <p:spPr>
          <a:xfrm>
            <a:off x="217714" y="255046"/>
            <a:ext cx="5259259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Təkrar quraşdırdıq.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BE2AB-D986-597E-FCED-FB8175B2E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888" y="0"/>
            <a:ext cx="6473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0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3988F-FCDA-2EE0-A5CE-C7672597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4223CE-1088-F798-F68A-41A42D312E2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Breeze quraşdırdıqdan sonra yaranan Qovluqların bir qismi.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4BC0C-1AA8-DE71-3EDD-8D1E68111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138" y="0"/>
            <a:ext cx="1773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99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75A6-317F-2237-C7A9-58712513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0B469-D14A-7FB3-8785-4FE3FA6D5D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Biz</a:t>
            </a:r>
            <a:r>
              <a:rPr lang="az-Latn-AZ" altLang="en-US" sz="1300">
                <a:latin typeface="Arial" panose="020B0604020202020204" pitchFamily="34" charset="0"/>
              </a:rPr>
              <a:t>ə lazım olacaq əsas 2 səhifə Login və Register səhifələri yaradıldı.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E6067B-F12E-A30E-1D51-1011E360F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4684"/>
            <a:ext cx="5392132" cy="4203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538A09-0B5E-8C42-3D54-FB8D9A5CC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833" y="1745037"/>
            <a:ext cx="5061167" cy="511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00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D393B-46EA-8D03-8EA9-706DC93E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7C25E-D257-A7E1-3319-EACF98645D7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Breeze</a:t>
            </a:r>
            <a:r>
              <a:rPr lang="az-Latn-AZ" altLang="en-US" sz="1300">
                <a:latin typeface="Arial" panose="020B0604020202020204" pitchFamily="34" charset="0"/>
              </a:rPr>
              <a:t> -i yüklədikdən sonra </a:t>
            </a:r>
            <a:r>
              <a:rPr lang="az-Latn-AZ" altLang="en-US" sz="1300" b="1"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npm</a:t>
            </a:r>
            <a:r>
              <a:rPr lang="az-Latn-AZ" altLang="en-US" sz="1300">
                <a:latin typeface="Arial" panose="020B0604020202020204" pitchFamily="34" charset="0"/>
              </a:rPr>
              <a:t> əmrlərini də işə salırıq ki, əgər </a:t>
            </a:r>
            <a:r>
              <a:rPr lang="az-Latn-AZ" altLang="en-US" sz="1300" b="1"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olunası cədvəllər varsa onlarda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-sə yüklənsin.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50589-1B72-ED0D-6A01-7E17648AC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411" y="2561625"/>
            <a:ext cx="726858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7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57ED-515E-D15B-734C-505E3046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D0D97-D4FC-5A19-297A-AA935A8E764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Qeydiyyatdan ke</a:t>
            </a:r>
            <a:r>
              <a:rPr lang="az-Latn-AZ" altLang="en-US" sz="1300">
                <a:latin typeface="Arial" panose="020B0604020202020204" pitchFamily="34" charset="0"/>
              </a:rPr>
              <a:t>çirik.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DCB07-8F69-C72D-836A-0AE6C08D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316" y="946639"/>
            <a:ext cx="5463685" cy="5911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D6C12C-000E-6E2D-8AF0-6DF28AF8E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6639"/>
            <a:ext cx="5953187" cy="3380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7CDB0B-0C4E-C977-1BDD-7E78E22B7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873658"/>
            <a:ext cx="5925004" cy="18523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772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7B57-4C2A-7ECE-AA4C-B72E02DF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483515-6A78-4A7C-E54E-A814774336E4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Təəssüflər olsun ki, bizim yaratdığımız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 silindi. 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PROFİLE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-u isə əvəz olundu </a:t>
            </a:r>
            <a:r>
              <a:rPr lang="az-Latn-AZ" altLang="en-US" sz="1300" b="1">
                <a:latin typeface="Arial" panose="020B0604020202020204" pitchFamily="34" charset="0"/>
              </a:rPr>
              <a:t>Laravel Breeze </a:t>
            </a:r>
            <a:r>
              <a:rPr lang="az-Latn-AZ" altLang="en-US" sz="1300">
                <a:latin typeface="Arial" panose="020B0604020202020204" pitchFamily="34" charset="0"/>
              </a:rPr>
              <a:t>-in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PROFİLE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-u ilə ....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Bunun üçün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adlarını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yaradarkən əvvəlcədən bunlara diqqət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lang="az-Latn-AZ" altLang="en-US" sz="1300">
                <a:latin typeface="Arial" panose="020B0604020202020204" pitchFamily="34" charset="0"/>
              </a:rPr>
              <a:t>irmək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720B6-9C70-638A-8E5D-D6E95324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270" y="1211528"/>
            <a:ext cx="8298730" cy="564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74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0EF-6A5F-C712-65A2-F2643C79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B9407B-77C7-852A-F39F-18FFDE35DD73}"/>
              </a:ext>
            </a:extLst>
          </p:cNvPr>
          <p:cNvSpPr txBox="1"/>
          <p:nvPr/>
        </p:nvSpPr>
        <p:spPr>
          <a:xfrm>
            <a:off x="113122" y="97377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sətr nə edir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PHP əmri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routes/auth.php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faylı bura daxil edir və çalışdırır.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Texniki izah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__DIR__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Hazırkı faylın olduğu qovluğun tam yolunu verir.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Məsələn: </a:t>
            </a:r>
            <a:r>
              <a:rPr kumimoji="0" lang="en-US" altLang="en-US" sz="1300" b="0" i="0" u="sng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C:\laragon\www\Vendor-E-commerce\routes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require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Verilən faylı birbaşa daxil edir və oradakı bütün kodlar bu faylda işləyir.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routes/auth.php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faylındakı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routelar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burada aktiv olur.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Niyə ayrıca auth.php faylına yazılır?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Laravel-in məqsədi: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routes/web.php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faylını təmiz və sadə saxlamaq.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routelar çox ola bilər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Ayrı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saxlamaq strukturu daha təmiz saxlayır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isə əsas application routeları üçün qalır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7DFF9-F456-79CD-5BFA-0D9B6DE5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222" y="3429000"/>
            <a:ext cx="6031777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28766-CD3E-B9DD-BF86-520D5A082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2" y="543827"/>
            <a:ext cx="3096057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1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10400-D097-D2FD-2DC8-48221F07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3AA73-FD19-4A36-1EE0-C142077E7F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407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7F0F-CF7F-1776-6A8D-1BAE941E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4085E-3D94-3AE1-4952-BB2D1B632DF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5590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321E4-D56C-09D2-8C72-230C3D462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038B5-16F6-12BF-AFE3-A00620137B7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938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03DF-FEF1-006F-0428-CB4E144A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D1C3F5-8380-2C2A-B1C0-37978E01359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2995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3698</TotalTime>
  <Words>764</Words>
  <Application>Microsoft Office PowerPoint</Application>
  <PresentationFormat>Widescreen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361</cp:revision>
  <dcterms:created xsi:type="dcterms:W3CDTF">2025-04-12T11:00:44Z</dcterms:created>
  <dcterms:modified xsi:type="dcterms:W3CDTF">2025-05-31T16:58:16Z</dcterms:modified>
</cp:coreProperties>
</file>