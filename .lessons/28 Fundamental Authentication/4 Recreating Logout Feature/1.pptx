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134973"/>
            <a:ext cx="11756571" cy="82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Sistemdən çıxmaq üçün </a:t>
            </a:r>
            <a:r>
              <a:rPr lang="az-Latn-AZ" altLang="en-US" sz="1100" b="1">
                <a:latin typeface="Arial" panose="020B0604020202020204" pitchFamily="34" charset="0"/>
              </a:rPr>
              <a:t>LOGOUT</a:t>
            </a:r>
            <a:r>
              <a:rPr lang="az-Latn-AZ" altLang="en-US" sz="1100">
                <a:latin typeface="Arial" panose="020B0604020202020204" pitchFamily="34" charset="0"/>
              </a:rPr>
              <a:t> düyməsini əlavə edirik </a:t>
            </a:r>
            <a:r>
              <a:rPr lang="az-Latn-AZ" altLang="en-US" sz="1100" b="1">
                <a:latin typeface="Arial" panose="020B0604020202020204" pitchFamily="34" charset="0"/>
              </a:rPr>
              <a:t>ŞABLONA</a:t>
            </a:r>
            <a:r>
              <a:rPr lang="az-Latn-AZ" altLang="en-US" sz="1100"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latin typeface="Arial" panose="020B0604020202020204" pitchFamily="34" charset="0"/>
              </a:rPr>
              <a:t>LOGOUT</a:t>
            </a:r>
            <a:r>
              <a:rPr lang="az-Latn-AZ" altLang="en-US" sz="1100">
                <a:latin typeface="Arial" panose="020B0604020202020204" pitchFamily="34" charset="0"/>
              </a:rPr>
              <a:t> </a:t>
            </a:r>
            <a:r>
              <a:rPr lang="az-Latn-AZ" altLang="en-US" sz="1100" b="1">
                <a:latin typeface="Arial" panose="020B0604020202020204" pitchFamily="34" charset="0"/>
              </a:rPr>
              <a:t>url</a:t>
            </a:r>
            <a:r>
              <a:rPr lang="az-Latn-AZ" altLang="en-US" sz="1100">
                <a:latin typeface="Arial" panose="020B0604020202020204" pitchFamily="34" charset="0"/>
              </a:rPr>
              <a:t>-si </a:t>
            </a:r>
            <a:r>
              <a:rPr lang="az-Latn-AZ" altLang="en-US" sz="1100" b="1">
                <a:latin typeface="Arial" panose="020B0604020202020204" pitchFamily="34" charset="0"/>
              </a:rPr>
              <a:t>POST</a:t>
            </a:r>
            <a:r>
              <a:rPr lang="az-Latn-AZ" altLang="en-US" sz="1100">
                <a:latin typeface="Arial" panose="020B0604020202020204" pitchFamily="34" charset="0"/>
              </a:rPr>
              <a:t> sorğusu ilə göndərilir. 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6A8E68-0598-3C7F-7ED7-4E8A8975D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194"/>
            <a:ext cx="12192000" cy="578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LOGOUT olduqdan sonra proqram bizi ƏSAS səhifəyə yönləndirir.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F1955-C720-0FFC-C77C-357D37837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741"/>
            <a:ext cx="12192000" cy="582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F1C50-6A08-E8A3-761F-EEDBCF899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F99C5C-0074-E161-4643-15F570CC2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791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A4867-F622-31D5-BF5A-356B9474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486D65-9451-04A1-DA2C-EF87587697F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5104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2472</TotalTime>
  <Words>28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336</cp:revision>
  <dcterms:created xsi:type="dcterms:W3CDTF">2025-04-12T11:00:44Z</dcterms:created>
  <dcterms:modified xsi:type="dcterms:W3CDTF">2025-06-01T09:56:34Z</dcterms:modified>
</cp:coreProperties>
</file>