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02" r:id="rId2"/>
    <p:sldId id="403" r:id="rId3"/>
    <p:sldId id="404" r:id="rId4"/>
    <p:sldId id="405" r:id="rId5"/>
    <p:sldId id="406" r:id="rId6"/>
    <p:sldId id="407" r:id="rId7"/>
    <p:sldId id="40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4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5/31/2025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5/31/2025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5/31/2025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5/31/2025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1AB92-A397-BC65-20DF-C145E2744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21A0AE-1D66-0150-514C-CE1A6B8F7766}"/>
              </a:ext>
            </a:extLst>
          </p:cNvPr>
          <p:cNvSpPr txBox="1"/>
          <p:nvPr/>
        </p:nvSpPr>
        <p:spPr>
          <a:xfrm>
            <a:off x="217714" y="255046"/>
            <a:ext cx="11756571" cy="955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Bu dərsə başlamadan əvvəl qısaca köhnə dərsə həm bir göz gəzdirək həmdə `</a:t>
            </a:r>
            <a:r>
              <a:rPr lang="az-Latn-AZ" altLang="en-US" sz="1300" b="1">
                <a:latin typeface="Arial" panose="020B0604020202020204" pitchFamily="34" charset="0"/>
              </a:rPr>
              <a:t>posts</a:t>
            </a:r>
            <a:r>
              <a:rPr lang="az-Latn-AZ" altLang="en-US" sz="1300">
                <a:latin typeface="Arial" panose="020B0604020202020204" pitchFamily="34" charset="0"/>
              </a:rPr>
              <a:t>` ilə əlaqəli route -ları </a:t>
            </a:r>
            <a:r>
              <a:rPr lang="en-US" altLang="en-US" sz="1300" b="1">
                <a:latin typeface="Arial" panose="020B0604020202020204" pitchFamily="34" charset="0"/>
              </a:rPr>
              <a:t>web.php </a:t>
            </a:r>
            <a:r>
              <a:rPr lang="az-Latn-AZ" altLang="en-US" sz="1300">
                <a:latin typeface="Arial" panose="020B0604020202020204" pitchFamily="34" charset="0"/>
              </a:rPr>
              <a:t>faylına əlavə edək.</a:t>
            </a: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Burada açılan </a:t>
            </a:r>
            <a:r>
              <a:rPr lang="az-Latn-AZ" altLang="en-US" sz="1300">
                <a:latin typeface="Arial" panose="020B0604020202020204" pitchFamily="34" charset="0"/>
              </a:rPr>
              <a:t>şablon sadəcə: `</a:t>
            </a:r>
            <a:r>
              <a:rPr lang="az-Latn-AZ" altLang="en-US" sz="1300" u="sng">
                <a:solidFill>
                  <a:srgbClr val="0070C0"/>
                </a:solidFill>
                <a:latin typeface="Arial" panose="020B0604020202020204" pitchFamily="34" charset="0"/>
              </a:rPr>
              <a:t>http://vendor-e-commerce.test/posts</a:t>
            </a:r>
            <a:r>
              <a:rPr lang="az-Latn-AZ" altLang="en-US" sz="1300">
                <a:latin typeface="Arial" panose="020B0604020202020204" pitchFamily="34" charset="0"/>
              </a:rPr>
              <a:t>` -dur. Digərlərinin açılması üçün </a:t>
            </a:r>
            <a:r>
              <a:rPr lang="az-Latn-AZ" altLang="en-US" sz="1300" b="1">
                <a:latin typeface="Arial" panose="020B0604020202020204" pitchFamily="34" charset="0"/>
              </a:rPr>
              <a:t>URL</a:t>
            </a:r>
            <a:r>
              <a:rPr lang="az-Latn-AZ" altLang="en-US" sz="1300">
                <a:latin typeface="Arial" panose="020B0604020202020204" pitchFamily="34" charset="0"/>
              </a:rPr>
              <a:t> -də parametr kimi </a:t>
            </a:r>
            <a:r>
              <a:rPr lang="az-Latn-AZ" altLang="en-US" sz="1300" b="1">
                <a:latin typeface="Arial" panose="020B0604020202020204" pitchFamily="34" charset="0"/>
              </a:rPr>
              <a:t>AUTH</a:t>
            </a:r>
            <a:r>
              <a:rPr lang="az-Latn-AZ" altLang="en-US" sz="1300">
                <a:latin typeface="Arial" panose="020B0604020202020204" pitchFamily="34" charset="0"/>
              </a:rPr>
              <a:t> olmalıdır. Bunu </a:t>
            </a:r>
            <a:r>
              <a:rPr lang="en-US" altLang="en-US" sz="1300" b="1">
                <a:latin typeface="Arial" panose="020B0604020202020204" pitchFamily="34" charset="0"/>
              </a:rPr>
              <a:t>Middleware</a:t>
            </a:r>
            <a:r>
              <a:rPr lang="en-US" altLang="en-US" sz="1300">
                <a:latin typeface="Arial" panose="020B0604020202020204" pitchFamily="34" charset="0"/>
              </a:rPr>
              <a:t> </a:t>
            </a:r>
            <a:r>
              <a:rPr lang="az-Latn-AZ" altLang="en-US" sz="1300">
                <a:latin typeface="Arial" panose="020B0604020202020204" pitchFamily="34" charset="0"/>
              </a:rPr>
              <a:t>yazaraq özümüz təyin etmişik. İstəsəz silə bilərsiz. 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6BAC8E-B221-7553-0D93-D4F61D07D4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4202"/>
            <a:ext cx="12192000" cy="5463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611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13FCC-E5C4-2350-20C6-89DF22D1F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782941-0DB4-B0DA-A36A-31CA5EC69992}"/>
              </a:ext>
            </a:extLst>
          </p:cNvPr>
          <p:cNvSpPr txBox="1"/>
          <p:nvPr/>
        </p:nvSpPr>
        <p:spPr>
          <a:xfrm>
            <a:off x="217714" y="255046"/>
            <a:ext cx="11756571" cy="655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Saytda </a:t>
            </a:r>
            <a:r>
              <a:rPr lang="az-Latn-AZ" altLang="en-US" sz="1300" b="1">
                <a:latin typeface="Arial" panose="020B0604020202020204" pitchFamily="34" charset="0"/>
              </a:rPr>
              <a:t>LOGİN</a:t>
            </a:r>
            <a:r>
              <a:rPr lang="az-Latn-AZ" altLang="en-US" sz="1300">
                <a:latin typeface="Arial" panose="020B0604020202020204" pitchFamily="34" charset="0"/>
              </a:rPr>
              <a:t> olduqda proqram kodu bizi avtomatik </a:t>
            </a:r>
            <a:r>
              <a:rPr lang="az-Latn-AZ" altLang="en-US" sz="1300" b="1">
                <a:latin typeface="Arial" panose="020B0604020202020204" pitchFamily="34" charset="0"/>
              </a:rPr>
              <a:t>DASHBOARD</a:t>
            </a:r>
            <a:r>
              <a:rPr lang="az-Latn-AZ" altLang="en-US" sz="1300">
                <a:latin typeface="Arial" panose="020B0604020202020204" pitchFamily="34" charset="0"/>
              </a:rPr>
              <a:t> şablonuna göndərir. Bunu dəyişdirmək üçün yəni məsələn POSTS şablonuna yönləndirilmək üçün, `app\Providers\RouteServiceProvider.php` adlı faylda dəyişiklik etmək lazımdır. 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F74186-CC3F-A279-9E40-1F76CAD41B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3601167"/>
            <a:ext cx="5867235" cy="32568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97FA6BF-23DE-F4D5-AE6E-E602575135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0301" y="3601167"/>
            <a:ext cx="6060762" cy="3256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607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5F6C96-54F0-DDFE-762F-C996C07A0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04A6678-6E96-B08E-88E2-E0BD620F2B05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718051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08D7D-2B36-B466-85F7-ADC3C3BD7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3478EFE-DD78-B678-EE23-561A5CA8A07E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097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037A7-DC61-9A49-9BEF-B14E890BD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C7AB19A-FC82-F9FC-808B-BEA603ECFFCC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569104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7DD64-52DD-BB0C-E611-CEF785BFC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D5692B3-9F89-9FFD-1B22-1A04034D7002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405661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3089</TotalTime>
  <Words>107</Words>
  <Application>Microsoft Office PowerPoint</Application>
  <PresentationFormat>Widescreen</PresentationFormat>
  <Paragraphs>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337</cp:revision>
  <dcterms:created xsi:type="dcterms:W3CDTF">2025-04-12T11:00:44Z</dcterms:created>
  <dcterms:modified xsi:type="dcterms:W3CDTF">2025-06-01T05:38:18Z</dcterms:modified>
</cp:coreProperties>
</file>