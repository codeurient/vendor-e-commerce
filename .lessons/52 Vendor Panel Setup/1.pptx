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7" r:id="rId5"/>
    <p:sldId id="418" r:id="rId6"/>
    <p:sldId id="414" r:id="rId7"/>
    <p:sldId id="419" r:id="rId8"/>
    <p:sldId id="420" r:id="rId9"/>
    <p:sldId id="421" r:id="rId10"/>
    <p:sldId id="40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5" y="255046"/>
            <a:ext cx="9234196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Vendor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üçündə </a:t>
            </a:r>
            <a:r>
              <a:rPr lang="az-Latn-AZ" altLang="en-US" sz="1300" b="1">
                <a:latin typeface="Arial" panose="020B0604020202020204" pitchFamily="34" charset="0"/>
              </a:rPr>
              <a:t>Vendor Panel </a:t>
            </a:r>
            <a:r>
              <a:rPr lang="az-Latn-AZ" altLang="en-US" sz="1300">
                <a:latin typeface="Arial" panose="020B0604020202020204" pitchFamily="34" charset="0"/>
              </a:rPr>
              <a:t>qurmaq lazımdır. Vendor panelin qovluq strukturu demək olarki normal istifadəçinin qovluq strukturu ilə eyni olacaq. Bunun üçün </a:t>
            </a:r>
            <a:r>
              <a:rPr lang="az-Latn-AZ" altLang="en-US" sz="1300" b="1">
                <a:latin typeface="Arial" panose="020B0604020202020204" pitchFamily="34" charset="0"/>
              </a:rPr>
              <a:t>frontend</a:t>
            </a:r>
            <a:r>
              <a:rPr lang="az-Latn-AZ" altLang="en-US" sz="1300">
                <a:latin typeface="Arial" panose="020B0604020202020204" pitchFamily="34" charset="0"/>
              </a:rPr>
              <a:t> qovluğunda olan </a:t>
            </a:r>
            <a:r>
              <a:rPr lang="az-Latn-AZ" altLang="en-US" sz="1300" b="1">
                <a:latin typeface="Arial" panose="020B0604020202020204" pitchFamily="34" charset="0"/>
              </a:rPr>
              <a:t>dashboard</a:t>
            </a:r>
            <a:r>
              <a:rPr lang="az-Latn-AZ" altLang="en-US" sz="1300">
                <a:latin typeface="Arial" panose="020B0604020202020204" pitchFamily="34" charset="0"/>
              </a:rPr>
              <a:t> qovluğunu </a:t>
            </a:r>
            <a:r>
              <a:rPr lang="az-Latn-AZ" altLang="en-US" sz="1300" b="1">
                <a:latin typeface="Arial" panose="020B0604020202020204" pitchFamily="34" charset="0"/>
              </a:rPr>
              <a:t>vendor</a:t>
            </a:r>
            <a:r>
              <a:rPr lang="az-Latn-AZ" altLang="en-US" sz="1300">
                <a:latin typeface="Arial" panose="020B0604020202020204" pitchFamily="34" charset="0"/>
              </a:rPr>
              <a:t> qovluğuna kopyalayırıq:  `</a:t>
            </a:r>
            <a:r>
              <a:rPr lang="az-Latn-AZ" altLang="en-US" sz="1300" b="1">
                <a:latin typeface="Arial" panose="020B0604020202020204" pitchFamily="34" charset="0"/>
              </a:rPr>
              <a:t>resources\views\frontend\dashboard</a:t>
            </a:r>
            <a:r>
              <a:rPr lang="az-Latn-AZ" altLang="en-US" sz="1300">
                <a:latin typeface="Arial" panose="020B0604020202020204" pitchFamily="34" charset="0"/>
              </a:rPr>
              <a:t>`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Sonra is</a:t>
            </a:r>
            <a:r>
              <a:rPr lang="az-Latn-AZ" altLang="en-US" sz="1300">
                <a:latin typeface="Arial" panose="020B0604020202020204" pitchFamily="34" charset="0"/>
              </a:rPr>
              <a:t>ə, həmin </a:t>
            </a:r>
            <a:r>
              <a:rPr lang="az-Latn-AZ" altLang="en-US" sz="1300" b="1">
                <a:latin typeface="Arial" panose="020B0604020202020204" pitchFamily="34" charset="0"/>
              </a:rPr>
              <a:t>qovluq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faylları</a:t>
            </a:r>
            <a:r>
              <a:rPr lang="az-Latn-AZ" altLang="en-US" sz="1300">
                <a:latin typeface="Arial" panose="020B0604020202020204" pitchFamily="34" charset="0"/>
              </a:rPr>
              <a:t> üzərində istədiyiniz dəyişiklikləri edə bilərsiz.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Vendor qovluğundakı digər dashboard </a:t>
            </a:r>
            <a:r>
              <a:rPr lang="az-Latn-AZ" altLang="en-US" sz="1300">
                <a:latin typeface="Arial" panose="020B0604020202020204" pitchFamily="34" charset="0"/>
              </a:rPr>
              <a:t>faylınıda silirik: </a:t>
            </a:r>
            <a:r>
              <a:rPr lang="en-US" altLang="en-US" sz="1300" b="1">
                <a:latin typeface="Arial" panose="020B0604020202020204" pitchFamily="34" charset="0"/>
              </a:rPr>
              <a:t>resources\views\</a:t>
            </a:r>
            <a:r>
              <a:rPr lang="en-US" altLang="en-US" sz="1300" b="1" u="sng">
                <a:latin typeface="Arial" panose="020B0604020202020204" pitchFamily="34" charset="0"/>
              </a:rPr>
              <a:t>dashboard.blade.php</a:t>
            </a:r>
            <a:r>
              <a:rPr lang="az-Latn-AZ" altLang="en-US" sz="1300" b="1" u="sng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271111-99CE-4927-11C1-EC79C9CB5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4771" y="0"/>
            <a:ext cx="2427229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B5FA0B-BB6D-A16C-3130-CAA030CA7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05818"/>
            <a:ext cx="5673012" cy="345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EAEB8-BA76-6C35-1D36-0D6698CAC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55E1D4-875C-E8EB-ED89-5378CB681B4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Controllerdə də, dəyişiklik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C3A31-24DB-55AA-F098-B9C5AFB3A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869" y="0"/>
            <a:ext cx="56221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9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4B25B-0BC9-B16C-B1E8-5D4082843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D6D1AD-23D0-0B3C-7D97-79A11DB41A92}"/>
              </a:ext>
            </a:extLst>
          </p:cNvPr>
          <p:cNvSpPr txBox="1"/>
          <p:nvPr/>
        </p:nvSpPr>
        <p:spPr>
          <a:xfrm>
            <a:off x="217713" y="143078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İlkin nəticə belədir. Burada </a:t>
            </a:r>
            <a:r>
              <a:rPr lang="az-Latn-AZ" altLang="en-US" sz="1300" b="1">
                <a:latin typeface="Arial" panose="020B0604020202020204" pitchFamily="34" charset="0"/>
              </a:rPr>
              <a:t>Message</a:t>
            </a:r>
            <a:r>
              <a:rPr lang="az-Latn-AZ" altLang="en-US" sz="1300">
                <a:latin typeface="Arial" panose="020B0604020202020204" pitchFamily="34" charset="0"/>
              </a:rPr>
              <a:t>, </a:t>
            </a:r>
            <a:r>
              <a:rPr lang="az-Latn-AZ" altLang="en-US" sz="1300" b="1">
                <a:latin typeface="Arial" panose="020B0604020202020204" pitchFamily="34" charset="0"/>
              </a:rPr>
              <a:t>Personal information </a:t>
            </a:r>
            <a:r>
              <a:rPr lang="az-Latn-AZ" altLang="en-US" sz="1300">
                <a:latin typeface="Arial" panose="020B0604020202020204" pitchFamily="34" charset="0"/>
              </a:rPr>
              <a:t>və.s olan elementləri siləsiyik.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B3BD42-4703-F359-9871-9334C0B1A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10400"/>
            <a:ext cx="12192000" cy="62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06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C02C8-2233-F1A2-D7CC-F584DA6A3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FEBAB7-49D4-8B44-ADCB-BEFBC5CC66A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İşarələnən elementləri silirik.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7CF4FA-E3E8-BD7F-3A50-BE857A942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357" y="675412"/>
            <a:ext cx="8192643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08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9D842-3769-9700-CAF3-34CD1755D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9AAEDA-7CD0-51D8-951B-A2D54FA37ED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Hal hazırki 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66C542-1E5E-C3BC-410A-01C266C03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7769"/>
            <a:ext cx="12192000" cy="601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10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06E5F-739F-39DA-FCBD-5F699DFD0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CCD95A-9890-4A87-5449-4D15BC0575C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3974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6129C-74FA-C48A-A546-13E0CCBCD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D405DD-2172-2D42-98A4-0347491DCC9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8786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754EE-08FD-CAC2-DF39-7EA1E6B6B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6F6335-D553-438D-0D14-966831A7CB7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8240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5311</TotalTime>
  <Words>106</Words>
  <Application>Microsoft Office PowerPoint</Application>
  <PresentationFormat>Widescreen</PresentationFormat>
  <Paragraphs>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364</cp:revision>
  <dcterms:created xsi:type="dcterms:W3CDTF">2025-04-12T11:00:44Z</dcterms:created>
  <dcterms:modified xsi:type="dcterms:W3CDTF">2025-08-02T04:50:07Z</dcterms:modified>
</cp:coreProperties>
</file>