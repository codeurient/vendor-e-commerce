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20" r:id="rId4"/>
    <p:sldId id="421" r:id="rId5"/>
    <p:sldId id="422" r:id="rId6"/>
    <p:sldId id="423" r:id="rId7"/>
    <p:sldId id="417" r:id="rId8"/>
    <p:sldId id="418" r:id="rId9"/>
    <p:sldId id="424" r:id="rId10"/>
    <p:sldId id="425" r:id="rId11"/>
    <p:sldId id="426" r:id="rId12"/>
    <p:sldId id="427" r:id="rId13"/>
    <p:sldId id="428" r:id="rId14"/>
    <p:sldId id="41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4AA91D-FE67-ECBD-F02B-7F3C43B26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053" y="0"/>
            <a:ext cx="80838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F59FA1-B520-0AAC-1D40-CF37B4532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95" y="0"/>
            <a:ext cx="101476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1DAAB-117D-68A2-E175-69BB52036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AB2BA8-3D4C-3669-2AA3-750977A768B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BE2C0E-8A9A-05D8-6648-D860E6AA2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181" y="0"/>
            <a:ext cx="8167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80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9093B-28D8-0BE1-E6ED-0EE4026A1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5D3A49-42FA-2EE7-5A9F-3311D6E335D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96814F-75D8-9C00-A87B-992F96879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712" y="0"/>
            <a:ext cx="9172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39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6538C-7E76-1B25-5CBF-ECFA8C485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190FD7-1731-4BAF-761A-EFDBA906C2E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B1EA32-6161-A413-F116-C36764872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844" y="0"/>
            <a:ext cx="52743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146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78EDD-C6FE-8752-DAB3-06BB2C167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BF382C-89FA-E045-1D40-6DF51351AF89}"/>
              </a:ext>
            </a:extLst>
          </p:cNvPr>
          <p:cNvSpPr txBox="1"/>
          <p:nvPr/>
        </p:nvSpPr>
        <p:spPr>
          <a:xfrm>
            <a:off x="0" y="0"/>
            <a:ext cx="3905250" cy="1350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/>
              <a:t>Bu metod </a:t>
            </a:r>
            <a:r>
              <a:rPr lang="en-US" sz="1400" b="1"/>
              <a:t>məhsulun stokunu və variantlarını yoxlayıb, endirim tətbiq edərək seçilmiş variantlarla birlikdə məhsulu səbətə əlavə etmək</a:t>
            </a:r>
            <a:r>
              <a:rPr lang="en-US" sz="1400"/>
              <a:t> üçün istifadə olunur.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F2B160-E7C5-D4E2-FEA2-37766DDBB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0" y="0"/>
            <a:ext cx="8286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944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00BEE6-2592-ECD2-5F26-5C662C7F0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650"/>
            <a:ext cx="12192000" cy="628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F91FE5-D48D-208C-D9C8-596DCCEDA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821" y="0"/>
            <a:ext cx="5260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6E623-C2FE-BD31-3AC5-B01BA64A8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1E824-4A6E-E7E3-7F77-091995C3266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AEFD0C-C335-8759-0B63-3556FE5DB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103" y="0"/>
            <a:ext cx="6885793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21289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37A6F-EFF6-99EA-9C36-933C304EC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088197-7428-A315-AB3D-C798EBF82C5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527FB3-632A-3877-36BD-8661A3A7C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288"/>
            <a:ext cx="12192000" cy="628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073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EE885-AB20-C38B-B642-F162BB02F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49F6B0-52BC-566A-F7AB-0292DC13C3A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Hər dəfə fərqli məhsul əlavə etdikdə həmin məhsul sesssion -lara düşür. Bu yeni install etdiyimiz CART paketi sayəsində baş veriri.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74B9A-EFA4-1D96-5FFB-7A7E7909B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9862"/>
            <a:ext cx="12192000" cy="632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16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5B473-58D8-25AE-4A09-D2F87E0FD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D76775-4E8B-978D-77F3-A6BE0AF5C32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0100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C2601-B0C5-FBA8-79FF-BA9430AD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C97C78-20E3-3B6A-F327-6F690D7801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9689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5971</TotalTime>
  <Words>57</Words>
  <Application>Microsoft Office PowerPoint</Application>
  <PresentationFormat>Widescreen</PresentationFormat>
  <Paragraphs>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399</cp:revision>
  <dcterms:created xsi:type="dcterms:W3CDTF">2025-04-12T11:00:44Z</dcterms:created>
  <dcterms:modified xsi:type="dcterms:W3CDTF">2026-01-02T12:51:33Z</dcterms:modified>
</cp:coreProperties>
</file>