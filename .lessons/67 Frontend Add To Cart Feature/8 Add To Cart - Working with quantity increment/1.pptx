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20" r:id="rId3"/>
    <p:sldId id="416" r:id="rId4"/>
    <p:sldId id="421" r:id="rId5"/>
    <p:sldId id="422" r:id="rId6"/>
    <p:sldId id="423" r:id="rId7"/>
    <p:sldId id="417" r:id="rId8"/>
    <p:sldId id="418" r:id="rId9"/>
    <p:sldId id="41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13550-0E57-0316-06F2-BED4A8FDE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11" y="0"/>
            <a:ext cx="101139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88629-6E37-2946-8BDF-B454A35BE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1844E2-F42B-BC9D-09F7-2B9DF243001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F91DE-D5C9-1C36-1D7E-372C63462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81" y="0"/>
            <a:ext cx="99262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5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C380D0-2434-04D3-93D8-CC2C9DEAE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351" y="0"/>
            <a:ext cx="9265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CACE2-4D5B-19AE-97D4-63A3B021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55DD1D-7FCE-C59B-F441-3F005822916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6C0321-C8E5-00BD-5159-5DEA87238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98" y="0"/>
            <a:ext cx="10047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4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83F5C-E33A-510D-3E13-DF5D65CA4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A7BC58-C73C-C12E-FE13-8138C421377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25FF1B-29F4-EC50-6182-D7ED0A6A1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717"/>
            <a:ext cx="12192000" cy="569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5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9CA18-E82B-2E82-A8B3-6293E983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165988-3879-6E3B-D297-F944792677E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71314-AB1B-AB06-476A-BF8595C7B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815" y="-16164"/>
            <a:ext cx="7556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9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6038</TotalTime>
  <Words>9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390</cp:revision>
  <dcterms:created xsi:type="dcterms:W3CDTF">2025-04-12T11:00:44Z</dcterms:created>
  <dcterms:modified xsi:type="dcterms:W3CDTF">2026-01-04T14:44:45Z</dcterms:modified>
</cp:coreProperties>
</file>