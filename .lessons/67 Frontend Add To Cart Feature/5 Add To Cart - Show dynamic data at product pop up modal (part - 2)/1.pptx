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20" r:id="rId5"/>
    <p:sldId id="421" r:id="rId6"/>
    <p:sldId id="422" r:id="rId7"/>
    <p:sldId id="423" r:id="rId8"/>
    <p:sldId id="418" r:id="rId9"/>
    <p:sldId id="4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7519A-31FD-152B-8934-16C239F68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43" y="0"/>
            <a:ext cx="11013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EBF1F7-9AA8-A3CB-64DE-B518CE4C5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61" y="0"/>
            <a:ext cx="11359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3DBD78-4C47-B26A-617B-4E3D36161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728" y="0"/>
            <a:ext cx="88585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F22B-2962-99B2-5045-F04D43368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83260C-FB03-ED9A-0B02-5B361B1650E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7155F-CAFE-74EE-A75E-79B2F6A4F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73"/>
            <a:ext cx="12192000" cy="669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76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792C8-1977-7223-6013-7E52AEFA3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90E63D-6589-EB13-7C4F-EBEA06EB58C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77C03-A2AD-87E2-0537-A2EA2FF2F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026"/>
            <a:ext cx="12192000" cy="51779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43884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B64DE-D52F-6641-13C5-C149ABDD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1F72A8-F068-3263-AF6D-CE670B14FE7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4478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273F-35EC-6941-744C-CBE1AE06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F21AC3-8DE1-CA7D-7C6B-9AFB49B8C61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089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6599</TotalTime>
  <Words>9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391</cp:revision>
  <dcterms:created xsi:type="dcterms:W3CDTF">2025-04-12T11:00:44Z</dcterms:created>
  <dcterms:modified xsi:type="dcterms:W3CDTF">2026-01-03T08:10:04Z</dcterms:modified>
</cp:coreProperties>
</file>