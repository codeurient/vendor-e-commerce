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3" r:id="rId9"/>
    <p:sldId id="424" r:id="rId10"/>
    <p:sldId id="425" r:id="rId11"/>
    <p:sldId id="4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72A49-48C2-E8E1-40E5-FC10DA119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37" y="0"/>
            <a:ext cx="7746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EA05B-5474-B5C1-09B0-16867877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0" y="0"/>
            <a:ext cx="11497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F2884-B52B-1E10-D92E-F5743675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55" y="0"/>
            <a:ext cx="11096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Səbətə məhsul əlav əedilir ancaq səhifə </a:t>
            </a:r>
            <a:r>
              <a:rPr lang="az-Latn-AZ" altLang="en-US" sz="1300">
                <a:latin typeface="Arial" panose="020B0604020202020204" pitchFamily="34" charset="0"/>
              </a:rPr>
              <a:t>yenilənir hər dəfə. Növbəti slaydda anlıq əlavə edilməsi üçün JS yazasıyıq.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54C4A-137A-139A-443B-6A844BD1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9407"/>
            <a:ext cx="12192000" cy="21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5AFD-A99D-FE83-ABEA-2C0387A0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108B00-6977-092F-D5E5-8A238F72C12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A2426-F682-1158-467D-E1972034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391"/>
            <a:ext cx="12192000" cy="645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4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01EF-FFF2-241E-4430-29AAFA95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4786A-2D3D-D8A3-CB93-D939BF6252F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C352D-5DC8-90E0-0BA6-835EA01E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849" y="0"/>
            <a:ext cx="5822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3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EFD3-6603-5112-B806-631F0C5C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9FC70-2A94-B8FA-EF20-A4C4139E418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93B32-A392-5428-F981-8EA942302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566" y="0"/>
            <a:ext cx="7312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6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4F38-5EB0-F3B2-01A9-53E0DCED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06BD81-2727-EE02-1479-F49F80C568D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10DC2-AB3E-46C0-7E9A-14E09F59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218" y="0"/>
            <a:ext cx="7061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0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E74B-CA91-E781-D2EA-777919DE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124261-50FB-E8B3-767A-62DD978789C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750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550E-E92A-2E9E-E3E5-0455A6BB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E2E59-937D-ABCF-260F-C9EAF47B3F6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3418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7045</TotalTime>
  <Words>29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2026-01-07T04:57:27Z</dcterms:modified>
</cp:coreProperties>
</file>