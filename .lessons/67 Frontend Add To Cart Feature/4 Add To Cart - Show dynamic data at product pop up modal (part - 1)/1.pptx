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22" r:id="rId2"/>
    <p:sldId id="415" r:id="rId3"/>
    <p:sldId id="416" r:id="rId4"/>
    <p:sldId id="420" r:id="rId5"/>
    <p:sldId id="421" r:id="rId6"/>
    <p:sldId id="417" r:id="rId7"/>
    <p:sldId id="423" r:id="rId8"/>
    <p:sldId id="424" r:id="rId9"/>
    <p:sldId id="425" r:id="rId10"/>
    <p:sldId id="418" r:id="rId11"/>
    <p:sldId id="4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AAC4F-67A2-3E57-21F5-0BF0AD11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7655E9-72BF-A172-9609-6FC6685C7F33}"/>
              </a:ext>
            </a:extLst>
          </p:cNvPr>
          <p:cNvSpPr txBox="1"/>
          <p:nvPr/>
        </p:nvSpPr>
        <p:spPr>
          <a:xfrm>
            <a:off x="0" y="0"/>
            <a:ext cx="1634836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Unudulan hiss</a:t>
            </a:r>
            <a:r>
              <a:rPr lang="az-Latn-AZ" altLang="en-US" sz="1300">
                <a:latin typeface="Arial" panose="020B0604020202020204" pitchFamily="34" charset="0"/>
              </a:rPr>
              <a:t>ənin əlavə edilməsi.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43423-0E56-0638-B4D3-6DB835B7F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56" y="0"/>
            <a:ext cx="10483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41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492B9-31F8-96DD-EC2C-143DE4E5F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0" y="0"/>
            <a:ext cx="118615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64B38B-A01C-BA42-3394-537E35A21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861"/>
            <a:ext cx="12192000" cy="439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D6BA7-ABD2-07AB-BFF0-89B814ECF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8A3F57-9150-8D1D-E6A9-439322AB319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C23296-DBB4-E429-46C8-528514A08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0983"/>
            <a:ext cx="12192000" cy="553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943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13100-F24E-897F-4E9C-8FCB5D3A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827967-26E4-3BC5-960C-80D7F5DEB1EE}"/>
              </a:ext>
            </a:extLst>
          </p:cNvPr>
          <p:cNvSpPr txBox="1"/>
          <p:nvPr/>
        </p:nvSpPr>
        <p:spPr>
          <a:xfrm>
            <a:off x="0" y="0"/>
            <a:ext cx="2659241" cy="199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/>
              <a:t>Bu kod flash sale məhsulları üçün hər məhsula ayrıca modal pəncərə yaradıb, göz (</a:t>
            </a:r>
            <a:r>
              <a:rPr lang="en-US" sz="1400" b="1">
                <a:solidFill>
                  <a:srgbClr val="FF0000"/>
                </a:solidFill>
              </a:rPr>
              <a:t>view</a:t>
            </a:r>
            <a:r>
              <a:rPr lang="en-US" sz="1400"/>
              <a:t>) ikonuna kliklədikdə həmin məhsulun detallı modalının açılmasını təmin edir.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605E4-63F2-0F4F-29C7-117896FAE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241" y="0"/>
            <a:ext cx="9532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77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B4E2F-0389-6548-B719-0ADC3C6F8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57" y="0"/>
            <a:ext cx="11089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88229-48EB-7FD2-BC15-95D69104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6D129D-27D4-5BDF-A4C0-679451D25B09}"/>
              </a:ext>
            </a:extLst>
          </p:cNvPr>
          <p:cNvSpPr txBox="1"/>
          <p:nvPr/>
        </p:nvSpPr>
        <p:spPr>
          <a:xfrm>
            <a:off x="0" y="0"/>
            <a:ext cx="12192000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iki yazılış məhsulun şəkil qalereyası olduqda slayder şəkillərini göstərmək, qalereya olmadıqda isə ehtiyat (fallback) olaraq əsas şəkli (thumb_image) göstərmək məqsədi ilə istifadə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19C541-A388-B94E-D2DA-6ED536FFC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916" y="923636"/>
            <a:ext cx="9499816" cy="593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54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2327-7799-81DB-2809-BF7F41AC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674A42-56F0-6C21-903A-4032E432985A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FA605-FA8F-8A68-BFDF-C330CF54A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84" y="0"/>
            <a:ext cx="10876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95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C3A81-4FC4-9142-6915-53023945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81F550-B6A0-C134-7CA5-ABDA19F80C14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4D450-F623-09F8-51CB-C7BD5A208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000"/>
            <a:ext cx="12192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4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5636</TotalTime>
  <Words>73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395</cp:revision>
  <dcterms:created xsi:type="dcterms:W3CDTF">2025-04-12T11:00:44Z</dcterms:created>
  <dcterms:modified xsi:type="dcterms:W3CDTF">2026-01-02T14:40:29Z</dcterms:modified>
</cp:coreProperties>
</file>