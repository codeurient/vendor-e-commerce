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5" r:id="rId2"/>
    <p:sldId id="420" r:id="rId3"/>
    <p:sldId id="421" r:id="rId4"/>
    <p:sldId id="416" r:id="rId5"/>
    <p:sldId id="417" r:id="rId6"/>
    <p:sldId id="418" r:id="rId7"/>
    <p:sldId id="419" r:id="rId8"/>
    <p:sldId id="422" r:id="rId9"/>
    <p:sldId id="423" r:id="rId10"/>
    <p:sldId id="42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F6760-F9CD-7ACE-39EE-7C5B293EF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881"/>
            <a:ext cx="6764557" cy="52162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70A306-D34B-A953-4124-D78C2C009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020" y="1590963"/>
            <a:ext cx="5063980" cy="3676074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B8AB375-8F86-F6D4-3A66-BA6656C3C0D7}"/>
              </a:ext>
            </a:extLst>
          </p:cNvPr>
          <p:cNvSpPr/>
          <p:nvPr/>
        </p:nvSpPr>
        <p:spPr>
          <a:xfrm>
            <a:off x="6836678" y="3352799"/>
            <a:ext cx="256165" cy="277091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6875C-2B15-FD9A-0E70-B9D4791E3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706D5A-94AB-C631-44B5-8E0F8776B7BD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884A41-7AD2-95E8-EBAB-668C3BD7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20800"/>
            <a:ext cx="5912663" cy="45950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414506-2DD4-DA29-868B-2E8DD7843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334" y="1320800"/>
            <a:ext cx="5706666" cy="4595091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540BDE57-1909-4746-72F2-834C5DA71E24}"/>
              </a:ext>
            </a:extLst>
          </p:cNvPr>
          <p:cNvSpPr/>
          <p:nvPr/>
        </p:nvSpPr>
        <p:spPr>
          <a:xfrm>
            <a:off x="6040593" y="3440668"/>
            <a:ext cx="385131" cy="3553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549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5B6E6-2987-F8C4-7F3C-C2314F0A6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DF5C07-79A7-9BA0-6858-2B222CF5525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D2A904-D37C-5463-8B45-1C8EBFF4F0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6977"/>
            <a:ext cx="6493164" cy="506404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62E339-497A-38C9-F763-BB9A75AD3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026" y="1633287"/>
            <a:ext cx="3839111" cy="3591426"/>
          </a:xfrm>
          <a:prstGeom prst="rect">
            <a:avLst/>
          </a:prstGeom>
        </p:spPr>
      </p:pic>
      <p:sp>
        <p:nvSpPr>
          <p:cNvPr id="7" name="Arrow: Right 6">
            <a:extLst>
              <a:ext uri="{FF2B5EF4-FFF2-40B4-BE49-F238E27FC236}">
                <a16:creationId xmlns:a16="http://schemas.microsoft.com/office/drawing/2014/main" id="{02F480BC-1165-FC06-C1FC-8DDA0D81BF0B}"/>
              </a:ext>
            </a:extLst>
          </p:cNvPr>
          <p:cNvSpPr/>
          <p:nvPr/>
        </p:nvSpPr>
        <p:spPr>
          <a:xfrm>
            <a:off x="6886513" y="3251323"/>
            <a:ext cx="397164" cy="35535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17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F2F10-9265-F04A-C9FB-46DD1043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B2C65A-F981-FD3E-2E62-CA943357A053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4D910C-9207-567F-FAD6-FCA263AB2C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83" y="0"/>
            <a:ext cx="117974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772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B7394-F255-C7DA-F333-43FC302D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E9B06-8F0F-17C6-6925-A2FDDE1785E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8C533C-C0AB-2641-C4BE-D7C349A6D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986" y="0"/>
            <a:ext cx="102120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1775F-562C-A9D4-8460-8992899D7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BDD00B-7046-B6FD-9AA4-2D558362BD5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82048-B03C-7171-5341-6BF830FE4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489" y="0"/>
            <a:ext cx="50610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432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C578-E916-157D-9E34-98C92603E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E910EB-F8CF-72DB-1654-E9E111A3D87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26487-EEB6-4C35-1D86-841D4ABEA3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42"/>
            <a:ext cx="12192000" cy="61501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16314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8EB6D-EFE0-3563-AA00-565DC5995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9A71AD-1D6D-9A42-C8E9-35A137C1D056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143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3757-02BA-B986-6163-62377339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9E8B62-1B28-6A43-97F5-686A18BEC39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0711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19415-584D-BDF9-4EB0-3F8C5BDA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31ECBD-F3CF-DACF-1892-7D9CC6DD1F0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6553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5606</TotalTime>
  <Words>10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390</cp:revision>
  <dcterms:created xsi:type="dcterms:W3CDTF">2025-04-12T11:00:44Z</dcterms:created>
  <dcterms:modified xsi:type="dcterms:W3CDTF">2026-01-03T14:48:32Z</dcterms:modified>
</cp:coreProperties>
</file>