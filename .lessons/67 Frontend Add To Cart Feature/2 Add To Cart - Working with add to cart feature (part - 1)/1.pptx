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22" r:id="rId4"/>
    <p:sldId id="420" r:id="rId5"/>
    <p:sldId id="425" r:id="rId6"/>
    <p:sldId id="426" r:id="rId7"/>
    <p:sldId id="421" r:id="rId8"/>
    <p:sldId id="417" r:id="rId9"/>
    <p:sldId id="418" r:id="rId10"/>
    <p:sldId id="423" r:id="rId11"/>
    <p:sldId id="424" r:id="rId12"/>
    <p:sldId id="419" r:id="rId13"/>
    <p:sldId id="427" r:id="rId14"/>
    <p:sldId id="428" r:id="rId15"/>
    <p:sldId id="430" r:id="rId16"/>
    <p:sldId id="42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https://github.com/anayarojo/laravel-shopping-cart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Shoping cart </a:t>
            </a:r>
            <a:r>
              <a:rPr lang="az-Latn-AZ" altLang="en-US" sz="1300">
                <a:latin typeface="Arial" panose="020B0604020202020204" pitchFamily="34" charset="0"/>
              </a:rPr>
              <a:t>üçün bu paketi istifadə edə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3DA441-103F-E2B2-5662-24C9BEE84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9163"/>
            <a:ext cx="8021169" cy="3286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BF8594-6729-E697-4BAD-67F3A7C9D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94334"/>
            <a:ext cx="10898121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612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Bu kod</a:t>
            </a:r>
            <a:r>
              <a:rPr lang="az-Latn-AZ" altLang="en-US" sz="1200">
                <a:latin typeface="Arial" panose="020B0604020202020204" pitchFamily="34" charset="0"/>
              </a:rPr>
              <a:t>,</a:t>
            </a:r>
            <a:r>
              <a:rPr lang="en-US" altLang="en-US" sz="1200">
                <a:latin typeface="Arial" panose="020B0604020202020204" pitchFamily="34" charset="0"/>
              </a:rPr>
              <a:t> məhsul variantlarını seçmək, miqdar təyin etmək və məhsulu səbətə əlavə etmək, istək siyahısına salmaq və rəy modalını açmaq üçün istifadə olunan alış formunu təşkil edir.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B0545-0144-9A71-0D86-C542B8D05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727"/>
            <a:ext cx="11925435" cy="616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89A26-6A18-D9CF-EBBF-4EE78765B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335278-5BAC-6A4A-8EB8-22ECE3FDAE9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hiss</a:t>
            </a:r>
            <a:r>
              <a:rPr lang="az-Latn-AZ" altLang="en-US" sz="1300">
                <a:latin typeface="Arial" panose="020B0604020202020204" pitchFamily="34" charset="0"/>
              </a:rPr>
              <a:t>ədir.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0AFB4-B052-D339-0631-C12CEFAD7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" y="966444"/>
            <a:ext cx="12041280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50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86791-27C8-1505-4A46-D84A53B2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626E1F-A070-5E5D-7D71-6D0CDA457FE7}"/>
              </a:ext>
            </a:extLst>
          </p:cNvPr>
          <p:cNvSpPr txBox="1"/>
          <p:nvPr/>
        </p:nvSpPr>
        <p:spPr>
          <a:xfrm>
            <a:off x="0" y="0"/>
            <a:ext cx="2630029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lang="az-Latn-AZ" altLang="en-US" sz="1300">
                <a:latin typeface="Arial" panose="020B0604020202020204" pitchFamily="34" charset="0"/>
              </a:rPr>
              <a:t>üymə klikləndiyində göstərilən modal pəncərə açılmalıdır.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A0E47-3ABB-AF1D-FA1D-3DF3A717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029" y="0"/>
            <a:ext cx="9561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0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00EC-E758-82DF-8543-9DCC629F3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6F22B9-D5D0-2004-E536-EAD2FCA9583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5B9E9-9315-6331-88E3-5AF25502A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3539"/>
            <a:ext cx="12192000" cy="37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1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F423-FF5F-B83A-9F39-42547F97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17393E-D406-8059-3EF4-918B7CB05BC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89362A-50BB-0B30-742D-9C27CB739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4033"/>
            <a:ext cx="12192000" cy="326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347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04B7-23D2-658D-2CD4-BCECA0BA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68E745-93C0-7037-5830-0C73BFE7143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CF0C8-2685-0BA0-8B83-A1BC0C80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678" y="2566867"/>
            <a:ext cx="8916644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1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36C5C7-4E08-5414-6778-A8DA6E97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034" y="0"/>
            <a:ext cx="97679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4F897-ABD4-AF3B-4DB9-77210B390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55" y="0"/>
            <a:ext cx="72358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0C0A-4AEA-B258-22D8-1DCD90B7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2CCA04-F25B-A062-EB18-F0CAA96299F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03F87-198B-CD94-B4DA-CF6D5E511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579" y="0"/>
            <a:ext cx="7122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7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2978-A51D-237D-3589-93DD6B745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DC9CA3-4E61-55D3-C06C-800BB53F82A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B2B0C-13F5-11AB-8A51-22F339B9A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43" y="0"/>
            <a:ext cx="11404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66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resources\views\frontend\pages\product-detail.blade.php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resources\views\frontend\layouts\scripts.blade.php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app\Http\Controllers\Frontend\CartController.php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Form elementi SUBMIT </a:t>
            </a:r>
            <a:r>
              <a:rPr lang="az-Latn-AZ" altLang="en-US" sz="1300">
                <a:latin typeface="Arial" panose="020B0604020202020204" pitchFamily="34" charset="0"/>
              </a:rPr>
              <a:t>ediləndə form elementi içində olan məlumatlar AJAX ilə əldə edilir və göndərilir `add-to-cart` routuruna və oradan kontrollerə.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 </a:t>
            </a:r>
            <a:r>
              <a:rPr lang="az-Latn-AZ" altLang="en-US" sz="1300" b="1">
                <a:latin typeface="Arial" panose="020B0604020202020204" pitchFamily="34" charset="0"/>
              </a:rPr>
              <a:t>js</a:t>
            </a:r>
            <a:r>
              <a:rPr lang="az-Latn-AZ" altLang="en-US" sz="1300">
                <a:latin typeface="Arial" panose="020B0604020202020204" pitchFamily="34" charset="0"/>
              </a:rPr>
              <a:t> həm </a:t>
            </a:r>
            <a:r>
              <a:rPr lang="az-Latn-AZ" altLang="en-US" sz="1300" b="1">
                <a:latin typeface="Arial" panose="020B0604020202020204" pitchFamily="34" charset="0"/>
              </a:rPr>
              <a:t>php</a:t>
            </a:r>
            <a:r>
              <a:rPr lang="az-Latn-AZ" altLang="en-US" sz="1300">
                <a:latin typeface="Arial" panose="020B0604020202020204" pitchFamily="34" charset="0"/>
              </a:rPr>
              <a:t> tərəfdə məlumatların gəlib gəlmədiyini test edə bilərsiz.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77F775-C993-CA73-6123-D822741D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3873"/>
            <a:ext cx="12192000" cy="434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A02A-EB7C-8F6E-8EFE-36B5939E9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02923-7C7C-210F-5A82-F3AA947551F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F2081-B411-4A2F-C4D6-4B5147286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207"/>
            <a:ext cx="12192000" cy="505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82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8543-DA2B-D9C8-9145-CE55E0480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FDD69A-6E39-086D-FE59-551B3352950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09D00D-5698-DB33-9C9A-263F2C1E2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27" y="0"/>
            <a:ext cx="88253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23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7D97-0946-B287-8EDB-2AEE2F5DA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4001B-3A17-561E-D34F-53114FF8757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130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B09D5-77A5-1A00-F76C-DBA66199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FEFE2C-A7C1-B1B3-5DCA-C1588BA039C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768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6462</TotalTime>
  <Words>143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398</cp:revision>
  <dcterms:created xsi:type="dcterms:W3CDTF">2025-04-12T11:00:44Z</dcterms:created>
  <dcterms:modified xsi:type="dcterms:W3CDTF">2026-01-02T05:56:17Z</dcterms:modified>
</cp:coreProperties>
</file>