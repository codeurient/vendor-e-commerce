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21" r:id="rId4"/>
    <p:sldId id="416" r:id="rId5"/>
    <p:sldId id="417" r:id="rId6"/>
    <p:sldId id="422" r:id="rId7"/>
    <p:sldId id="418" r:id="rId8"/>
    <p:sldId id="419" r:id="rId9"/>
    <p:sldId id="425" r:id="rId10"/>
    <p:sldId id="423" r:id="rId11"/>
    <p:sldId id="42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CA649-4FFD-6930-452F-504FCA80C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536" y="0"/>
            <a:ext cx="9912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D18FD-4284-D7B1-C64E-D0D5985D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26AEE1-A72B-624B-0CB1-03B639C7815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118C1-7B9A-72D6-FB06-24D79613A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73" y="0"/>
            <a:ext cx="112926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13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C821-EE13-F848-9AC1-1394B4A8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BC264D-F0C1-22FE-BF09-0075F3ED02D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650E0-BFA7-6E13-2E81-898DC0B7D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407" y="0"/>
            <a:ext cx="6907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7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71543-30B0-0550-412F-3C5392733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607" y="0"/>
            <a:ext cx="7592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E04AC-8128-3B10-DFFE-A0C85927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9142"/>
            <a:ext cx="12192000" cy="463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AB0DF-F0E0-26C1-B25E-AB1B7A05E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84A1C-0227-B0A6-39A5-5C2C570BCE4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E62FC6-2F27-F2D2-FAB1-418586EFA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809"/>
            <a:ext cx="12192000" cy="492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1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F7237-4F65-6277-A743-09A9EA072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97" y="0"/>
            <a:ext cx="10192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39C48-2791-442F-FE82-458E7EC06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45" y="0"/>
            <a:ext cx="7004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07C23-5596-3656-CBBF-B58EBD6B6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6D743-090C-163D-BDC4-FEAD74AC354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X düyməsini klikləyərək məhsulu sildik.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CAB7B-94AD-EB09-9E59-0DAF23AFF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149"/>
            <a:ext cx="12192000" cy="49937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12978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FE5E3-1CD2-C857-2AFA-0616E534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B4046F-5919-4CB4-E798-96DBB2B4FE5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665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424B-89A5-F3FD-8CEB-C7B0618D0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477D70-37B9-7F46-A85C-40F3C9C320B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20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5670</TotalTime>
  <Words>16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393</cp:revision>
  <dcterms:created xsi:type="dcterms:W3CDTF">2025-04-12T11:00:44Z</dcterms:created>
  <dcterms:modified xsi:type="dcterms:W3CDTF">2026-01-04T17:46:37Z</dcterms:modified>
</cp:coreProperties>
</file>