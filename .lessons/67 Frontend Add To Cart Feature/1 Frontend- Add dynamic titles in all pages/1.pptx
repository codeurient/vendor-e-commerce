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21" r:id="rId5"/>
    <p:sldId id="422" r:id="rId6"/>
    <p:sldId id="424" r:id="rId7"/>
    <p:sldId id="418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FEB00-9AC2-F576-1B49-F1FD18148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104575"/>
            <a:ext cx="6544588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B0134-31C2-A691-1AD8-0131537D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697" y="0"/>
            <a:ext cx="820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EBFF-3AAD-8E74-EA83-AA3C3427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C2087-E29E-7291-27F3-DCBF26FF47E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1E8F5-7191-98FF-65A4-9014E0AB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47"/>
            <a:ext cx="12192000" cy="677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E035-2DB3-FB50-4750-C0A5ACC2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92F20-1161-98E8-756B-04880424C79F}"/>
              </a:ext>
            </a:extLst>
          </p:cNvPr>
          <p:cNvSpPr txBox="1"/>
          <p:nvPr/>
        </p:nvSpPr>
        <p:spPr>
          <a:xfrm>
            <a:off x="0" y="0"/>
            <a:ext cx="12192000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resources\views\auth\login.blade.php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resources\views\auth\forgot-password.blade.php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resources\views\auth\reset-password.blade.php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resources\views\frontend\dashboard\layouts\master.blade.php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resources\views\frontend\dashboard\dashboard.blade.php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resources\views\frontend\dashboard\profile.blade.php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BB88D-5E5A-F4BB-1F0C-F81239CC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670" y="0"/>
            <a:ext cx="4567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1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2A75-A4E2-7B1E-86F1-3BB65ACB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02310D-C9A6-DAF1-F032-8BF40548CD2E}"/>
              </a:ext>
            </a:extLst>
          </p:cNvPr>
          <p:cNvSpPr txBox="1"/>
          <p:nvPr/>
        </p:nvSpPr>
        <p:spPr>
          <a:xfrm>
            <a:off x="0" y="0"/>
            <a:ext cx="12192000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resources\views\frontend\pages\flash-sale.blade.php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resources\views\frontend\pages\product-detail.blade.php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resources\views\vendor\layouts\master.blade.php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resources\views\vendor\product\image-gallery\index.blade.php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resources\views\vendor\product\product-variant\create.blade.php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resources\views\vendor\product\product-variant\edit.blade.php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resources\views\vendor\product\product-variant\index.blade.php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2D628-0328-956B-62E0-59641881D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868" y="2235200"/>
            <a:ext cx="8829132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87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8898-0F18-BCEF-9CEE-C455046D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1303C1-01A0-7B17-C12B-529863D8F9C4}"/>
              </a:ext>
            </a:extLst>
          </p:cNvPr>
          <p:cNvSpPr txBox="1"/>
          <p:nvPr/>
        </p:nvSpPr>
        <p:spPr>
          <a:xfrm>
            <a:off x="0" y="0"/>
            <a:ext cx="12192000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resources\views\vendor\product\product-variant-item\create.blade.php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resources\views\vendor\product\product-variant-item\index.blade.php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resources\views\vendor\product\product-variant-item\edit.blade.php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resources\views\vendor\shop-profile\index.blade.php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resources\views\vendor\dashboard\dashboard.blade.php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resources\views\vendor\dashboard\profile.blade.php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24C0A-9568-7D00-A408-B5CBE3865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417" y="0"/>
            <a:ext cx="4333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6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5935</TotalTime>
  <Words>262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2026-01-01T14:40:15Z</dcterms:modified>
</cp:coreProperties>
</file>