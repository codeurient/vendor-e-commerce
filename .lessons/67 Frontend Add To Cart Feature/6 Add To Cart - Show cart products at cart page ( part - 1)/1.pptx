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20" r:id="rId3"/>
    <p:sldId id="421" r:id="rId4"/>
    <p:sldId id="423" r:id="rId5"/>
    <p:sldId id="422" r:id="rId6"/>
    <p:sldId id="416" r:id="rId7"/>
    <p:sldId id="417" r:id="rId8"/>
    <p:sldId id="418" r:id="rId9"/>
    <p:sldId id="424" r:id="rId10"/>
    <p:sldId id="425" r:id="rId11"/>
    <p:sldId id="4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94745-7150-E613-8400-0C91588F5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119" y="0"/>
            <a:ext cx="62777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52A8-3E98-7CE0-92B5-B419D67DE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4A8672-7E40-A297-E462-77812C4BF1F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FA9524-9883-6BBD-6684-30E182C24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842" y="0"/>
            <a:ext cx="81963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7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AD2EF-2B7A-0B18-03BB-615B1CD5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3695A6-F54A-27B9-EBEF-E2A2EB73792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D68BA-4267-2789-DA38-7F1430B8C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499" y="0"/>
            <a:ext cx="6851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8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71C4-1F0D-1883-C002-D6909DAC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CC4830-357C-B6A8-9A44-194A4CCDE5B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4CACA-3072-5F01-6A31-B279C6106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933" y="0"/>
            <a:ext cx="71161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7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0B621-C8C3-F463-EEBE-5B4E0A4BA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BB45EB-D817-225D-2234-E8AD395B303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CC347-06E9-7505-7B20-ABFC948C6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002" y="0"/>
            <a:ext cx="99979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4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E691E-FDD1-58B4-9F2B-94D61C5E8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969" y="0"/>
            <a:ext cx="8036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51E56-2A05-C570-EFA5-7203512A7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726"/>
            <a:ext cx="12192000" cy="629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56DD9-6BDC-F622-69DD-BC74EE95B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883"/>
            <a:ext cx="12192000" cy="52242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296E-EB98-D640-07A7-4A894C31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70D121-A1F7-14E4-7DE8-31BD253879D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4763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EB539-E592-8B7F-629E-0DF387A2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AAEC99-E2A8-1FFE-7962-B2110942E2B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6441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5648</TotalTime>
  <Words>11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391</cp:revision>
  <dcterms:created xsi:type="dcterms:W3CDTF">2025-04-12T11:00:44Z</dcterms:created>
  <dcterms:modified xsi:type="dcterms:W3CDTF">2026-01-03T11:36:47Z</dcterms:modified>
</cp:coreProperties>
</file>