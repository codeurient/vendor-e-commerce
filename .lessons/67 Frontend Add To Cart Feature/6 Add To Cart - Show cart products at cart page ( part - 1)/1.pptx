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5" r:id="rId2"/>
    <p:sldId id="420" r:id="rId3"/>
    <p:sldId id="421" r:id="rId4"/>
    <p:sldId id="423" r:id="rId5"/>
    <p:sldId id="422" r:id="rId6"/>
    <p:sldId id="416" r:id="rId7"/>
    <p:sldId id="424" r:id="rId8"/>
    <p:sldId id="417" r:id="rId9"/>
    <p:sldId id="418" r:id="rId10"/>
    <p:sldId id="425" r:id="rId11"/>
    <p:sldId id="41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4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AE5AA-517F-F260-892A-328B0CAF8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478110-B690-C635-530D-DC4FBFAD36C1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794745-7150-E613-8400-0C91588F5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7119" y="0"/>
            <a:ext cx="62777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127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352A8-3E98-7CE0-92B5-B419D67DE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4A8672-7E40-A297-E462-77812C4BF1FE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FA9524-9883-6BBD-6684-30E182C24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7842" y="0"/>
            <a:ext cx="81963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070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AD2EF-2B7A-0B18-03BB-615B1CD55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3695A6-F54A-27B9-EBEF-E2A2EB73792A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0D68BA-4267-2789-DA38-7F1430B8C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499" y="0"/>
            <a:ext cx="68510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3829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871C4-1F0D-1883-C002-D6909DACD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CC4830-357C-B6A8-9A44-194A4CCDE5B0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64CACA-3072-5F01-6A31-B279C6106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933" y="0"/>
            <a:ext cx="71161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76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0B621-C8C3-F463-EEBE-5B4E0A4BA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BB45EB-D817-225D-2234-E8AD395B3036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4CC347-06E9-7505-7B20-ABFC948C64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002" y="0"/>
            <a:ext cx="99979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248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F2F10-9265-F04A-C9FB-46DD1043B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B2C65A-F981-FD3E-2E62-CA943357A053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6E691E-FDD1-58B4-9F2B-94D61C5E8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7969" y="0"/>
            <a:ext cx="80360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772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D296E-EB98-D640-07A7-4A894C31D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70D121-A1F7-14E4-7DE8-31BD253879D7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8A7F6A-ADF2-4681-7EF3-4633343FA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803" y="0"/>
            <a:ext cx="89363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7632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B7394-F255-C7DA-F333-43FC302D2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7E9B06-8F0F-17C6-6925-A2FDDE1785E7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651E56-2A05-C570-EFA5-7203512A7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0726"/>
            <a:ext cx="12192000" cy="6296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233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1775F-562C-A9D4-8460-8992899D7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8BDD00B-7046-B6FD-9AA4-2D558362BD59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356DD9-6BDC-F622-69DD-BC74EE95BE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6883"/>
            <a:ext cx="12192000" cy="522423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155432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EB539-E592-8B7F-629E-0DF387A22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AAEC99-E2A8-1FFE-7962-B2110942E2B1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6441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FC578-E916-157D-9E34-98C92603E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4E910EB-F8CF-72DB-1654-E9E111A3D87E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163149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5649</TotalTime>
  <Words>11</Words>
  <Application>Microsoft Office PowerPoint</Application>
  <PresentationFormat>Widescreen</PresentationFormat>
  <Paragraphs>11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392</cp:revision>
  <dcterms:created xsi:type="dcterms:W3CDTF">2025-04-12T11:00:44Z</dcterms:created>
  <dcterms:modified xsi:type="dcterms:W3CDTF">2026-01-03T11:39:50Z</dcterms:modified>
</cp:coreProperties>
</file>