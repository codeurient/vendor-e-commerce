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1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default komponentlər varsa onları silin.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buraya öz komponentimizi əlavə edəcəyik.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18F948-C20A-3295-3BAC-ABDD587A8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018" y="0"/>
            <a:ext cx="2632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5563</TotalTime>
  <Words>18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389</cp:revision>
  <dcterms:created xsi:type="dcterms:W3CDTF">2025-04-12T11:00:44Z</dcterms:created>
  <dcterms:modified xsi:type="dcterms:W3CDTF">2026-01-08T08:01:03Z</dcterms:modified>
</cp:coreProperties>
</file>