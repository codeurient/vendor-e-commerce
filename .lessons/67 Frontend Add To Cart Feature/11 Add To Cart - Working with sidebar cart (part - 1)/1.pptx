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16" r:id="rId3"/>
    <p:sldId id="417" r:id="rId4"/>
    <p:sldId id="420" r:id="rId5"/>
    <p:sldId id="421" r:id="rId6"/>
    <p:sldId id="418" r:id="rId7"/>
    <p:sldId id="41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6B6ECF-F851-F6DF-3A44-2AF7635D1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130" y="0"/>
            <a:ext cx="98397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5131473" cy="199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/>
              <a:t>Bu kod </a:t>
            </a:r>
            <a:r>
              <a:rPr lang="en-US" sz="1400" b="1"/>
              <a:t>səbətdəki məhsulları backend-dən AJAX ilə götürüb mini-cart (sidebar cart) hissəsində dinamik şəkildə göstərmək</a:t>
            </a:r>
            <a:r>
              <a:rPr lang="en-US" sz="1400"/>
              <a:t> üçün istifadə olunur.</a:t>
            </a:r>
            <a:endParaRPr lang="az-Latn-AZ" sz="1400"/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4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kodun AJAX hissəsi növbəti slayddadır.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4ED228-A858-DCAB-234B-754F91C10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473" y="0"/>
            <a:ext cx="70605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200"/>
              <a:t>Bu kod </a:t>
            </a:r>
            <a:r>
              <a:rPr lang="en-US" sz="1200" b="1"/>
              <a:t>səbətdəki məhsulları backend-dən AJAX ilə götürüb mini-cart (sidebar cart) hissəsində dinamik şəkildə göstərmək</a:t>
            </a:r>
            <a:r>
              <a:rPr lang="en-US" sz="1200"/>
              <a:t> üçün istifadə olunur.</a:t>
            </a:r>
            <a:endParaRPr lang="az-Latn-AZ" sz="1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2C6F45-F3A4-915A-859C-409FB8D7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0556"/>
            <a:ext cx="12192000" cy="65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8F7EE-4936-3E19-D531-FB0187367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90B2C6-E60F-0A11-08A8-2D73358A66C0}"/>
              </a:ext>
            </a:extLst>
          </p:cNvPr>
          <p:cNvSpPr txBox="1"/>
          <p:nvPr/>
        </p:nvSpPr>
        <p:spPr>
          <a:xfrm>
            <a:off x="0" y="0"/>
            <a:ext cx="6042964" cy="1119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/>
              <a:t>fetchSidebarCartProducts()</a:t>
            </a:r>
            <a:r>
              <a:rPr lang="en-US" sz="1400"/>
              <a:t> metodu</a:t>
            </a:r>
            <a:r>
              <a:rPr lang="az-Latn-AZ" sz="1400"/>
              <a:t>,</a:t>
            </a:r>
            <a:r>
              <a:rPr lang="en-US" sz="1400"/>
              <a:t> </a:t>
            </a:r>
            <a:r>
              <a:rPr lang="en-US" sz="1400" b="1"/>
              <a:t>məhsul səbətə əlavə edildikdən sonra sidebar (mini-cart) hissəsinin yeni məlumatlarla dərhal yenilənməsi</a:t>
            </a:r>
            <a:r>
              <a:rPr lang="en-US" sz="1400"/>
              <a:t> üçün çağırılır.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2C407E-DCF8-EC5B-6A15-F218C02F0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964" y="0"/>
            <a:ext cx="61490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31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B6382-199E-CDE0-DBA2-E677E2406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ED218-2861-3FCE-B66C-26E0B0C5C37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6F80D-35D4-2C10-E9EE-0546A211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4011"/>
            <a:ext cx="12192000" cy="628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2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5808</TotalTime>
  <Words>73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394</cp:revision>
  <dcterms:created xsi:type="dcterms:W3CDTF">2025-04-12T11:00:44Z</dcterms:created>
  <dcterms:modified xsi:type="dcterms:W3CDTF">2026-01-07T12:28:05Z</dcterms:modified>
</cp:coreProperties>
</file>