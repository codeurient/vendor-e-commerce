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5" r:id="rId2"/>
    <p:sldId id="416" r:id="rId3"/>
    <p:sldId id="417" r:id="rId4"/>
    <p:sldId id="418" r:id="rId5"/>
    <p:sldId id="419" r:id="rId6"/>
    <p:sldId id="420" r:id="rId7"/>
    <p:sldId id="421" r:id="rId8"/>
    <p:sldId id="422" r:id="rId9"/>
    <p:sldId id="42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E5AA-517F-F260-892A-328B0CAF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78110-B690-C635-530D-DC4FBFAD36C1}"/>
              </a:ext>
            </a:extLst>
          </p:cNvPr>
          <p:cNvSpPr txBox="1"/>
          <p:nvPr/>
        </p:nvSpPr>
        <p:spPr>
          <a:xfrm>
            <a:off x="0" y="0"/>
            <a:ext cx="5480957" cy="1027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/>
              <a:t>Bu sətir </a:t>
            </a:r>
            <a:r>
              <a:rPr lang="en-US" sz="1400" b="1"/>
              <a:t>məhsul səbətə əlavə edildikdən sonra gizli olan mini-cart əməliyyat düymələrini (checkout və s.) yenidən görünən etmək</a:t>
            </a:r>
            <a:r>
              <a:rPr lang="en-US" sz="1400"/>
              <a:t> üçün əlavə edilib.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6DF36C-0848-10EA-FD15-C296BE3E8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0957" y="0"/>
            <a:ext cx="67110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2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F2F10-9265-F04A-C9FB-46DD1043B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B2C65A-F981-FD3E-2E62-CA943357A053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Bu route </a:t>
            </a:r>
            <a:r>
              <a:rPr lang="en-US" sz="1400" b="1"/>
              <a:t>sidebar səbətdəki məhsulların ümumi məbləğini hesablamaq və əldə etmək üçün </a:t>
            </a:r>
            <a:r>
              <a:rPr lang="en-US" b="1"/>
              <a:t>cartTotal</a:t>
            </a:r>
            <a:r>
              <a:rPr lang="en-US" sz="1400" b="1"/>
              <a:t> metoduna GET sorğusu yönləndirir</a:t>
            </a:r>
            <a:r>
              <a:rPr lang="en-US" sz="140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6B7A31-2CD8-9620-7033-76DA51CBC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709" y="433391"/>
            <a:ext cx="10640291" cy="642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772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B7394-F255-C7DA-F333-43FC302D2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7E9B06-8F0F-17C6-6925-A2FDDE1785E7}"/>
              </a:ext>
            </a:extLst>
          </p:cNvPr>
          <p:cNvSpPr txBox="1"/>
          <p:nvPr/>
        </p:nvSpPr>
        <p:spPr>
          <a:xfrm>
            <a:off x="0" y="0"/>
            <a:ext cx="5861539" cy="1119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/>
              <a:t>Bu metod </a:t>
            </a:r>
            <a:r>
              <a:rPr lang="en-US" sz="1400" b="1"/>
              <a:t>səbətdəki hər məhsul üçün </a:t>
            </a:r>
            <a:r>
              <a:rPr lang="en-US" b="1"/>
              <a:t>getProductTotal(rowId)</a:t>
            </a:r>
            <a:r>
              <a:rPr lang="en-US" sz="1400" b="1"/>
              <a:t> çağıraraq (variantlar və miqdar daxil) ümumi qiyməti hesablayıb cəmi məbləği qaytarmaq</a:t>
            </a:r>
            <a:r>
              <a:rPr lang="en-US" sz="1400"/>
              <a:t> üçün istifadə olunur.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08ED0F-E6A2-A3AF-F4C2-0F1FF9144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539" y="0"/>
            <a:ext cx="63304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233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1775F-562C-A9D4-8460-8992899D7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BDD00B-7046-B6FD-9AA4-2D558362BD59}"/>
              </a:ext>
            </a:extLst>
          </p:cNvPr>
          <p:cNvSpPr txBox="1"/>
          <p:nvPr/>
        </p:nvSpPr>
        <p:spPr>
          <a:xfrm>
            <a:off x="0" y="0"/>
            <a:ext cx="4518074" cy="1119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/>
              <a:t>Bu funksiya </a:t>
            </a:r>
            <a:r>
              <a:rPr lang="en-US" sz="1400" b="1"/>
              <a:t>sidebar səbətin ara cəmini (subtotal) serverdən AJAX ilə alıb </a:t>
            </a:r>
            <a:r>
              <a:rPr lang="en-US" b="1"/>
              <a:t>#mini_cart_subtotal</a:t>
            </a:r>
            <a:r>
              <a:rPr lang="en-US" sz="1400" b="1"/>
              <a:t> elementində göstərmək</a:t>
            </a:r>
            <a:r>
              <a:rPr lang="en-US" sz="1400"/>
              <a:t> üçün istifadə olunur.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170F58-32C4-DB7F-14AF-1C69841D0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8074" y="0"/>
            <a:ext cx="76739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432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FC578-E916-157D-9E34-98C92603E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E910EB-F8CF-72DB-1654-E9E111A3D87E}"/>
              </a:ext>
            </a:extLst>
          </p:cNvPr>
          <p:cNvSpPr txBox="1"/>
          <p:nvPr/>
        </p:nvSpPr>
        <p:spPr>
          <a:xfrm>
            <a:off x="0" y="0"/>
            <a:ext cx="5745018" cy="1119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/>
              <a:t>getSidebarCartSubtoal()</a:t>
            </a:r>
            <a:r>
              <a:rPr lang="en-US" sz="1400"/>
              <a:t> metodu </a:t>
            </a:r>
            <a:r>
              <a:rPr lang="en-US" sz="1400" b="1"/>
              <a:t>sidebar səbətdəki məhsullar yenidən yükləndikdən sonra subtotal məbləğin də həmin yeni vəziyyətə uyğun olaraq dərhal yenilənməsi</a:t>
            </a:r>
            <a:r>
              <a:rPr lang="en-US" sz="1400"/>
              <a:t> üçün burada çağırılıb.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6D4B75-B551-D049-1681-125A52689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0957" y="0"/>
            <a:ext cx="63510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314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C5615-F647-E0F6-FFF2-C01675A20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35B715-1995-8E0E-82CA-02FB9E4DC62D}"/>
              </a:ext>
            </a:extLst>
          </p:cNvPr>
          <p:cNvSpPr txBox="1"/>
          <p:nvPr/>
        </p:nvSpPr>
        <p:spPr>
          <a:xfrm>
            <a:off x="0" y="0"/>
            <a:ext cx="5495636" cy="1709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/>
              <a:t>getSidebarCartSubtoal() metodu </a:t>
            </a:r>
            <a:r>
              <a:rPr lang="en-US" b="1"/>
              <a:t>sidebar səbətdən məhsul silindikdən sonra subtotal məbləğin yeni səbət vəziyyətinə uyğun yenidən hesablanıb göstərilməsi</a:t>
            </a:r>
            <a:r>
              <a:rPr lang="en-US"/>
              <a:t> üçün burada çağırılıb.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C92C79-C9A8-9E76-AE46-2560302DA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4252" y="0"/>
            <a:ext cx="65977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866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C5DFB-059A-6A50-E1B5-EBD944692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9B8A97-DAB3-3855-7F9C-E4BA13A924D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2B5392-7B71-8A13-E0B3-AC119541F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0465"/>
            <a:ext cx="12192000" cy="6277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839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5D6BA-413E-2F48-7ED6-7633FB523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7AF81E-5D53-BED7-CD5D-362B302DBF0C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91548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1D563-9203-299B-535D-A95F2DD0A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31E234-061A-FA5E-18B8-ECAB6770DF1D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09719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5731</TotalTime>
  <Words>141</Words>
  <Application>Microsoft Office PowerPoint</Application>
  <PresentationFormat>Widescreen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389</cp:revision>
  <dcterms:created xsi:type="dcterms:W3CDTF">2025-04-12T11:00:44Z</dcterms:created>
  <dcterms:modified xsi:type="dcterms:W3CDTF">2026-01-08T07:43:51Z</dcterms:modified>
</cp:coreProperties>
</file>