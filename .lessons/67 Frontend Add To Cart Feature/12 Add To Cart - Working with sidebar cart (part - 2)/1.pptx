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6" r:id="rId2"/>
    <p:sldId id="415" r:id="rId3"/>
    <p:sldId id="417" r:id="rId4"/>
    <p:sldId id="420" r:id="rId5"/>
    <p:sldId id="421" r:id="rId6"/>
    <p:sldId id="418" r:id="rId7"/>
    <p:sldId id="41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üymə ilə silmə funksionallığını əlavə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2684F7-82B9-1DE0-39F3-67D4CB8C0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917" y="780680"/>
            <a:ext cx="4944165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9407C-F66D-10D4-568B-8A753528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284" y="0"/>
            <a:ext cx="104654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F65CF8-629D-F75C-A155-68B9329B3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04" y="0"/>
            <a:ext cx="78817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064B-D479-F963-ED4E-0297AC45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B7DB0D-4CCB-EE13-163A-1D8558CB36E3}"/>
              </a:ext>
            </a:extLst>
          </p:cNvPr>
          <p:cNvSpPr txBox="1"/>
          <p:nvPr/>
        </p:nvSpPr>
        <p:spPr>
          <a:xfrm>
            <a:off x="0" y="0"/>
            <a:ext cx="5588000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kod sidebar səbətdəki məhsulu AJAX vasitəsilə silib, səbətin görünüşünü və subtotal məlumatını dərhal yeniləmək üçün istifadə olunur.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D41A06-108A-C484-8F87-803A887F1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251" y="0"/>
            <a:ext cx="6536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4634-77A3-0B30-6660-5C913B28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205DC-B480-D90A-083E-A2F7C7076C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8B2645-1BA6-1BA5-41B7-D93DE03FC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543"/>
            <a:ext cx="12192000" cy="630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20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5702</TotalTime>
  <Words>34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392</cp:revision>
  <dcterms:created xsi:type="dcterms:W3CDTF">2025-04-12T11:00:44Z</dcterms:created>
  <dcterms:modified xsi:type="dcterms:W3CDTF">2026-01-07T15:46:19Z</dcterms:modified>
</cp:coreProperties>
</file>