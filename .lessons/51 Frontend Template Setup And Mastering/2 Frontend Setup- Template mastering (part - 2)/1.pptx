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9" r:id="rId7"/>
    <p:sldId id="420" r:id="rId8"/>
    <p:sldId id="422" r:id="rId9"/>
    <p:sldId id="423" r:id="rId10"/>
    <p:sldId id="421" r:id="rId11"/>
    <p:sldId id="418" r:id="rId12"/>
    <p:sldId id="4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16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2006 4 24575,'0'0'0,"-1"0"0,1 0 0,0-1 0,0 1 0,0 0 0,-1-1 0,1 1 0,0 0 0,0 0 0,-1 0 0,1-1 0,0 1 0,-1 0 0,1 0 0,0 0 0,0 0 0,-1 0 0,1-1 0,0 1 0,-1 0 0,1 0 0,0 0 0,-1 0 0,1 0 0,0 0 0,-1 0 0,1 0 0,0 0 0,-1 0 0,1 0 0,0 1 0,-1-1 0,1 0 0,0 0 0,-1 0 0,1 0 0,0 0 0,0 1 0,-1-1 0,1 0 0,0 0 0,-1 0 0,1 1 0,0-1 0,0 0 0,0 0 0,-1 1 0,1-1 0,0 0 0,0 1 0,0-1 0,-7 23 0,6-16 0,-89 287 0,55-183 0,-59 127 0,57-153 0,-31 109 0,45-122 0,-4 0 0,-62 120 0,51-104 0,28-61 0,-2 0 0,-20 36 0,-68 117 0,16-27 0,75-140 0,0-1 0,0 0 0,-15 13 0,-24 32 0,2 5 0,-3-3 0,-1-1 0,-95 81 0,86-85 0,1 3 0,3 2 0,-51 73 0,79-98 0,-2 0 0,-1-2 0,-1-1 0,-47 35 0,43-38 0,2 1 0,1 1 0,2 2 0,-36 46 0,38-38 0,-53 54 0,72-84-3,0 2 0,1-1 0,1 1 0,-9 18 0,-1 1-1347,5-11-5476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1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24575,'-1'12'0,"0"0"0,-1 1 0,-6 18 0,-3 24 0,-1 25 0,6-54 0,-2 54 0,8-78 0,0 0 0,0 0 0,0 0 0,1 0 0,-1 0 0,1 0 0,-1 0 0,1 0 0,0 0 0,-1 0 0,1 0 0,0 0 0,1-1 0,-1 1 0,0 0 0,0 0 0,1-1 0,-1 1 0,1-1 0,-1 0 0,3 2 0,0 0 0,0-1 0,0 0 0,1 0 0,-1 0 0,1-1 0,-1 1 0,1-1 0,0 0 0,4 0 0,6 0 0,0 0 0,0-1 0,-1-1 0,1 0 0,18-5 0,48-17-1365,-59 14-5461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20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6266 0 24575,'-53'117'0,"-6"-2"0,-88 129 0,129-215 0,-500 734 0,391-582 0,-340 454 0,216-301 0,-173 188 0,180-230 0,176-214 0,-87 78 0,-91 60 0,212-186 0,-347 276 0,-530 326 0,406-371 0,332-179 0,96-50 0,-119 35 0,111-41 0,-82 37 0,-268 114 100,-62 30-1565,469-193-5361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21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 24575,'-1'3'0,"-1"1"0,1-1 0,-1 0 0,1 1 0,-1-1 0,0 0 0,0 0 0,-1 0 0,-1 3 0,-8 10 0,-1 7 0,2-1 0,0 1 0,2 1 0,1 0 0,0 1 0,-5 33 0,4-15 0,5-27 0,1-1 0,0 1 0,2 0 0,-1 0 0,2 24 0,1-36 0,-1-1 0,1 1 0,0 0 0,0-1 0,0 1 0,0-1 0,1 1 0,-1-1 0,1 0 0,0 0 0,0 0 0,0 0 0,1 0 0,-1 0 0,1 0 0,-1-1 0,1 1 0,0-1 0,0 0 0,0 0 0,0 0 0,0 0 0,1 0 0,-1-1 0,0 0 0,1 1 0,-1-1 0,8 1 0,243 44 0,-230-42-341,-1 1 0,0 1-1,41 16 1,-41-12-6485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23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14020 1 24575,'-5'3'0,"1"0"0,0 0 0,-1 1 0,1 0 0,1 0 0,-1 0 0,1 1 0,0-1 0,0 1 0,-5 8 0,1-2 0,-95 157 0,-96 146 0,-71 60-194,-15-12 0,-17-12 0,-475 428-1,549-586-256,-429 279 0,-296 95-284,748-450 886,176-100-169,-878 529-473,-435 233 491,769-489 573,-814 405 1626,472-298-2199,633-281 0,-233 81 0,-630 151 0,89 2 0,789-261 0,158-56 0,-128 58 0,-28 29 0,-233 114 0,285-145 0,93-43 0,108-39 22,1 0 1,0 0-1,1 1 0,-1 0 0,-14 15 1,13-13-398,1 1 0,-2-1 1,-14 9-1,5-8-6451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4:06:24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0 24575,'-4'3'0,"-1"0"0,1 1 0,0 0 0,0-1 0,0 1 0,0 1 0,1-1 0,-1 0 0,1 1 0,0 0 0,-2 5 0,3-7 0,-4 9 0,0 1 0,1 0 0,0 0 0,1 0 0,-5 25 0,-8 26 0,11-47 0,0 0 0,1 0 0,1 1 0,1-1 0,0 1 0,2 0 0,-1 28 0,3-44 0,-1 1 0,1-1 0,0 0 0,0 1 0,0-1 0,0 0 0,0 1 0,0-1 0,0 0 0,1 0 0,-1 0 0,1 0 0,0 0 0,0 0 0,-1-1 0,1 1 0,0-1 0,0 1 0,0-1 0,1 0 0,-1 0 0,0 1 0,0-1 0,1-1 0,-1 1 0,1 0 0,-1-1 0,5 1 0,9 2 0,0-1 0,1-1 0,21 0 0,-19-1 0,240-3-1365,-202 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resources\views\frontend\home\home.blade.php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faylındakı kodları,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 köçürürük.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7313F4-3064-DC3F-591D-0D9E7BD05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04763"/>
            <a:ext cx="12192000" cy="46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189732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resources\views\frontend\layouts\master.blade.php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faylındakı qırmızı ilə işarətlənən hissəni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resources\views\frontend\home\home.blade.php</a:t>
            </a:r>
            <a:r>
              <a:rPr lang="az-Latn-AZ" altLang="en-US" sz="1300">
                <a:latin typeface="Arial" panose="020B0604020202020204" pitchFamily="34" charset="0"/>
              </a:rPr>
              <a:t>` faylına köçürdükdən sonra </a:t>
            </a:r>
            <a:r>
              <a:rPr lang="en-US" altLang="en-US" sz="1300" b="1">
                <a:latin typeface="Arial" panose="020B0604020202020204" pitchFamily="34" charset="0"/>
              </a:rPr>
              <a:t>@yield() </a:t>
            </a:r>
            <a:r>
              <a:rPr lang="az-Latn-AZ" altLang="en-US" sz="1300">
                <a:latin typeface="Arial" panose="020B0604020202020204" pitchFamily="34" charset="0"/>
              </a:rPr>
              <a:t>direktivi ilə çağırırıq.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DC96F-69C7-3EF7-B486-A9AF51C5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056" y="1474236"/>
            <a:ext cx="8571943" cy="538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3456-0D27-39B5-9674-FCD3C578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E8959-D83F-DE9D-E78F-E11917181781}"/>
              </a:ext>
            </a:extLst>
          </p:cNvPr>
          <p:cNvSpPr txBox="1"/>
          <p:nvPr/>
        </p:nvSpPr>
        <p:spPr>
          <a:xfrm>
            <a:off x="217714" y="2799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Şablonu hissələrə ayırırıq.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82A22-B3D9-8EFB-27DA-DA5C5DAB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158"/>
            <a:ext cx="121920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0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14AB-FAA2-91A6-CD13-498323F0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607EB-D4CA-0E81-808A-FAB2450E3343}"/>
              </a:ext>
            </a:extLst>
          </p:cNvPr>
          <p:cNvSpPr txBox="1"/>
          <p:nvPr/>
        </p:nvSpPr>
        <p:spPr>
          <a:xfrm>
            <a:off x="217713" y="161740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resources\views\frontend\home\home.blade.php</a:t>
            </a:r>
            <a:r>
              <a:rPr lang="az-Latn-AZ" altLang="en-US" sz="1300">
                <a:latin typeface="Arial" panose="020B0604020202020204" pitchFamily="34" charset="0"/>
              </a:rPr>
              <a:t>` faylındakı </a:t>
            </a:r>
            <a:r>
              <a:rPr lang="az-Latn-AZ" altLang="en-US" sz="1300" b="1">
                <a:latin typeface="Arial" panose="020B0604020202020204" pitchFamily="34" charset="0"/>
              </a:rPr>
              <a:t>SECTİON</a:t>
            </a:r>
            <a:r>
              <a:rPr lang="az-Latn-AZ" altLang="en-US" sz="1300">
                <a:latin typeface="Arial" panose="020B0604020202020204" pitchFamily="34" charset="0"/>
              </a:rPr>
              <a:t> -lar üçün isə ayrıca fayl yaradırıq.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Ardı var...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85CA87-5728-721C-EC82-9FEAC46CB42A}"/>
              </a:ext>
            </a:extLst>
          </p:cNvPr>
          <p:cNvGrpSpPr/>
          <p:nvPr/>
        </p:nvGrpSpPr>
        <p:grpSpPr>
          <a:xfrm>
            <a:off x="0" y="745796"/>
            <a:ext cx="12192000" cy="6112204"/>
            <a:chOff x="0" y="745796"/>
            <a:chExt cx="12192000" cy="61122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E495FD-3A52-5A7B-E3A2-21EDC0961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45796"/>
              <a:ext cx="12192000" cy="6112204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BB0B49-68A9-360B-3FED-C3A024E47C58}"/>
                </a:ext>
              </a:extLst>
            </p:cNvPr>
            <p:cNvGrpSpPr/>
            <p:nvPr/>
          </p:nvGrpSpPr>
          <p:grpSpPr>
            <a:xfrm>
              <a:off x="4209179" y="1220870"/>
              <a:ext cx="5541480" cy="3147840"/>
              <a:chOff x="4209179" y="1220870"/>
              <a:chExt cx="5541480" cy="3147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7B544C7C-20B4-B4E2-5794-AFFBB5472C17}"/>
                      </a:ext>
                    </a:extLst>
                  </p14:cNvPr>
                  <p14:cNvContentPartPr/>
                  <p14:nvPr/>
                </p14:nvContentPartPr>
                <p14:xfrm>
                  <a:off x="4344539" y="1220870"/>
                  <a:ext cx="722520" cy="1161000"/>
                </p14:xfrm>
              </p:contentPart>
            </mc:Choice>
            <mc:Fallback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7B544C7C-20B4-B4E2-5794-AFFBB5472C17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338419" y="1214750"/>
                    <a:ext cx="734760" cy="1173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9644E44D-8F6D-6C81-973B-719D2AB85846}"/>
                      </a:ext>
                    </a:extLst>
                  </p14:cNvPr>
                  <p14:cNvContentPartPr/>
                  <p14:nvPr/>
                </p14:nvContentPartPr>
                <p14:xfrm>
                  <a:off x="4302059" y="2313830"/>
                  <a:ext cx="101160" cy="133200"/>
                </p14:xfrm>
              </p:contentPart>
            </mc:Choice>
            <mc:Fallback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9644E44D-8F6D-6C81-973B-719D2AB85846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295939" y="2307710"/>
                    <a:ext cx="113400" cy="14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9CED43F2-C60F-31EF-26EA-7352BF159664}"/>
                      </a:ext>
                    </a:extLst>
                  </p14:cNvPr>
                  <p14:cNvContentPartPr/>
                  <p14:nvPr/>
                </p14:nvContentPartPr>
                <p14:xfrm>
                  <a:off x="4294499" y="1287470"/>
                  <a:ext cx="2256120" cy="2008800"/>
                </p14:xfrm>
              </p:contentPart>
            </mc:Choice>
            <mc:Fallback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9CED43F2-C60F-31EF-26EA-7352BF15966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288379" y="1281350"/>
                    <a:ext cx="2268360" cy="202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9EE2E2BA-4A73-22C5-C456-F99E852EFB90}"/>
                      </a:ext>
                    </a:extLst>
                  </p14:cNvPr>
                  <p14:cNvContentPartPr/>
                  <p14:nvPr/>
                </p14:nvContentPartPr>
                <p14:xfrm>
                  <a:off x="4209179" y="3162710"/>
                  <a:ext cx="174240" cy="20988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9EE2E2BA-4A73-22C5-C456-F99E852EFB90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4203059" y="3156590"/>
                    <a:ext cx="186480" cy="222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95DC141C-B4A3-296B-E110-0621F7A3BEE6}"/>
                      </a:ext>
                    </a:extLst>
                  </p14:cNvPr>
                  <p14:cNvContentPartPr/>
                  <p14:nvPr/>
                </p14:nvContentPartPr>
                <p14:xfrm>
                  <a:off x="4703459" y="1296830"/>
                  <a:ext cx="5047200" cy="298296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95DC141C-B4A3-296B-E110-0621F7A3BEE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697339" y="1290710"/>
                    <a:ext cx="5059440" cy="299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8522C625-07C9-CD57-3ED3-D8D6C4EFDE25}"/>
                      </a:ext>
                    </a:extLst>
                  </p14:cNvPr>
                  <p14:cNvContentPartPr/>
                  <p14:nvPr/>
                </p14:nvContentPartPr>
                <p14:xfrm>
                  <a:off x="4580699" y="4208150"/>
                  <a:ext cx="171360" cy="16056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8522C625-07C9-CD57-3ED3-D8D6C4EFDE2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574579" y="4202030"/>
                    <a:ext cx="183600" cy="172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0151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42B7-30B4-1308-DD90-4586E69B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85904-CF39-E65D-6479-D5318240B688}"/>
              </a:ext>
            </a:extLst>
          </p:cNvPr>
          <p:cNvSpPr txBox="1"/>
          <p:nvPr/>
        </p:nvSpPr>
        <p:spPr>
          <a:xfrm>
            <a:off x="217713" y="10575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Ardı var...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78581-FED2-0667-8576-2A46A4F6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79446"/>
            <a:ext cx="12192000" cy="62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3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34C2-AED6-DD13-13B7-AE930871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FDD46-D635-D1C6-ABFA-44518DC03EE4}"/>
              </a:ext>
            </a:extLst>
          </p:cNvPr>
          <p:cNvSpPr txBox="1"/>
          <p:nvPr/>
        </p:nvSpPr>
        <p:spPr>
          <a:xfrm>
            <a:off x="217713" y="10575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Səhifələrin bölgüsü hələlik bu qədər.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22C5-6166-F310-C966-361FED3D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1411"/>
            <a:ext cx="12192000" cy="632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2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2CB6-87E1-DB72-F274-984FC650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9D9F6-1772-3D9C-25E9-57C636723C6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578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82F0-4E71-08A2-02B5-8B4BC470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40EBA8-C634-DEA0-3D05-355870BFC1D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66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250E-2D3A-7312-A072-5E332D29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BA1BF9-47A3-2607-6299-84C8AF939A6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863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5347-A0EA-B268-0F11-EEC8E3A9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1D969-4E0A-EA5F-8BA0-AB5063301D0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587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8182-8429-6508-99C4-6BE16E42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8734D9-1F3D-E032-349D-D19376BDCA6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5448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4675</TotalTime>
  <Words>128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365</cp:revision>
  <dcterms:created xsi:type="dcterms:W3CDTF">2025-04-12T11:00:44Z</dcterms:created>
  <dcterms:modified xsi:type="dcterms:W3CDTF">2025-07-29T15:12:40Z</dcterms:modified>
</cp:coreProperties>
</file>