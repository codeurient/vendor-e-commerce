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5" r:id="rId3"/>
    <p:sldId id="416" r:id="rId4"/>
    <p:sldId id="414" r:id="rId5"/>
    <p:sldId id="400" r:id="rId6"/>
    <p:sldId id="417" r:id="rId7"/>
    <p:sldId id="418" r:id="rId8"/>
    <p:sldId id="420" r:id="rId9"/>
    <p:sldId id="422" r:id="rId10"/>
    <p:sldId id="423" r:id="rId11"/>
    <p:sldId id="421" r:id="rId12"/>
    <p:sldId id="41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9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255046"/>
            <a:ext cx="11756571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dərs istifadəçi route -urunu konfiqurasiya edəcəyik.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İlk olaraq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UserDashboardController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adında kontroller yaradırıq.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4B028C-509C-9830-A823-C266EAA954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7071"/>
            <a:ext cx="9478698" cy="166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F81E5-E856-7589-F3A8-373ACCE83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64760A-567C-D12E-FC5A-26314095277F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User </a:t>
            </a:r>
            <a:r>
              <a:rPr lang="az-Latn-AZ" altLang="en-US" sz="1300">
                <a:latin typeface="Arial" panose="020B0604020202020204" pitchFamily="34" charset="0"/>
              </a:rPr>
              <a:t>üçün route təyin edirik.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1B54E7-C8BE-B81F-06BB-27545D1EFD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065594"/>
            <a:ext cx="12192000" cy="4792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592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8CFB7-E12B-C6A4-7B75-A8BDC1526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D585C3-845F-2B64-CD2D-A7417B59DEDF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User</a:t>
            </a:r>
            <a:r>
              <a:rPr lang="az-Latn-AZ" altLang="en-US" sz="1300">
                <a:latin typeface="Arial" panose="020B0604020202020204" pitchFamily="34" charset="0"/>
              </a:rPr>
              <a:t> panelindən çıxış üçün `</a:t>
            </a:r>
            <a:r>
              <a:rPr lang="az-Latn-AZ" altLang="en-US" sz="1300" b="1">
                <a:latin typeface="Arial" panose="020B0604020202020204" pitchFamily="34" charset="0"/>
              </a:rPr>
              <a:t>Log out</a:t>
            </a:r>
            <a:r>
              <a:rPr lang="az-Latn-AZ" altLang="en-US" sz="1300">
                <a:latin typeface="Arial" panose="020B0604020202020204" pitchFamily="34" charset="0"/>
              </a:rPr>
              <a:t>` düyməsini konfiqurasiya edirik.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16C2BE-BE21-9143-C53E-6F34D5F318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460" y="1246992"/>
            <a:ext cx="9783540" cy="5611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745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56571" cy="13305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100">
                <a:latin typeface="Arial" panose="020B0604020202020204" pitchFamily="34" charset="0"/>
              </a:rPr>
              <a:t>Artıq `</a:t>
            </a:r>
            <a:r>
              <a:rPr lang="az-Latn-AZ" altLang="en-US" sz="1100" b="1">
                <a:latin typeface="Arial" panose="020B0604020202020204" pitchFamily="34" charset="0"/>
              </a:rPr>
              <a:t>http://vendor-e-commerce.test/dashboard</a:t>
            </a:r>
            <a:r>
              <a:rPr lang="az-Latn-AZ" altLang="en-US" sz="1100">
                <a:latin typeface="Arial" panose="020B0604020202020204" pitchFamily="34" charset="0"/>
              </a:rPr>
              <a:t>` səhifəsi yodur.  </a:t>
            </a:r>
            <a:endParaRPr lang="en-US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100">
                <a:latin typeface="Arial" panose="020B0604020202020204" pitchFamily="34" charset="0"/>
              </a:rPr>
              <a:t>`</a:t>
            </a:r>
            <a:r>
              <a:rPr lang="az-Latn-AZ" altLang="en-US" sz="1100" b="1">
                <a:latin typeface="Arial" panose="020B0604020202020204" pitchFamily="34" charset="0"/>
              </a:rPr>
              <a:t>http://vendor-e-commerce.test/user</a:t>
            </a:r>
            <a:r>
              <a:rPr lang="en-US" altLang="en-US" sz="1100" b="1">
                <a:latin typeface="Arial" panose="020B0604020202020204" pitchFamily="34" charset="0"/>
              </a:rPr>
              <a:t>/</a:t>
            </a:r>
            <a:r>
              <a:rPr lang="az-Latn-AZ" altLang="en-US" sz="1100" b="1">
                <a:latin typeface="Arial" panose="020B0604020202020204" pitchFamily="34" charset="0"/>
              </a:rPr>
              <a:t>dashboard</a:t>
            </a:r>
            <a:r>
              <a:rPr lang="az-Latn-AZ" altLang="en-US" sz="1100">
                <a:latin typeface="Arial" panose="020B0604020202020204" pitchFamily="34" charset="0"/>
              </a:rPr>
              <a:t>`</a:t>
            </a:r>
            <a:r>
              <a:rPr lang="en-US" altLang="en-US" sz="1100">
                <a:latin typeface="Arial" panose="020B0604020202020204" pitchFamily="34" charset="0"/>
              </a:rPr>
              <a:t> s</a:t>
            </a:r>
            <a:r>
              <a:rPr lang="az-Latn-AZ" altLang="en-US" sz="1100">
                <a:latin typeface="Arial" panose="020B0604020202020204" pitchFamily="34" charset="0"/>
              </a:rPr>
              <a:t>əhifəsi var.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100">
                <a:latin typeface="Arial" panose="020B0604020202020204" pitchFamily="34" charset="0"/>
              </a:rPr>
              <a:t>Ancaq giriş etdiyimizdə hələdə `</a:t>
            </a:r>
            <a:r>
              <a:rPr lang="en-US" altLang="en-US" sz="1100" b="1">
                <a:latin typeface="Arial" panose="020B0604020202020204" pitchFamily="34" charset="0"/>
              </a:rPr>
              <a:t>/dashboard</a:t>
            </a:r>
            <a:r>
              <a:rPr lang="az-Latn-AZ" altLang="en-US" sz="1100">
                <a:latin typeface="Arial" panose="020B0604020202020204" pitchFamily="34" charset="0"/>
              </a:rPr>
              <a:t>`</a:t>
            </a:r>
            <a:r>
              <a:rPr lang="en-US" altLang="en-US" sz="1100">
                <a:latin typeface="Arial" panose="020B0604020202020204" pitchFamily="34" charset="0"/>
              </a:rPr>
              <a:t> </a:t>
            </a:r>
            <a:r>
              <a:rPr lang="az-Latn-AZ" altLang="en-US" sz="1100">
                <a:latin typeface="Arial" panose="020B0604020202020204" pitchFamily="34" charset="0"/>
              </a:rPr>
              <a:t>səhifəsinə yönləndirilirik.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4459BB8-1315-9C3E-8C41-B16AE56C69E7}"/>
              </a:ext>
            </a:extLst>
          </p:cNvPr>
          <p:cNvGrpSpPr/>
          <p:nvPr/>
        </p:nvGrpSpPr>
        <p:grpSpPr>
          <a:xfrm>
            <a:off x="217714" y="1590582"/>
            <a:ext cx="12192000" cy="5267418"/>
            <a:chOff x="217714" y="1590582"/>
            <a:chExt cx="12192000" cy="526741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9804CE1-10A8-EC18-FB6D-F5567D8E0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43686" y="1590582"/>
              <a:ext cx="2304626" cy="1670467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008BD7F-D7F8-B872-D5CA-DD04CA5472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7714" y="3963700"/>
              <a:ext cx="12192000" cy="2894300"/>
            </a:xfrm>
            <a:prstGeom prst="rect">
              <a:avLst/>
            </a:prstGeom>
          </p:spPr>
        </p:pic>
        <p:sp>
          <p:nvSpPr>
            <p:cNvPr id="7" name="Arrow: Down 6">
              <a:extLst>
                <a:ext uri="{FF2B5EF4-FFF2-40B4-BE49-F238E27FC236}">
                  <a16:creationId xmlns:a16="http://schemas.microsoft.com/office/drawing/2014/main" id="{ACADDB32-2449-2EFF-74CD-A624101B652C}"/>
                </a:ext>
              </a:extLst>
            </p:cNvPr>
            <p:cNvSpPr/>
            <p:nvPr/>
          </p:nvSpPr>
          <p:spPr>
            <a:xfrm>
              <a:off x="5867399" y="3474748"/>
              <a:ext cx="457200" cy="427398"/>
            </a:xfrm>
            <a:prstGeom prst="down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`</a:t>
            </a:r>
            <a:r>
              <a:rPr lang="en-US" altLang="en-US" sz="1300" b="1">
                <a:latin typeface="Arial" panose="020B0604020202020204" pitchFamily="34" charset="0"/>
              </a:rPr>
              <a:t>/user/dashboard</a:t>
            </a:r>
            <a:r>
              <a:rPr lang="az-Latn-AZ" altLang="en-US" sz="1300">
                <a:latin typeface="Arial" panose="020B0604020202020204" pitchFamily="34" charset="0"/>
              </a:rPr>
              <a:t>`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səhifəsinə yönləndirilmək üçün isə, `</a:t>
            </a:r>
            <a:r>
              <a:rPr lang="az-Latn-AZ" altLang="en-US" sz="1300" b="1">
                <a:latin typeface="Arial" panose="020B0604020202020204" pitchFamily="34" charset="0"/>
              </a:rPr>
              <a:t>app\Providers\RouteServiceProvider.php</a:t>
            </a:r>
            <a:r>
              <a:rPr lang="az-Latn-AZ" altLang="en-US" sz="1300">
                <a:latin typeface="Arial" panose="020B0604020202020204" pitchFamily="34" charset="0"/>
              </a:rPr>
              <a:t>` faylında aşağıdakı kimi yazmaq lazımdır: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4293EB-123A-6CEB-0E17-2D9B26A16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7796" y="855018"/>
            <a:ext cx="4634204" cy="6002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5FE22-94AC-F8A5-25E1-0F7D96FB9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0408F6-9A5F-EE0E-F146-185768CBEE61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Sistem</a:t>
            </a:r>
            <a:r>
              <a:rPr lang="az-Latn-AZ" altLang="en-US" sz="1300">
                <a:latin typeface="Arial" panose="020B0604020202020204" pitchFamily="34" charset="0"/>
              </a:rPr>
              <a:t>ə sadə </a:t>
            </a:r>
            <a:r>
              <a:rPr lang="az-Latn-AZ" altLang="en-US" sz="1300" b="1">
                <a:latin typeface="Arial" panose="020B0604020202020204" pitchFamily="34" charset="0"/>
              </a:rPr>
              <a:t>user</a:t>
            </a:r>
            <a:r>
              <a:rPr lang="az-Latn-AZ" altLang="en-US" sz="1300">
                <a:latin typeface="Arial" panose="020B0604020202020204" pitchFamily="34" charset="0"/>
              </a:rPr>
              <a:t> kimi daxil olduqdan sonra, URL bölməsində `</a:t>
            </a:r>
            <a:r>
              <a:rPr lang="az-Latn-AZ" altLang="en-US" sz="1300" b="1">
                <a:latin typeface="Arial" panose="020B0604020202020204" pitchFamily="34" charset="0"/>
              </a:rPr>
              <a:t>http://vendor-e-commerce.test/admin/dashboard</a:t>
            </a:r>
            <a:r>
              <a:rPr lang="az-Latn-AZ" altLang="en-US" sz="1300">
                <a:latin typeface="Arial" panose="020B0604020202020204" pitchFamily="34" charset="0"/>
              </a:rPr>
              <a:t>` yazsaq onda aşağıdakı kimi xəta alarıq: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4670CE-8C98-D1CA-38A5-13A920DB0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3686" y="1590582"/>
            <a:ext cx="2304626" cy="167046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Arrow: Down 5">
            <a:extLst>
              <a:ext uri="{FF2B5EF4-FFF2-40B4-BE49-F238E27FC236}">
                <a16:creationId xmlns:a16="http://schemas.microsoft.com/office/drawing/2014/main" id="{5B23D757-4687-9556-510D-CED7947EC912}"/>
              </a:ext>
            </a:extLst>
          </p:cNvPr>
          <p:cNvSpPr/>
          <p:nvPr/>
        </p:nvSpPr>
        <p:spPr>
          <a:xfrm>
            <a:off x="5867399" y="3474748"/>
            <a:ext cx="457200" cy="427398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D999B4-217A-EF86-A0C7-26CA5B1585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2150" y="4082752"/>
            <a:ext cx="5833189" cy="2775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343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336A1-12D0-F83A-E757-BB47E6A50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642312-8B5A-2D2E-CAC5-9D6744971525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xətanı aradan qaldırmaq üçün isə be</a:t>
            </a:r>
            <a:r>
              <a:rPr lang="az-Latn-AZ" altLang="en-US" sz="1300">
                <a:latin typeface="Arial" panose="020B0604020202020204" pitchFamily="34" charset="0"/>
              </a:rPr>
              <a:t>lə yazmaq lazımdır: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ADB643-8CF4-5080-50FC-C56A53B61A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923575"/>
            <a:ext cx="7382905" cy="501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551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86616-97C7-1A26-F5BC-2F2304870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063DBF-2AAB-31C6-3C55-D8D2E81BF2E0}"/>
              </a:ext>
            </a:extLst>
          </p:cNvPr>
          <p:cNvSpPr txBox="1"/>
          <p:nvPr/>
        </p:nvSpPr>
        <p:spPr>
          <a:xfrm>
            <a:off x="217714" y="255046"/>
            <a:ext cx="11756571" cy="2455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Növbəti dəvə URL -də belə yazdıqda: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Yenə `</a:t>
            </a:r>
            <a:r>
              <a:rPr lang="az-Latn-AZ" altLang="en-US" sz="1300" b="1">
                <a:latin typeface="Arial" panose="020B0604020202020204" pitchFamily="34" charset="0"/>
              </a:rPr>
              <a:t>http://vendor-e-commerce.test/dashboard</a:t>
            </a:r>
            <a:r>
              <a:rPr lang="az-Latn-AZ" altLang="en-US" sz="1300">
                <a:latin typeface="Arial" panose="020B0604020202020204" pitchFamily="34" charset="0"/>
              </a:rPr>
              <a:t>` bu cür </a:t>
            </a:r>
            <a:r>
              <a:rPr lang="az-Latn-AZ" altLang="en-US" sz="1300" b="1">
                <a:latin typeface="Arial" panose="020B0604020202020204" pitchFamily="34" charset="0"/>
              </a:rPr>
              <a:t>URL</a:t>
            </a:r>
            <a:r>
              <a:rPr lang="az-Latn-AZ" altLang="en-US" sz="1300">
                <a:latin typeface="Arial" panose="020B0604020202020204" pitchFamily="34" charset="0"/>
              </a:rPr>
              <a:t> -yə yönləndiriləcəyik. Ancaq belə bir </a:t>
            </a:r>
            <a:r>
              <a:rPr lang="az-Latn-AZ" altLang="en-US" sz="1300" b="1">
                <a:latin typeface="Arial" panose="020B0604020202020204" pitchFamily="34" charset="0"/>
              </a:rPr>
              <a:t>URL</a:t>
            </a:r>
            <a:r>
              <a:rPr lang="az-Latn-AZ" altLang="en-US" sz="1300">
                <a:latin typeface="Arial" panose="020B0604020202020204" pitchFamily="34" charset="0"/>
              </a:rPr>
              <a:t> yoxdur.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AD5916-B4D7-C0E0-0657-CFC483696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8047" y="1051979"/>
            <a:ext cx="6115904" cy="6858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E25E4B4-289A-0668-2807-E50000A518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13851"/>
            <a:ext cx="12192000" cy="2744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913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557B4-63A2-ABA1-9A9E-BCCABFB60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8CCCA5F-6A67-EE16-5C80-6AB50FF560FF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 xətanıda aradan qaldırmaq üçün </a:t>
            </a:r>
            <a:r>
              <a:rPr lang="az-Latn-AZ" altLang="en-US" sz="1300">
                <a:latin typeface="Arial" panose="020B0604020202020204" pitchFamily="34" charset="0"/>
              </a:rPr>
              <a:t>`</a:t>
            </a:r>
            <a:r>
              <a:rPr lang="az-Latn-AZ" altLang="en-US" sz="1300" b="1">
                <a:latin typeface="Arial" panose="020B0604020202020204" pitchFamily="34" charset="0"/>
              </a:rPr>
              <a:t>app\Http\Middleware\RedirectIfAuthenticatedAdmin.php</a:t>
            </a:r>
            <a:r>
              <a:rPr lang="az-Latn-AZ" altLang="en-US" sz="1300">
                <a:latin typeface="Arial" panose="020B0604020202020204" pitchFamily="34" charset="0"/>
              </a:rPr>
              <a:t>` faylında, aşağıdakı kimi dəyişiklik etməliyik: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F00707-62BA-E88C-87F2-AB659DC1CE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6652" y="1151729"/>
            <a:ext cx="5858693" cy="570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315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D0AA5-5E83-454A-A078-7250DDD58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FE2476-6187-FCB3-7F1F-0775DCF02376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Yaxud istəsəz belə yazaraq </a:t>
            </a:r>
            <a:r>
              <a:rPr lang="az-Latn-AZ" altLang="en-US" sz="1300">
                <a:latin typeface="Arial" panose="020B0604020202020204" pitchFamily="34" charset="0"/>
              </a:rPr>
              <a:t>Ana səhifəyə yönləndirə bilərsiz.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701E90-48D7-6D15-5234-372488215E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3706" y="977910"/>
            <a:ext cx="8898294" cy="5880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110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FFF12-5C6E-4BEC-8AB0-E12C911F7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7AC4E9-E36E-299F-3793-1FA7618359B6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151316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6D359-F022-C331-EE8D-2B5C9CD88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1D20C4-A516-3839-FB8F-A99425A18542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871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4609</TotalTime>
  <Words>203</Words>
  <Application>Microsoft Office PowerPoint</Application>
  <PresentationFormat>Widescreen</PresentationFormat>
  <Paragraphs>25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369</cp:revision>
  <dcterms:created xsi:type="dcterms:W3CDTF">2025-04-12T11:00:44Z</dcterms:created>
  <dcterms:modified xsi:type="dcterms:W3CDTF">2025-08-01T14:35:06Z</dcterms:modified>
</cp:coreProperties>
</file>