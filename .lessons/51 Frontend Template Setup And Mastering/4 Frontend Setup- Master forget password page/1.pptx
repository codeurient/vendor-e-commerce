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7" r:id="rId4"/>
    <p:sldId id="418" r:id="rId5"/>
    <p:sldId id="419" r:id="rId6"/>
    <p:sldId id="416" r:id="rId7"/>
    <p:sldId id="420" r:id="rId8"/>
    <p:sldId id="421" r:id="rId9"/>
    <p:sldId id="422" r:id="rId10"/>
    <p:sldId id="414" r:id="rId11"/>
    <p:sldId id="423" r:id="rId12"/>
    <p:sldId id="424" r:id="rId13"/>
    <p:sldId id="425" r:id="rId14"/>
    <p:sldId id="426" r:id="rId15"/>
    <p:sldId id="400" r:id="rId16"/>
    <p:sldId id="428" r:id="rId17"/>
    <p:sldId id="427" r:id="rId18"/>
    <p:sldId id="429" r:id="rId19"/>
    <p:sldId id="431" r:id="rId20"/>
    <p:sldId id="432" r:id="rId21"/>
    <p:sldId id="435" r:id="rId22"/>
    <p:sldId id="436" r:id="rId23"/>
    <p:sldId id="437" r:id="rId24"/>
    <p:sldId id="438" r:id="rId25"/>
    <p:sldId id="433" r:id="rId26"/>
    <p:sldId id="434" r:id="rId27"/>
    <p:sldId id="43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Əgər şifrə unudularsa, həmin şifrənin bərpa edilməsi üçün istifadə edilən səhifənin konfiqurasiya edilməsi</a:t>
            </a:r>
            <a:r>
              <a:rPr lang="az-Latn-AZ" altLang="en-US" sz="1300">
                <a:latin typeface="Arial" panose="020B0604020202020204" pitchFamily="34" charset="0"/>
              </a:rPr>
              <a:t>: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Hal-hazırda `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Forget Password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`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yazısına kliklədikdə sağ şəkildəki kimi laravelin özünün şifrə bərpa səhifəsi açılır.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Biz isə,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şablonunun şifrə bərpa görüntüsündən istifadə edəcəyik.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0146A7E-70F3-9B9D-DD26-045A7AF3BAFC}"/>
              </a:ext>
            </a:extLst>
          </p:cNvPr>
          <p:cNvGrpSpPr/>
          <p:nvPr/>
        </p:nvGrpSpPr>
        <p:grpSpPr>
          <a:xfrm>
            <a:off x="217714" y="1530294"/>
            <a:ext cx="7552273" cy="1791440"/>
            <a:chOff x="320349" y="2138184"/>
            <a:chExt cx="7552273" cy="179144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6F3D64F-8C75-CBDF-319B-F38877600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349" y="2138184"/>
              <a:ext cx="2493593" cy="174383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F303C79-7744-EBA4-CB17-D76A798D7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19376" y="2185794"/>
              <a:ext cx="3553246" cy="1743830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5959E246-0571-7990-6215-70F28FC6C397}"/>
                </a:ext>
              </a:extLst>
            </p:cNvPr>
            <p:cNvSpPr/>
            <p:nvPr/>
          </p:nvSpPr>
          <p:spPr>
            <a:xfrm>
              <a:off x="3436030" y="2860330"/>
              <a:ext cx="388990" cy="29953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645058A5-180B-699C-02AF-D2D7B5FAC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23341"/>
            <a:ext cx="7769987" cy="25346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DEB12-C264-0C00-5513-FAEE757B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6879F-204C-53DE-B1D5-963EE12DB07F}"/>
              </a:ext>
            </a:extLst>
          </p:cNvPr>
          <p:cNvSpPr txBox="1"/>
          <p:nvPr/>
        </p:nvSpPr>
        <p:spPr>
          <a:xfrm>
            <a:off x="93306" y="227054"/>
            <a:ext cx="2245568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Daxil oluruq `</a:t>
            </a:r>
            <a:r>
              <a:rPr lang="az-Latn-AZ" altLang="en-US" sz="1300" b="1">
                <a:latin typeface="Arial" panose="020B0604020202020204" pitchFamily="34" charset="0"/>
              </a:rPr>
              <a:t>mailtrap</a:t>
            </a:r>
            <a:r>
              <a:rPr lang="az-Latn-AZ" altLang="en-US" sz="1300">
                <a:latin typeface="Arial" panose="020B0604020202020204" pitchFamily="34" charset="0"/>
              </a:rPr>
              <a:t>` saytına ki, </a:t>
            </a:r>
            <a:r>
              <a:rPr lang="az-Latn-AZ" altLang="en-US" sz="1300" b="1">
                <a:latin typeface="Arial" panose="020B0604020202020204" pitchFamily="34" charset="0"/>
              </a:rPr>
              <a:t>.env </a:t>
            </a:r>
            <a:r>
              <a:rPr lang="az-Latn-AZ" altLang="en-US" sz="1300">
                <a:latin typeface="Arial" panose="020B0604020202020204" pitchFamily="34" charset="0"/>
              </a:rPr>
              <a:t>faylı üçün istifadə edəcəyimiz dəyərlərimizi götürək.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Bərpa mesajı `</a:t>
            </a:r>
            <a:r>
              <a:rPr lang="az-Latn-AZ" altLang="en-US" sz="1300" b="1">
                <a:latin typeface="Arial" panose="020B0604020202020204" pitchFamily="34" charset="0"/>
              </a:rPr>
              <a:t>mailtrap</a:t>
            </a:r>
            <a:r>
              <a:rPr lang="az-Latn-AZ" altLang="en-US" sz="1300">
                <a:latin typeface="Arial" panose="020B0604020202020204" pitchFamily="34" charset="0"/>
              </a:rPr>
              <a:t>` saytına daxil olacaq.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8C21A4-41EC-42A8-5DBC-7A18B36CB0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772" y="0"/>
            <a:ext cx="97672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382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95DA-0E2C-3030-6A0A-F566972C2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F4318B-F61B-F8CA-534B-300AEFA2A11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.env</a:t>
            </a:r>
            <a:r>
              <a:rPr lang="az-Latn-AZ" altLang="en-US" sz="1300">
                <a:latin typeface="Arial" panose="020B0604020202020204" pitchFamily="34" charset="0"/>
              </a:rPr>
              <a:t> faylı.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5F7DD4-574A-BB07-80C3-3032D9752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650" y="0"/>
            <a:ext cx="3057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06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E7D54-7F4C-94AF-F67E-C8DE9AFCA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35774A-CB7D-4896-87D6-EBE7747D6A05}"/>
              </a:ext>
            </a:extLst>
          </p:cNvPr>
          <p:cNvSpPr txBox="1"/>
          <p:nvPr/>
        </p:nvSpPr>
        <p:spPr>
          <a:xfrm>
            <a:off x="217713" y="180401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Dəyərləri </a:t>
            </a:r>
            <a:r>
              <a:rPr lang="az-Latn-AZ" altLang="en-US" sz="1300" b="1">
                <a:latin typeface="Arial" panose="020B0604020202020204" pitchFamily="34" charset="0"/>
              </a:rPr>
              <a:t>.env </a:t>
            </a:r>
            <a:r>
              <a:rPr lang="az-Latn-AZ" altLang="en-US" sz="1300">
                <a:latin typeface="Arial" panose="020B0604020202020204" pitchFamily="34" charset="0"/>
              </a:rPr>
              <a:t>faylına yazdıqdan sonra, Laravelin, </a:t>
            </a:r>
            <a:r>
              <a:rPr lang="az-Latn-AZ" altLang="en-US" sz="1300" b="1">
                <a:latin typeface="Arial" panose="020B0604020202020204" pitchFamily="34" charset="0"/>
              </a:rPr>
              <a:t>Breeze auth </a:t>
            </a:r>
            <a:r>
              <a:rPr lang="az-Latn-AZ" altLang="en-US" sz="1300">
                <a:latin typeface="Arial" panose="020B0604020202020204" pitchFamily="34" charset="0"/>
              </a:rPr>
              <a:t>sisteminin, şifrə bərpa səhifəsində, şifrəsini bərpa etmək istədiyimiz </a:t>
            </a:r>
            <a:r>
              <a:rPr lang="az-Latn-AZ" altLang="en-US" sz="1300" b="1">
                <a:latin typeface="Arial" panose="020B0604020202020204" pitchFamily="34" charset="0"/>
              </a:rPr>
              <a:t>istifadəçinin</a:t>
            </a:r>
            <a:r>
              <a:rPr lang="az-Latn-AZ" altLang="en-US" sz="1300">
                <a:latin typeface="Arial" panose="020B0604020202020204" pitchFamily="34" charset="0"/>
              </a:rPr>
              <a:t> mail hesabını yazaraq, mesajın gəlib gəlmədiyini test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7B79B82-4A8C-672A-060C-595AD0106C55}"/>
              </a:ext>
            </a:extLst>
          </p:cNvPr>
          <p:cNvGrpSpPr/>
          <p:nvPr/>
        </p:nvGrpSpPr>
        <p:grpSpPr>
          <a:xfrm>
            <a:off x="575357" y="2386663"/>
            <a:ext cx="11082312" cy="2798037"/>
            <a:chOff x="575357" y="2386663"/>
            <a:chExt cx="11082312" cy="279803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16F39B0-EC9C-1368-56C6-3413F89BD4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5357" y="2435289"/>
              <a:ext cx="4846954" cy="2749411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77976A8-F068-7256-DCF4-68733EC6F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10715" y="2386663"/>
              <a:ext cx="4846954" cy="2798037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892FE333-EE4C-6760-A459-9E2FF1F9E823}"/>
                </a:ext>
              </a:extLst>
            </p:cNvPr>
            <p:cNvSpPr/>
            <p:nvPr/>
          </p:nvSpPr>
          <p:spPr>
            <a:xfrm>
              <a:off x="5820747" y="3575918"/>
              <a:ext cx="550506" cy="508518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31270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8933-B1DA-DA08-054B-DE6699061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569160-9000-89BC-79F8-8D1B63C10880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Mesaj poçtaya daxil oldu.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87DB81-04F9-A017-D9D5-711D0C145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771" y="966622"/>
            <a:ext cx="11408229" cy="589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74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E032E-EE55-6D4E-CEAE-28B99C373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CBE45C-1655-73A7-B703-02A8AF050383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Köhnə şifrə </a:t>
            </a:r>
            <a:r>
              <a:rPr lang="az-Latn-AZ" altLang="en-US" sz="1300" b="1">
                <a:latin typeface="Arial" panose="020B0604020202020204" pitchFamily="34" charset="0"/>
              </a:rPr>
              <a:t>11111111</a:t>
            </a:r>
            <a:r>
              <a:rPr lang="az-Latn-AZ" altLang="en-US" sz="1300">
                <a:latin typeface="Arial" panose="020B0604020202020204" pitchFamily="34" charset="0"/>
              </a:rPr>
              <a:t> idi.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Test etmək üçün </a:t>
            </a:r>
            <a:r>
              <a:rPr lang="az-Latn-AZ" altLang="en-US" sz="1300" b="1">
                <a:latin typeface="Arial" panose="020B0604020202020204" pitchFamily="34" charset="0"/>
              </a:rPr>
              <a:t>22222222</a:t>
            </a:r>
            <a:r>
              <a:rPr lang="az-Latn-AZ" altLang="en-US" sz="1300">
                <a:latin typeface="Arial" panose="020B0604020202020204" pitchFamily="34" charset="0"/>
              </a:rPr>
              <a:t> daxil edib Reset düyməsini klikləyirik.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80A12C-57FD-9D94-5407-59A10CA1D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673262"/>
            <a:ext cx="12192000" cy="4184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21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CE88E-7F46-EFB8-655A-A2584D031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0A46A3-B2AA-589F-C5A1-CF17A56AD58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Yeni şifrə ilə daxil olmağa çalışırıq.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ACC7F1-6447-DFE7-C103-1A06AA2F9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1021" y="1457050"/>
            <a:ext cx="5229955" cy="3943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7448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D1F3D-4ED6-4215-87B1-2CAD5E93E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BCD7A8-CAB5-6AEC-261D-36C9431053F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Daxil ola bildik.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E27F9-05BF-4841-F8CF-CBC9FF7AB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0218"/>
            <a:ext cx="12192000" cy="26175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6029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72B8-9CD4-ED40-5B76-4BFA99CE5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E6FE36-1B26-5EA1-36EF-22326FBDA940}"/>
              </a:ext>
            </a:extLst>
          </p:cNvPr>
          <p:cNvSpPr txBox="1"/>
          <p:nvPr/>
        </p:nvSpPr>
        <p:spPr>
          <a:xfrm>
            <a:off x="217714" y="124417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Köhnə şifrə xəta verir. Hər şey işləyir deməli.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F97AB0-913D-5B02-EC35-E10D8E289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400"/>
            <a:ext cx="12192000" cy="624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094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90784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forget_password.html</a:t>
            </a:r>
            <a:r>
              <a:rPr lang="en-US" altLang="en-US" sz="1300">
                <a:latin typeface="Arial" panose="020B0604020202020204" pitchFamily="34" charset="0"/>
              </a:rPr>
              <a:t>` fay</a:t>
            </a:r>
            <a:r>
              <a:rPr lang="az-Latn-AZ" altLang="en-US" sz="1300">
                <a:latin typeface="Arial" panose="020B0604020202020204" pitchFamily="34" charset="0"/>
              </a:rPr>
              <a:t>lındakı kodları, `</a:t>
            </a:r>
            <a:r>
              <a:rPr lang="en-US" altLang="en-US" sz="1300" b="1">
                <a:latin typeface="Arial" panose="020B0604020202020204" pitchFamily="34" charset="0"/>
              </a:rPr>
              <a:t>resources\views\auth\forgot-password.blade.php</a:t>
            </a:r>
            <a:r>
              <a:rPr lang="az-Latn-AZ" altLang="en-US" sz="1300">
                <a:latin typeface="Arial" panose="020B0604020202020204" pitchFamily="34" charset="0"/>
              </a:rPr>
              <a:t>` faylına köçürürük və </a:t>
            </a:r>
            <a:r>
              <a:rPr lang="az-Latn-AZ" altLang="en-US" sz="1300" b="1">
                <a:latin typeface="Arial" panose="020B0604020202020204" pitchFamily="34" charset="0"/>
              </a:rPr>
              <a:t>elementlər</a:t>
            </a:r>
            <a:r>
              <a:rPr lang="az-Latn-AZ" altLang="en-US" sz="1300">
                <a:latin typeface="Arial" panose="020B0604020202020204" pitchFamily="34" charset="0"/>
              </a:rPr>
              <a:t> üçün lazım gələn </a:t>
            </a:r>
            <a:r>
              <a:rPr lang="az-Latn-AZ" altLang="en-US" sz="1300" b="1">
                <a:latin typeface="Arial" panose="020B0604020202020204" pitchFamily="34" charset="0"/>
              </a:rPr>
              <a:t>atribut</a:t>
            </a:r>
            <a:r>
              <a:rPr lang="az-Latn-AZ" altLang="en-US" sz="1300">
                <a:latin typeface="Arial" panose="020B0604020202020204" pitchFamily="34" charset="0"/>
              </a:rPr>
              <a:t> ilə </a:t>
            </a:r>
            <a:r>
              <a:rPr lang="az-Latn-AZ" altLang="en-US" sz="1300" b="1">
                <a:latin typeface="Arial" panose="020B0604020202020204" pitchFamily="34" charset="0"/>
              </a:rPr>
              <a:t>dəyərləri</a:t>
            </a:r>
            <a:r>
              <a:rPr lang="az-Latn-AZ" altLang="en-US" sz="1300">
                <a:latin typeface="Arial" panose="020B0604020202020204" pitchFamily="34" charset="0"/>
              </a:rPr>
              <a:t> yazırıq.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79E68C-0F1B-B904-90DA-79C5E3147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322" y="1375314"/>
            <a:ext cx="7582678" cy="548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FC7D5-4580-C683-3BBE-FFFFA570A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5C9B18-B710-AFA9-BC06-E244FDA680F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Lazım olan </a:t>
            </a:r>
            <a:r>
              <a:rPr lang="az-Latn-AZ" altLang="en-US" sz="1300" b="1">
                <a:latin typeface="Arial" panose="020B0604020202020204" pitchFamily="34" charset="0"/>
              </a:rPr>
              <a:t>atribut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dəyərləri</a:t>
            </a:r>
            <a:r>
              <a:rPr lang="az-Latn-AZ" altLang="en-US" sz="1300">
                <a:latin typeface="Arial" panose="020B0604020202020204" pitchFamily="34" charset="0"/>
              </a:rPr>
              <a:t> əlavə etdik.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257ECE-BEE9-4959-A902-2EF47EECD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907033"/>
            <a:ext cx="12192000" cy="495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696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02AF7-1766-59D6-8E54-3CD253E33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7E1691-6EA3-569D-0F9E-A9BF5765F339}"/>
              </a:ext>
            </a:extLst>
          </p:cNvPr>
          <p:cNvSpPr txBox="1"/>
          <p:nvPr/>
        </p:nvSpPr>
        <p:spPr>
          <a:xfrm>
            <a:off x="217714" y="255046"/>
            <a:ext cx="11756571" cy="3656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Artıq `</a:t>
            </a:r>
            <a:r>
              <a:rPr lang="en-US" altLang="en-US" sz="1300" b="1">
                <a:latin typeface="Arial" panose="020B0604020202020204" pitchFamily="34" charset="0"/>
              </a:rPr>
              <a:t>Forget Password</a:t>
            </a: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düyməsini kliklədikdə, sağ şəkildəki səhifəyə yönlənirik.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az-Latn-AZ" altLang="en-US" sz="1300" b="1">
                <a:latin typeface="Arial" panose="020B0604020202020204" pitchFamily="34" charset="0"/>
              </a:rPr>
              <a:t>Go To Login</a:t>
            </a:r>
            <a:r>
              <a:rPr lang="az-Latn-AZ" altLang="en-US" sz="1300">
                <a:latin typeface="Arial" panose="020B0604020202020204" pitchFamily="34" charset="0"/>
              </a:rPr>
              <a:t>` düyməsini kliklədikdə isə, geriyə </a:t>
            </a:r>
            <a:r>
              <a:rPr lang="az-Latn-AZ" altLang="en-US" sz="1300" b="1">
                <a:latin typeface="Arial" panose="020B0604020202020204" pitchFamily="34" charset="0"/>
              </a:rPr>
              <a:t>Login</a:t>
            </a:r>
            <a:r>
              <a:rPr lang="az-Latn-AZ" altLang="en-US" sz="1300">
                <a:latin typeface="Arial" panose="020B0604020202020204" pitchFamily="34" charset="0"/>
              </a:rPr>
              <a:t> səhifəsinə yönlənmək üçün `</a:t>
            </a:r>
            <a:r>
              <a:rPr lang="en-US" altLang="en-US" sz="1300" b="1">
                <a:latin typeface="Arial" panose="020B0604020202020204" pitchFamily="34" charset="0"/>
              </a:rPr>
              <a:t>resources\views\auth\forgot-password.blade.php</a:t>
            </a:r>
            <a:r>
              <a:rPr lang="az-Latn-AZ" altLang="en-US" sz="1300">
                <a:latin typeface="Arial" panose="020B0604020202020204" pitchFamily="34" charset="0"/>
              </a:rPr>
              <a:t>` faylına, </a:t>
            </a:r>
            <a:r>
              <a:rPr lang="az-Latn-AZ" altLang="en-US" sz="1300" b="1">
                <a:latin typeface="Arial" panose="020B0604020202020204" pitchFamily="34" charset="0"/>
              </a:rPr>
              <a:t>login route</a:t>
            </a:r>
            <a:r>
              <a:rPr lang="az-Latn-AZ" altLang="en-US" sz="1300">
                <a:latin typeface="Arial" panose="020B0604020202020204" pitchFamily="34" charset="0"/>
              </a:rPr>
              <a:t>-unu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FBC783A-D1FA-BC87-F22A-ABE908CF92AF}"/>
              </a:ext>
            </a:extLst>
          </p:cNvPr>
          <p:cNvGrpSpPr/>
          <p:nvPr/>
        </p:nvGrpSpPr>
        <p:grpSpPr>
          <a:xfrm>
            <a:off x="217714" y="1080317"/>
            <a:ext cx="6671785" cy="1737530"/>
            <a:chOff x="344836" y="2032037"/>
            <a:chExt cx="11246886" cy="324531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022B298-F009-3BBF-2E69-A82C8A74D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836" y="2257731"/>
              <a:ext cx="3896964" cy="279392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E04D49A-A7CB-D68C-BE89-2349651B29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47452" y="2032037"/>
              <a:ext cx="4044270" cy="324531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2206F0BD-8002-8304-9057-126384FA9002}"/>
                </a:ext>
              </a:extLst>
            </p:cNvPr>
            <p:cNvSpPr/>
            <p:nvPr/>
          </p:nvSpPr>
          <p:spPr>
            <a:xfrm>
              <a:off x="5423430" y="3260474"/>
              <a:ext cx="942391" cy="788437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C9E5CBDB-75FE-1DF3-2C58-555753CBE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977260"/>
            <a:ext cx="4376057" cy="288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38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948A4-C2E1-4B04-0BD3-AD5208588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C042DF-A70F-4475-DF57-03DB43E03461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Sistemin işləyib işləmədiyini test edirik...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Send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düyməsini basdıqda, bərpa mesajı göndəriləcək, `mailtrap` saytına.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Ancaq </a:t>
            </a:r>
            <a:r>
              <a:rPr lang="az-Latn-AZ" altLang="en-US" sz="1300" b="1">
                <a:solidFill>
                  <a:srgbClr val="7030A0"/>
                </a:solidFill>
                <a:latin typeface="Arial" panose="020B0604020202020204" pitchFamily="34" charset="0"/>
              </a:rPr>
              <a:t>mesaj göndərildiyi deyə bir bildirim </a:t>
            </a:r>
            <a:r>
              <a:rPr lang="az-Latn-AZ" altLang="en-US" sz="1300">
                <a:latin typeface="Arial" panose="020B0604020202020204" pitchFamily="34" charset="0"/>
              </a:rPr>
              <a:t>görmüyəcəyik ekranda. Laravel in öz </a:t>
            </a:r>
            <a:r>
              <a:rPr lang="az-Latn-AZ" altLang="en-US" sz="1300" b="1">
                <a:latin typeface="Arial" panose="020B0604020202020204" pitchFamily="34" charset="0"/>
              </a:rPr>
              <a:t>Breeze</a:t>
            </a:r>
            <a:r>
              <a:rPr lang="az-Latn-AZ" altLang="en-US" sz="1300">
                <a:latin typeface="Arial" panose="020B0604020202020204" pitchFamily="34" charset="0"/>
              </a:rPr>
              <a:t> sistemində bu mesajı görmək mümkündür. Ancaq biz belə bir mesajı şablonumuzda əlavə etmədiyimiz üçün görmüyəcəyik.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Belə bir bildirim görmək üçün istifadə edəcəyimiz </a:t>
            </a:r>
            <a:r>
              <a:rPr lang="az-Latn-AZ" altLang="en-US" sz="1300" b="1">
                <a:solidFill>
                  <a:srgbClr val="0070C0"/>
                </a:solidFill>
                <a:latin typeface="Arial" panose="020B0604020202020204" pitchFamily="34" charset="0"/>
              </a:rPr>
              <a:t>toastr paketinin, </a:t>
            </a: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app\Http\Controllers\Auth\</a:t>
            </a:r>
            <a:r>
              <a:rPr lang="en-US" altLang="en-US" sz="1300" b="1" u="sng">
                <a:latin typeface="Arial" panose="020B0604020202020204" pitchFamily="34" charset="0"/>
              </a:rPr>
              <a:t>PasswordResetLinkController.php</a:t>
            </a:r>
            <a:r>
              <a:rPr lang="az-Latn-AZ" altLang="en-US" sz="1300">
                <a:latin typeface="Arial" panose="020B0604020202020204" pitchFamily="34" charset="0"/>
              </a:rPr>
              <a:t>` kotrollerinə necə əlavə edildiyi haqqında </a:t>
            </a:r>
            <a:r>
              <a:rPr lang="az-Latn-AZ" altLang="en-US" sz="1300" b="1">
                <a:latin typeface="Arial" panose="020B0604020202020204" pitchFamily="34" charset="0"/>
              </a:rPr>
              <a:t>16cı</a:t>
            </a:r>
            <a:r>
              <a:rPr lang="az-Latn-AZ" altLang="en-US" sz="1300">
                <a:latin typeface="Arial" panose="020B0604020202020204" pitchFamily="34" charset="0"/>
              </a:rPr>
              <a:t> slaydda izah edəcəm....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FBBA18-F679-7A21-2AF0-6C1669F1D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85" y="3816219"/>
            <a:ext cx="3667381" cy="28856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9B18CF-92BE-7AF4-5ACB-6C563AE66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716" y="3816218"/>
            <a:ext cx="4804299" cy="28856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E5020A4B-1F62-1927-F131-1A08656375C2}"/>
              </a:ext>
            </a:extLst>
          </p:cNvPr>
          <p:cNvSpPr/>
          <p:nvPr/>
        </p:nvSpPr>
        <p:spPr>
          <a:xfrm>
            <a:off x="5041641" y="4844129"/>
            <a:ext cx="1054359" cy="76044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16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90B52-755D-0A18-EDCC-BD785B600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10003B-BBAF-67AE-A272-F9C67C939D7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Yeni şifrə: 11111111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D58411-7116-D1F2-0336-3E1A1A286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627" y="1578609"/>
            <a:ext cx="4610743" cy="43725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9210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Sistemə giriş edə bildik.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A11175-BF23-568F-3660-E0EBBA2F2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48702"/>
            <a:ext cx="12192000" cy="210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89A28-DC20-0AAB-C9FE-3247224B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21A576-77E7-27E3-9C7D-780F5FE78E7C}"/>
              </a:ext>
            </a:extLst>
          </p:cNvPr>
          <p:cNvSpPr txBox="1"/>
          <p:nvPr/>
        </p:nvSpPr>
        <p:spPr>
          <a:xfrm>
            <a:off x="0" y="255046"/>
            <a:ext cx="7169001" cy="5321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‘</a:t>
            </a: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Bərpa mesajı gönd</a:t>
            </a:r>
            <a:r>
              <a:rPr lang="az-Latn-AZ" altLang="en-US" sz="1200" b="1">
                <a:latin typeface="Arial" panose="020B0604020202020204" pitchFamily="34" charset="0"/>
              </a:rPr>
              <a:t>ərildiyi</a:t>
            </a:r>
            <a:r>
              <a:rPr lang="en-US" altLang="en-US" sz="1200">
                <a:latin typeface="Arial" panose="020B0604020202020204" pitchFamily="34" charset="0"/>
              </a:rPr>
              <a:t>’ </a:t>
            </a:r>
            <a:r>
              <a:rPr lang="az-Latn-AZ" altLang="en-US" sz="1200">
                <a:latin typeface="Arial" panose="020B0604020202020204" pitchFamily="34" charset="0"/>
              </a:rPr>
              <a:t> deyə</a:t>
            </a:r>
            <a:r>
              <a:rPr lang="en-US" altLang="en-US" sz="1200">
                <a:latin typeface="Arial" panose="020B0604020202020204" pitchFamily="34" charset="0"/>
              </a:rPr>
              <a:t> </a:t>
            </a:r>
            <a:r>
              <a:rPr lang="az-Latn-AZ" altLang="en-US" sz="1200">
                <a:latin typeface="Arial" panose="020B0604020202020204" pitchFamily="34" charset="0"/>
              </a:rPr>
              <a:t> bildirim görmək üçün</a:t>
            </a:r>
            <a:r>
              <a:rPr lang="en-US" altLang="en-US" sz="1200">
                <a:latin typeface="Arial" panose="020B0604020202020204" pitchFamily="34" charset="0"/>
              </a:rPr>
              <a:t>,</a:t>
            </a:r>
            <a:r>
              <a:rPr lang="az-Latn-AZ" altLang="en-US" sz="1200">
                <a:latin typeface="Arial" panose="020B0604020202020204" pitchFamily="34" charset="0"/>
              </a:rPr>
              <a:t> `</a:t>
            </a:r>
            <a:r>
              <a:rPr lang="az-Latn-AZ" altLang="en-US" sz="1200" b="1">
                <a:latin typeface="Arial" panose="020B0604020202020204" pitchFamily="34" charset="0"/>
              </a:rPr>
              <a:t>PasswordResetLinkController.php</a:t>
            </a:r>
            <a:r>
              <a:rPr lang="az-Latn-AZ" altLang="en-US" sz="1200">
                <a:latin typeface="Arial" panose="020B0604020202020204" pitchFamily="34" charset="0"/>
              </a:rPr>
              <a:t>` adlı kontrollerə,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toastr() </a:t>
            </a:r>
            <a:r>
              <a:rPr lang="az-Latn-AZ" altLang="en-US" sz="1200">
                <a:latin typeface="Arial" panose="020B0604020202020204" pitchFamily="34" charset="0"/>
              </a:rPr>
              <a:t>funksiyasını əlavə etmək kifayətdir.</a:t>
            </a: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Sağ şəkildə istifadə edilən </a:t>
            </a:r>
            <a:r>
              <a:rPr lang="en-US" altLang="en-US" sz="1200" b="1">
                <a:latin typeface="Arial" panose="020B0604020202020204" pitchFamily="34" charset="0"/>
              </a:rPr>
              <a:t>$status </a:t>
            </a:r>
            <a:r>
              <a:rPr lang="en-US" altLang="en-US" sz="1200">
                <a:latin typeface="Arial" panose="020B0604020202020204" pitchFamily="34" charset="0"/>
              </a:rPr>
              <a:t>v</a:t>
            </a:r>
            <a:r>
              <a:rPr lang="az-Latn-AZ" altLang="en-US" sz="1200">
                <a:latin typeface="Arial" panose="020B0604020202020204" pitchFamily="34" charset="0"/>
              </a:rPr>
              <a:t>ə </a:t>
            </a:r>
            <a:r>
              <a:rPr lang="az-Latn-AZ" altLang="en-US" sz="1200" b="1">
                <a:latin typeface="Arial" panose="020B0604020202020204" pitchFamily="34" charset="0"/>
              </a:rPr>
              <a:t>return</a:t>
            </a:r>
            <a:r>
              <a:rPr lang="az-Latn-AZ" altLang="en-US" sz="1200">
                <a:latin typeface="Arial" panose="020B0604020202020204" pitchFamily="34" charset="0"/>
              </a:rPr>
              <a:t> qarşısında yazılan kodlar bizə artıq lazım deyil. İstəsəz onları silə bilərsiz. Çünki bu kodlar </a:t>
            </a:r>
            <a:r>
              <a:rPr lang="az-Latn-AZ" altLang="en-US" sz="1200" b="1">
                <a:latin typeface="Arial" panose="020B0604020202020204" pitchFamily="34" charset="0"/>
              </a:rPr>
              <a:t>Breez</a:t>
            </a:r>
            <a:r>
              <a:rPr lang="az-Latn-AZ" altLang="en-US" sz="1200">
                <a:latin typeface="Arial" panose="020B0604020202020204" pitchFamily="34" charset="0"/>
              </a:rPr>
              <a:t> -in, Şifrə bərpa etmə şablonunda </a:t>
            </a:r>
            <a:r>
              <a:rPr lang="az-Latn-AZ" altLang="en-US" sz="1200" b="1">
                <a:latin typeface="Arial" panose="020B0604020202020204" pitchFamily="34" charset="0"/>
              </a:rPr>
              <a:t>SUBMİT</a:t>
            </a:r>
            <a:r>
              <a:rPr lang="az-Latn-AZ" altLang="en-US" sz="1200">
                <a:latin typeface="Arial" panose="020B0604020202020204" pitchFamily="34" charset="0"/>
              </a:rPr>
              <a:t> etdikdən sonra, `</a:t>
            </a:r>
            <a:r>
              <a:rPr lang="az-Latn-AZ" altLang="en-US" sz="1200" b="1">
                <a:latin typeface="Arial" panose="020B0604020202020204" pitchFamily="34" charset="0"/>
              </a:rPr>
              <a:t>Mesaj göndərildi</a:t>
            </a:r>
            <a:r>
              <a:rPr lang="az-Latn-AZ" altLang="en-US" sz="1200">
                <a:latin typeface="Arial" panose="020B0604020202020204" pitchFamily="34" charset="0"/>
              </a:rPr>
              <a:t>` kimi bir bildirim göstərmək üçün istifadə edilir.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Sadəcə </a:t>
            </a:r>
            <a:r>
              <a:rPr lang="az-Latn-AZ" altLang="en-US" sz="1200" b="1">
                <a:latin typeface="Arial" panose="020B0604020202020204" pitchFamily="34" charset="0"/>
              </a:rPr>
              <a:t>return</a:t>
            </a:r>
            <a:r>
              <a:rPr lang="az-Latn-AZ" altLang="en-US" sz="1200">
                <a:latin typeface="Arial" panose="020B0604020202020204" pitchFamily="34" charset="0"/>
              </a:rPr>
              <a:t> qarşısındakı bütün kodları silsəkdə, həmin </a:t>
            </a:r>
            <a:r>
              <a:rPr lang="az-Latn-AZ" altLang="en-US" sz="1200" b="1">
                <a:latin typeface="Arial" panose="020B0604020202020204" pitchFamily="34" charset="0"/>
              </a:rPr>
              <a:t>return</a:t>
            </a:r>
            <a:r>
              <a:rPr lang="az-Latn-AZ" altLang="en-US" sz="1200">
                <a:latin typeface="Arial" panose="020B0604020202020204" pitchFamily="34" charset="0"/>
              </a:rPr>
              <a:t> özü bizə geriyə nəsə qaytarmalıdır. Onu tam silmək olmaz. Yoxsa xəta alarıq. Ancaq ən sadə formada belə yazmaq lazımdır: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090CC1-4D8C-C888-390F-4806E36D3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001" y="0"/>
            <a:ext cx="5022999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1D8ED5-0A50-F833-CD7A-57E5EBD59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" y="2183362"/>
            <a:ext cx="3016327" cy="23125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3B0FCB-B824-76E6-8947-B7F52B5688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5" y="5615952"/>
            <a:ext cx="3489925" cy="124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81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F4CE4-A235-AF73-A4C8-C3F640094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42D89E-0D07-8E98-FDDA-D8D2DC880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0400"/>
            <a:ext cx="12192000" cy="62358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77931A-926E-2E82-5772-B8C6EDBCCF46}"/>
              </a:ext>
            </a:extLst>
          </p:cNvPr>
          <p:cNvSpPr txBox="1"/>
          <p:nvPr/>
        </p:nvSpPr>
        <p:spPr>
          <a:xfrm>
            <a:off x="214604" y="86400"/>
            <a:ext cx="11485984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Nəticə..</a:t>
            </a:r>
            <a:r>
              <a:rPr lang="az-Latn-AZ" altLang="en-US" sz="1600">
                <a:latin typeface="Arial" panose="020B0604020202020204" pitchFamily="34" charset="0"/>
              </a:rPr>
              <a:t>.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324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BBB3E-5A17-D0CF-74EE-8D310F76D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2EF8F1-0E1B-ABF7-C775-0B32E847B767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isə, </a:t>
            </a: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resources\views\auth\</a:t>
            </a:r>
            <a:r>
              <a:rPr lang="en-US" altLang="en-US" sz="1300" b="1" u="sng">
                <a:latin typeface="Arial" panose="020B0604020202020204" pitchFamily="34" charset="0"/>
              </a:rPr>
              <a:t>reset-password.blade.php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ş</a:t>
            </a:r>
            <a:r>
              <a:rPr lang="en-US" altLang="en-US" sz="1300">
                <a:latin typeface="Arial" panose="020B0604020202020204" pitchFamily="34" charset="0"/>
              </a:rPr>
              <a:t>ablonun</a:t>
            </a:r>
            <a:r>
              <a:rPr lang="az-Latn-AZ" altLang="en-US" sz="1300">
                <a:latin typeface="Arial" panose="020B0604020202020204" pitchFamily="34" charset="0"/>
              </a:rPr>
              <a:t>dakı görüntünü, öz şablonumuz ilə əvəz edəcəyik.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Soldakı Breeze -indir.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Sağdakı front şablonundur. Sağdakının kodlarını növbəti slaydda biraz dəyişdirəcəyik.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84FD98A-F5D5-E1F0-DEE8-2B747DB3C648}"/>
              </a:ext>
            </a:extLst>
          </p:cNvPr>
          <p:cNvGrpSpPr/>
          <p:nvPr/>
        </p:nvGrpSpPr>
        <p:grpSpPr>
          <a:xfrm>
            <a:off x="-1" y="2349425"/>
            <a:ext cx="12192000" cy="3563062"/>
            <a:chOff x="0" y="1388372"/>
            <a:chExt cx="12192000" cy="3563062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9006B23-59B0-6C5E-181D-61D320D04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88372"/>
              <a:ext cx="3757127" cy="3563061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F454F8F-DDD9-8C08-8726-7D21A7816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749" r="33190"/>
            <a:stretch>
              <a:fillRect/>
            </a:stretch>
          </p:blipFill>
          <p:spPr>
            <a:xfrm>
              <a:off x="4825209" y="1388373"/>
              <a:ext cx="7366791" cy="3563061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1A710976-4A4F-D2B7-F17E-594CAE9DAA52}"/>
                </a:ext>
              </a:extLst>
            </p:cNvPr>
            <p:cNvSpPr/>
            <p:nvPr/>
          </p:nvSpPr>
          <p:spPr>
            <a:xfrm>
              <a:off x="4030824" y="2927306"/>
              <a:ext cx="522515" cy="485192"/>
            </a:xfrm>
            <a:prstGeom prst="right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04308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47F70-FD6A-3FF6-8C54-27A697230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11154-1214-77DB-C83C-83102958C13C}"/>
              </a:ext>
            </a:extLst>
          </p:cNvPr>
          <p:cNvSpPr txBox="1"/>
          <p:nvPr/>
        </p:nvSpPr>
        <p:spPr>
          <a:xfrm>
            <a:off x="138404" y="124418"/>
            <a:ext cx="1191519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`</a:t>
            </a:r>
            <a:r>
              <a:rPr lang="fr-FR" altLang="en-US" sz="1300" b="1">
                <a:latin typeface="Arial" panose="020B0604020202020204" pitchFamily="34" charset="0"/>
              </a:rPr>
              <a:t>change_password.html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az-Latn-AZ" altLang="en-US" sz="1300">
                <a:latin typeface="Arial" panose="020B0604020202020204" pitchFamily="34" charset="0"/>
              </a:rPr>
              <a:t>şablonundan bir hissəni, `</a:t>
            </a:r>
            <a:r>
              <a:rPr lang="en-US" altLang="en-US" sz="1300" b="1">
                <a:latin typeface="Arial" panose="020B0604020202020204" pitchFamily="34" charset="0"/>
              </a:rPr>
              <a:t>resources\views\auth\reset-password.blade.php</a:t>
            </a:r>
            <a:r>
              <a:rPr lang="az-Latn-AZ" altLang="en-US" sz="1300">
                <a:latin typeface="Arial" panose="020B0604020202020204" pitchFamily="34" charset="0"/>
              </a:rPr>
              <a:t>` faylına köçürürük.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Növbəti slaydda lazım olan </a:t>
            </a:r>
            <a:r>
              <a:rPr lang="az-Latn-AZ" altLang="en-US" sz="1300" b="1">
                <a:latin typeface="Arial" panose="020B0604020202020204" pitchFamily="34" charset="0"/>
              </a:rPr>
              <a:t>elementlərə</a:t>
            </a:r>
            <a:r>
              <a:rPr lang="az-Latn-AZ" altLang="en-US" sz="1300">
                <a:latin typeface="Arial" panose="020B0604020202020204" pitchFamily="34" charset="0"/>
              </a:rPr>
              <a:t> bəzi </a:t>
            </a:r>
            <a:r>
              <a:rPr lang="az-Latn-AZ" altLang="en-US" sz="1300" b="1">
                <a:latin typeface="Arial" panose="020B0604020202020204" pitchFamily="34" charset="0"/>
              </a:rPr>
              <a:t>atribut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dəyərləri</a:t>
            </a:r>
            <a:r>
              <a:rPr lang="az-Latn-AZ" altLang="en-US" sz="1300">
                <a:latin typeface="Arial" panose="020B0604020202020204" pitchFamily="34" charset="0"/>
              </a:rPr>
              <a:t> əlavə edəcəyik.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8AF01F-5CA7-56E3-79D9-5F31296E7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244" y="1365598"/>
            <a:ext cx="8459755" cy="5492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374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E93B4-55A6-0CB7-618D-FBEF0717F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1F9AB1-700A-0589-4DCD-C310E05829CC}"/>
              </a:ext>
            </a:extLst>
          </p:cNvPr>
          <p:cNvSpPr txBox="1"/>
          <p:nvPr/>
        </p:nvSpPr>
        <p:spPr>
          <a:xfrm>
            <a:off x="217714" y="77765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atribut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dəyərləri</a:t>
            </a:r>
            <a:r>
              <a:rPr lang="az-Latn-AZ" altLang="en-US" sz="1300">
                <a:latin typeface="Arial" panose="020B0604020202020204" pitchFamily="34" charset="0"/>
              </a:rPr>
              <a:t> əlavə etdik.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E8B82-251B-C8E4-4BF1-04B7F7178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2375"/>
            <a:ext cx="12192000" cy="635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238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BCEFF-CBBC-0DA3-9764-BFB6C1E52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B2DE82-9D32-48DE-D4E1-AD0719217766}"/>
              </a:ext>
            </a:extLst>
          </p:cNvPr>
          <p:cNvSpPr txBox="1"/>
          <p:nvPr/>
        </p:nvSpPr>
        <p:spPr>
          <a:xfrm>
            <a:off x="217714" y="255046"/>
            <a:ext cx="11756571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Yeni front şablonunu test edirik. </a:t>
            </a:r>
            <a:r>
              <a:rPr lang="az-Latn-AZ" altLang="en-US" sz="1300" b="1">
                <a:latin typeface="Arial" panose="020B0604020202020204" pitchFamily="34" charset="0"/>
              </a:rPr>
              <a:t>Submit</a:t>
            </a:r>
            <a:r>
              <a:rPr lang="az-Latn-AZ" altLang="en-US" sz="1300">
                <a:latin typeface="Arial" panose="020B0604020202020204" pitchFamily="34" charset="0"/>
              </a:rPr>
              <a:t> düyməsini kliklədikdə,  yeni şifrə təyin ediləcək və biz `</a:t>
            </a:r>
            <a:r>
              <a:rPr lang="az-Latn-AZ" altLang="en-US" sz="1300" b="1" u="sng">
                <a:latin typeface="Arial" panose="020B0604020202020204" pitchFamily="34" charset="0"/>
              </a:rPr>
              <a:t>http://vendor-e-commerce.test/forgot-password</a:t>
            </a:r>
            <a:r>
              <a:rPr lang="az-Latn-AZ" altLang="en-US" sz="1300">
                <a:latin typeface="Arial" panose="020B0604020202020204" pitchFamily="34" charset="0"/>
              </a:rPr>
              <a:t>` səhifəsinə geri yönləndiriləcəyik.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Şifrənin resetlənməsi barədə bildirim görmək üçün isə `</a:t>
            </a:r>
            <a:r>
              <a:rPr lang="az-Latn-AZ" altLang="en-US" sz="1300" b="1" u="sng">
                <a:latin typeface="Arial" panose="020B0604020202020204" pitchFamily="34" charset="0"/>
              </a:rPr>
              <a:t>app\Http\Controllers\Auth\NewPasswordController.php</a:t>
            </a:r>
            <a:r>
              <a:rPr lang="az-Latn-AZ" altLang="en-US" sz="1300">
                <a:latin typeface="Arial" panose="020B0604020202020204" pitchFamily="34" charset="0"/>
              </a:rPr>
              <a:t>` kontrollerinə,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toast() </a:t>
            </a:r>
            <a:r>
              <a:rPr lang="az-Latn-AZ" altLang="en-US" sz="1300">
                <a:latin typeface="Arial" panose="020B0604020202020204" pitchFamily="34" charset="0"/>
              </a:rPr>
              <a:t>metodunu əlavə edə bilərik. Növbəti slayd...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1A4940-B1BE-776F-CDAA-F3988A10F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968" y="2025319"/>
            <a:ext cx="4924062" cy="46522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35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16C4D-2690-3D8E-74A6-1893BF3B6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69FB0D-8763-CA52-0DEA-ECE7438C52A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toastr() </a:t>
            </a:r>
            <a:r>
              <a:rPr lang="az-Latn-AZ" altLang="en-US" sz="1300">
                <a:latin typeface="Arial" panose="020B0604020202020204" pitchFamily="34" charset="0"/>
              </a:rPr>
              <a:t>metodunu əlavə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EA258-AC86-205D-0A35-4B01DA547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822" y="0"/>
            <a:ext cx="59821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077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7813D-B90F-3550-4168-B8528E5BF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0C1770-36B7-0FC0-D44C-9631973514E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N</a:t>
            </a:r>
            <a:r>
              <a:rPr lang="az-Latn-AZ" altLang="en-US" sz="1300">
                <a:latin typeface="Arial" panose="020B0604020202020204" pitchFamily="34" charset="0"/>
              </a:rPr>
              <a:t>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6138E9-DCA2-B4D6-6045-E0C7A9058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3061"/>
            <a:ext cx="12192000" cy="199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5262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DD2F7-1E0E-B0C7-F894-AB18D0391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8915B8-3FD1-56B8-E498-9888E0BF8C3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132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0D9DB-167A-39D5-04A8-B73EFFA3F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FDC359-CF17-E9D2-B521-32DB0ABAB91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524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DA36A-1CE4-00D6-F2CF-7D7098AF8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1D4BA1-9353-4FA1-C280-907742B80F3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385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1D16E-B7C5-A36D-EEAF-F3E1D3C3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775EC4-2D81-804D-45EC-D3A5DF1A6F1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5642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5225</TotalTime>
  <Words>598</Words>
  <Application>Microsoft Office PowerPoint</Application>
  <PresentationFormat>Widescreen</PresentationFormat>
  <Paragraphs>78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401</cp:revision>
  <dcterms:created xsi:type="dcterms:W3CDTF">2025-04-12T11:00:44Z</dcterms:created>
  <dcterms:modified xsi:type="dcterms:W3CDTF">2025-07-31T15:26:11Z</dcterms:modified>
</cp:coreProperties>
</file>