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8" r:id="rId5"/>
    <p:sldId id="419" r:id="rId6"/>
    <p:sldId id="417" r:id="rId7"/>
    <p:sldId id="414" r:id="rId8"/>
    <p:sldId id="420" r:id="rId9"/>
    <p:sldId id="421" r:id="rId10"/>
    <p:sldId id="422" r:id="rId11"/>
    <p:sldId id="424" r:id="rId12"/>
    <p:sldId id="425" r:id="rId13"/>
    <p:sldId id="423" r:id="rId14"/>
    <p:sldId id="40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Öz </a:t>
            </a:r>
            <a:r>
              <a:rPr lang="az-Latn-AZ" altLang="en-US" sz="1300" b="1">
                <a:latin typeface="Arial" panose="020B0604020202020204" pitchFamily="34" charset="0"/>
              </a:rPr>
              <a:t>LOGİN</a:t>
            </a:r>
            <a:r>
              <a:rPr lang="az-Latn-AZ" altLang="en-US" sz="1300">
                <a:latin typeface="Arial" panose="020B0604020202020204" pitchFamily="34" charset="0"/>
              </a:rPr>
              <a:t> səhifəmizi yaradacağıq.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Bunun üçün ilk öncə, birdən lazım olar deyə </a:t>
            </a:r>
            <a:r>
              <a:rPr lang="az-Latn-AZ" altLang="en-US" sz="1300" b="1">
                <a:latin typeface="Arial" panose="020B0604020202020204" pitchFamily="34" charset="0"/>
              </a:rPr>
              <a:t>mövcud login səhifəsinin kopyasını</a:t>
            </a:r>
            <a:r>
              <a:rPr lang="az-Latn-AZ" altLang="en-US" sz="1300">
                <a:latin typeface="Arial" panose="020B0604020202020204" pitchFamily="34" charset="0"/>
              </a:rPr>
              <a:t> yaratdıqdan sonra, `</a:t>
            </a:r>
            <a:r>
              <a:rPr lang="az-Latn-AZ" altLang="en-US" sz="1300" b="1">
                <a:latin typeface="Arial" panose="020B0604020202020204" pitchFamily="34" charset="0"/>
              </a:rPr>
              <a:t>LOGİN.HTML</a:t>
            </a:r>
            <a:r>
              <a:rPr lang="az-Latn-AZ" altLang="en-US" sz="1300">
                <a:latin typeface="Arial" panose="020B0604020202020204" pitchFamily="34" charset="0"/>
              </a:rPr>
              <a:t>` template -indəki </a:t>
            </a:r>
            <a:r>
              <a:rPr lang="az-Latn-AZ" altLang="en-US" sz="1300" b="1">
                <a:latin typeface="Arial" panose="020B0604020202020204" pitchFamily="34" charset="0"/>
              </a:rPr>
              <a:t>login elementlərini</a:t>
            </a:r>
            <a:r>
              <a:rPr lang="az-Latn-AZ" altLang="en-US" sz="1300">
                <a:latin typeface="Arial" panose="020B0604020202020204" pitchFamily="34" charset="0"/>
              </a:rPr>
              <a:t>, `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resources\views\auth\login.blade.php</a:t>
            </a:r>
            <a:r>
              <a:rPr lang="az-Latn-AZ" altLang="en-US" sz="1300">
                <a:latin typeface="Arial" panose="020B0604020202020204" pitchFamily="34" charset="0"/>
              </a:rPr>
              <a:t>` faylına köçürürük.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7B7631-03E7-035C-62A8-C6C27BF17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88"/>
          <a:stretch>
            <a:fillRect/>
          </a:stretch>
        </p:blipFill>
        <p:spPr>
          <a:xfrm>
            <a:off x="3219060" y="1675050"/>
            <a:ext cx="8972939" cy="518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3AEF2-D043-C8E2-0AA1-CF7E41C4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7CA6C6-70FF-0772-EA35-3A1AD9B98814}"/>
              </a:ext>
            </a:extLst>
          </p:cNvPr>
          <p:cNvSpPr txBox="1"/>
          <p:nvPr/>
        </p:nvSpPr>
        <p:spPr>
          <a:xfrm>
            <a:off x="217714" y="255046"/>
            <a:ext cx="4802155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köhnə </a:t>
            </a:r>
            <a:r>
              <a:rPr lang="az-Latn-AZ" altLang="en-US" sz="1300" b="1">
                <a:latin typeface="Arial" panose="020B0604020202020204" pitchFamily="34" charset="0"/>
              </a:rPr>
              <a:t>LOGİN</a:t>
            </a:r>
            <a:r>
              <a:rPr lang="az-Latn-AZ" altLang="en-US" sz="1300">
                <a:latin typeface="Arial" panose="020B0604020202020204" pitchFamily="34" charset="0"/>
              </a:rPr>
              <a:t> səhifəsinin yığılış formasına baxaraq yenisini formalaşdıra bilərik.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745670-FC4B-5976-60AD-B56E5784B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674" y="170517"/>
            <a:ext cx="6992326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2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EEC72-6675-E2C7-D620-D0B2FC6B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2F7E58-0AA2-6A9B-5995-827C2E55E506}"/>
              </a:ext>
            </a:extLst>
          </p:cNvPr>
          <p:cNvSpPr txBox="1"/>
          <p:nvPr/>
        </p:nvSpPr>
        <p:spPr>
          <a:xfrm>
            <a:off x="217714" y="5598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Sağ tərəfdəkinə baxaraq bəzi lazım olan hissələri yeni sol tərəfdəki elementlər olan hissələrə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50E1F8-9A69-C646-D0C5-FD0E309EC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959"/>
            <a:ext cx="12192000" cy="638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71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5DED-D6B3-D986-DE75-CCA62FC7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87B370-C0D8-BC62-2207-E1C7C27B82EA}"/>
              </a:ext>
            </a:extLst>
          </p:cNvPr>
          <p:cNvSpPr txBox="1"/>
          <p:nvPr/>
        </p:nvSpPr>
        <p:spPr>
          <a:xfrm>
            <a:off x="217714" y="72598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TOASTR</a:t>
            </a:r>
            <a:r>
              <a:rPr lang="az-Latn-AZ" altLang="en-US" sz="1300">
                <a:latin typeface="Arial" panose="020B0604020202020204" pitchFamily="34" charset="0"/>
              </a:rPr>
              <a:t> üçün istifadə edilən kodlarımızı, </a:t>
            </a:r>
            <a:r>
              <a:rPr lang="az-Latn-AZ" altLang="en-US" sz="1300" b="1">
                <a:latin typeface="Arial" panose="020B0604020202020204" pitchFamily="34" charset="0"/>
              </a:rPr>
              <a:t>admin</a:t>
            </a:r>
            <a:r>
              <a:rPr lang="az-Latn-AZ" altLang="en-US" sz="1300">
                <a:latin typeface="Arial" panose="020B0604020202020204" pitchFamily="34" charset="0"/>
              </a:rPr>
              <a:t> -in, </a:t>
            </a:r>
            <a:r>
              <a:rPr lang="az-Latn-AZ" altLang="en-US" sz="1300" b="1">
                <a:latin typeface="Arial" panose="020B0604020202020204" pitchFamily="34" charset="0"/>
              </a:rPr>
              <a:t>master.blade.php </a:t>
            </a:r>
            <a:r>
              <a:rPr lang="az-Latn-AZ" altLang="en-US" sz="1300">
                <a:latin typeface="Arial" panose="020B0604020202020204" pitchFamily="34" charset="0"/>
              </a:rPr>
              <a:t>faylından köçürürürük </a:t>
            </a:r>
            <a:r>
              <a:rPr lang="az-Latn-AZ" altLang="en-US" sz="1300" b="1">
                <a:latin typeface="Arial" panose="020B0604020202020204" pitchFamily="34" charset="0"/>
              </a:rPr>
              <a:t>front</a:t>
            </a:r>
            <a:r>
              <a:rPr lang="az-Latn-AZ" altLang="en-US" sz="1300">
                <a:latin typeface="Arial" panose="020B0604020202020204" pitchFamily="34" charset="0"/>
              </a:rPr>
              <a:t> -un </a:t>
            </a:r>
            <a:r>
              <a:rPr lang="az-Latn-AZ" altLang="en-US" sz="1300" b="1">
                <a:latin typeface="Arial" panose="020B0604020202020204" pitchFamily="34" charset="0"/>
              </a:rPr>
              <a:t>master.blade.php </a:t>
            </a:r>
            <a:r>
              <a:rPr lang="az-Latn-AZ" altLang="en-US" sz="1300">
                <a:latin typeface="Arial" panose="020B0604020202020204" pitchFamily="34" charset="0"/>
              </a:rPr>
              <a:t>faylına.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CC9B8A-D4A4-4A37-E164-0B1A99B66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596"/>
            <a:ext cx="12192000" cy="635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57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DF96-8D42-1771-030A-554F3AA69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8BFBB8-AB84-3A02-8078-DAC4ED4DDD66}"/>
              </a:ext>
            </a:extLst>
          </p:cNvPr>
          <p:cNvSpPr txBox="1"/>
          <p:nvPr/>
        </p:nvSpPr>
        <p:spPr>
          <a:xfrm>
            <a:off x="217714" y="8709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Burada da </a:t>
            </a:r>
            <a:r>
              <a:rPr lang="az-Latn-AZ" altLang="en-US" sz="1300" b="1">
                <a:latin typeface="Arial" panose="020B0604020202020204" pitchFamily="34" charset="0"/>
              </a:rPr>
              <a:t>script</a:t>
            </a:r>
            <a:r>
              <a:rPr lang="az-Latn-AZ" altLang="en-US" sz="1300">
                <a:latin typeface="Arial" panose="020B0604020202020204" pitchFamily="34" charset="0"/>
              </a:rPr>
              <a:t> kodlarını köçürdük.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F20F9-7B61-9B0A-0CB9-92B9AECDC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419"/>
            <a:ext cx="12192000" cy="633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0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452A-4189-9687-E57F-98DCD6C36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C2334E-9B68-1C48-0D8E-51C7E8AF77ED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 </a:t>
            </a:r>
            <a:r>
              <a:rPr lang="az-Latn-AZ" altLang="en-US" sz="1300" b="1">
                <a:latin typeface="Arial" panose="020B0604020202020204" pitchFamily="34" charset="0"/>
              </a:rPr>
              <a:t>REGİSTER</a:t>
            </a:r>
            <a:r>
              <a:rPr lang="az-Latn-AZ" altLang="en-US" sz="1300">
                <a:latin typeface="Arial" panose="020B0604020202020204" pitchFamily="34" charset="0"/>
              </a:rPr>
              <a:t> üçün istifadə edilən bölməni </a:t>
            </a:r>
            <a:r>
              <a:rPr lang="az-Latn-AZ" altLang="en-US" sz="1300" b="1">
                <a:latin typeface="Arial" panose="020B0604020202020204" pitchFamily="34" charset="0"/>
              </a:rPr>
              <a:t>konfiqurasiya</a:t>
            </a:r>
            <a:r>
              <a:rPr lang="az-Latn-AZ" altLang="en-US" sz="1300">
                <a:latin typeface="Arial" panose="020B0604020202020204" pitchFamily="34" charset="0"/>
              </a:rPr>
              <a:t> edək. Normalda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bölməsində </a:t>
            </a:r>
            <a:r>
              <a:rPr lang="az-Latn-AZ" altLang="en-US" sz="1300" b="1">
                <a:latin typeface="Arial" panose="020B0604020202020204" pitchFamily="34" charset="0"/>
              </a:rPr>
              <a:t>register</a:t>
            </a:r>
            <a:r>
              <a:rPr lang="az-Latn-AZ" altLang="en-US" sz="1300">
                <a:latin typeface="Arial" panose="020B0604020202020204" pitchFamily="34" charset="0"/>
              </a:rPr>
              <a:t> səhifəsinə daxil olduqda belə bir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görürük: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 u="sng">
                <a:solidFill>
                  <a:srgbClr val="0070C0"/>
                </a:solidFill>
                <a:latin typeface="Arial" panose="020B0604020202020204" pitchFamily="34" charset="0"/>
              </a:rPr>
              <a:t>http://vendor-e-commerce.test/register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bizim </a:t>
            </a:r>
            <a:r>
              <a:rPr lang="az-Latn-AZ" altLang="en-US" sz="1300" b="1">
                <a:latin typeface="Arial" panose="020B0604020202020204" pitchFamily="34" charset="0"/>
              </a:rPr>
              <a:t>FRONT</a:t>
            </a:r>
            <a:r>
              <a:rPr lang="az-Latn-AZ" altLang="en-US" sz="1300">
                <a:latin typeface="Arial" panose="020B0604020202020204" pitchFamily="34" charset="0"/>
              </a:rPr>
              <a:t> -umuzda bu bölmə </a:t>
            </a:r>
            <a:r>
              <a:rPr lang="az-Latn-AZ" altLang="en-US" sz="1300" b="1">
                <a:latin typeface="Arial" panose="020B0604020202020204" pitchFamily="34" charset="0"/>
              </a:rPr>
              <a:t>TAB</a:t>
            </a:r>
            <a:r>
              <a:rPr lang="az-Latn-AZ" altLang="en-US" sz="1300">
                <a:latin typeface="Arial" panose="020B0604020202020204" pitchFamily="34" charset="0"/>
              </a:rPr>
              <a:t> keçidi ilə yaradıldığı üçün, `</a:t>
            </a:r>
            <a:r>
              <a:rPr lang="az-Latn-AZ" altLang="en-US" sz="1300" b="1">
                <a:latin typeface="Arial" panose="020B0604020202020204" pitchFamily="34" charset="0"/>
              </a:rPr>
              <a:t>Sign up</a:t>
            </a:r>
            <a:r>
              <a:rPr lang="az-Latn-AZ" altLang="en-US" sz="1300">
                <a:latin typeface="Arial" panose="020B0604020202020204" pitchFamily="34" charset="0"/>
              </a:rPr>
              <a:t>` sözünə kliklədikdə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bölməsində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yazısı qalır: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z-Latn-AZ" altLang="en-US" sz="1300" u="sng">
                <a:solidFill>
                  <a:srgbClr val="0070C0"/>
                </a:solidFill>
                <a:latin typeface="Arial" panose="020B0604020202020204" pitchFamily="34" charset="0"/>
              </a:rPr>
              <a:t>http://vendor-e-commerce.test/login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B9AFE-67F4-B772-2395-7F262F332B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485"/>
          <a:stretch>
            <a:fillRect/>
          </a:stretch>
        </p:blipFill>
        <p:spPr>
          <a:xfrm>
            <a:off x="0" y="2084169"/>
            <a:ext cx="12192000" cy="477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78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5" y="255046"/>
            <a:ext cx="6183086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İlk öncə </a:t>
            </a:r>
            <a:r>
              <a:rPr lang="az-Latn-AZ" altLang="en-US" sz="1300" b="1">
                <a:latin typeface="Arial" panose="020B0604020202020204" pitchFamily="34" charset="0"/>
              </a:rPr>
              <a:t>AUTH</a:t>
            </a:r>
            <a:r>
              <a:rPr lang="az-Latn-AZ" altLang="en-US" sz="1300">
                <a:latin typeface="Arial" panose="020B0604020202020204" pitchFamily="34" charset="0"/>
              </a:rPr>
              <a:t> üçün istifadə edilən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-ların olduğu `</a:t>
            </a:r>
            <a:r>
              <a:rPr lang="az-Latn-AZ" altLang="en-US" sz="1300" b="1">
                <a:latin typeface="Arial" panose="020B0604020202020204" pitchFamily="34" charset="0"/>
              </a:rPr>
              <a:t>routes\auth.php</a:t>
            </a:r>
            <a:r>
              <a:rPr lang="az-Latn-AZ" altLang="en-US" sz="1300">
                <a:latin typeface="Arial" panose="020B0604020202020204" pitchFamily="34" charset="0"/>
              </a:rPr>
              <a:t>` faylına daxil oluruq. Sonra isə, </a:t>
            </a:r>
            <a:r>
              <a:rPr lang="az-Latn-AZ" altLang="en-US" sz="1300" b="1">
                <a:latin typeface="Arial" panose="020B0604020202020204" pitchFamily="34" charset="0"/>
              </a:rPr>
              <a:t>REGİSTER</a:t>
            </a:r>
            <a:r>
              <a:rPr lang="az-Latn-AZ" altLang="en-US" sz="1300">
                <a:latin typeface="Arial" panose="020B0604020202020204" pitchFamily="34" charset="0"/>
              </a:rPr>
              <a:t> route -unu </a:t>
            </a:r>
            <a:r>
              <a:rPr lang="az-Latn-AZ" altLang="en-US" sz="1300" b="1">
                <a:latin typeface="Arial" panose="020B0604020202020204" pitchFamily="34" charset="0"/>
              </a:rPr>
              <a:t>commentə</a:t>
            </a:r>
            <a:r>
              <a:rPr lang="az-Latn-AZ" altLang="en-US" sz="1300">
                <a:latin typeface="Arial" panose="020B0604020202020204" pitchFamily="34" charset="0"/>
              </a:rPr>
              <a:t> alırıq.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7942EF-F2A1-1A02-CBC1-98679703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887" y="246727"/>
            <a:ext cx="5649113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E074-EF89-A2B0-CE7C-5B7D4757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BD6966-176D-8B19-0E47-74DC4A0CA6D8}"/>
              </a:ext>
            </a:extLst>
          </p:cNvPr>
          <p:cNvSpPr txBox="1"/>
          <p:nvPr/>
        </p:nvSpPr>
        <p:spPr>
          <a:xfrm>
            <a:off x="217714" y="208393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login.blade.php </a:t>
            </a:r>
            <a:r>
              <a:rPr lang="az-Latn-AZ" altLang="en-US" sz="1300">
                <a:latin typeface="Arial" panose="020B0604020202020204" pitchFamily="34" charset="0"/>
              </a:rPr>
              <a:t>faylındakı </a:t>
            </a:r>
            <a:r>
              <a:rPr lang="az-Latn-AZ" altLang="en-US" sz="1300" b="1">
                <a:latin typeface="Arial" panose="020B0604020202020204" pitchFamily="34" charset="0"/>
              </a:rPr>
              <a:t>REGİSTER</a:t>
            </a:r>
            <a:r>
              <a:rPr lang="az-Latn-AZ" altLang="en-US" sz="1300">
                <a:latin typeface="Arial" panose="020B0604020202020204" pitchFamily="34" charset="0"/>
              </a:rPr>
              <a:t> üçün istifadə edilən bölməyə, `</a:t>
            </a:r>
            <a:r>
              <a:rPr lang="en-US" altLang="en-US" sz="1300" b="1">
                <a:latin typeface="Arial" panose="020B0604020202020204" pitchFamily="34" charset="0"/>
              </a:rPr>
              <a:t>resources\views\auth\register.blade.php</a:t>
            </a:r>
            <a:r>
              <a:rPr lang="az-Latn-AZ" altLang="en-US" sz="1300">
                <a:latin typeface="Arial" panose="020B0604020202020204" pitchFamily="34" charset="0"/>
              </a:rPr>
              <a:t>` faylındakı elementlərdən lazım olanları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7A6714-C474-E0A0-C4E8-78DE462E0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833"/>
            <a:ext cx="12192000" cy="585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35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E785-C826-5F88-5D05-DFB14D043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50ED0A-02CD-A25A-EF68-3228EAA05CC0}"/>
              </a:ext>
            </a:extLst>
          </p:cNvPr>
          <p:cNvSpPr txBox="1"/>
          <p:nvPr/>
        </p:nvSpPr>
        <p:spPr>
          <a:xfrm>
            <a:off x="217714" y="115087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LOGIN</a:t>
            </a:r>
            <a:r>
              <a:rPr lang="en-US" altLang="en-US" sz="1300">
                <a:latin typeface="Arial" panose="020B0604020202020204" pitchFamily="34" charset="0"/>
              </a:rPr>
              <a:t> s</a:t>
            </a:r>
            <a:r>
              <a:rPr lang="az-Latn-AZ" altLang="en-US" sz="1300">
                <a:latin typeface="Arial" panose="020B0604020202020204" pitchFamily="34" charset="0"/>
              </a:rPr>
              <a:t>özünə kliklədikdə `</a:t>
            </a:r>
            <a:r>
              <a:rPr lang="az-Latn-AZ" altLang="en-US" sz="1300" b="1">
                <a:latin typeface="Arial" panose="020B0604020202020204" pitchFamily="34" charset="0"/>
              </a:rPr>
              <a:t>http://vendor-e-commerce.test/login</a:t>
            </a:r>
            <a:r>
              <a:rPr lang="az-Latn-AZ" altLang="en-US" sz="1300">
                <a:latin typeface="Arial" panose="020B0604020202020204" pitchFamily="34" charset="0"/>
              </a:rPr>
              <a:t>` səhifəsinə getməsi üçün</a:t>
            </a:r>
            <a:r>
              <a:rPr lang="en-US" altLang="en-US" sz="1300">
                <a:latin typeface="Arial" panose="020B0604020202020204" pitchFamily="34" charset="0"/>
              </a:rPr>
              <a:t> `</a:t>
            </a:r>
            <a:r>
              <a:rPr lang="en-US" altLang="en-US" sz="1300" b="1">
                <a:latin typeface="Arial" panose="020B0604020202020204" pitchFamily="34" charset="0"/>
              </a:rPr>
              <a:t>resources\views\frontend\layouts\menu.blade.php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faylına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72D3D-2BC0-E6E9-3CCF-2DA2619D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4674"/>
          <a:stretch>
            <a:fillRect/>
          </a:stretch>
        </p:blipFill>
        <p:spPr>
          <a:xfrm>
            <a:off x="0" y="871657"/>
            <a:ext cx="12192000" cy="16942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BD8FD2-1856-4EC9-1329-DFE08BC3B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416" y="2990516"/>
            <a:ext cx="4475584" cy="388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57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E501-939F-59EA-875A-83EED946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DE4B5A-8D48-EBE7-AC52-8E44BEC9B32C}"/>
              </a:ext>
            </a:extLst>
          </p:cNvPr>
          <p:cNvSpPr txBox="1"/>
          <p:nvPr/>
        </p:nvSpPr>
        <p:spPr>
          <a:xfrm>
            <a:off x="0" y="4391323"/>
            <a:ext cx="12192000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da </a:t>
            </a:r>
            <a:r>
              <a:rPr lang="az-Latn-AZ" altLang="en-US" sz="1300" b="1">
                <a:latin typeface="Arial" panose="020B0604020202020204" pitchFamily="34" charset="0"/>
              </a:rPr>
              <a:t>REGİSTER</a:t>
            </a:r>
            <a:r>
              <a:rPr lang="az-Latn-AZ" altLang="en-US" sz="1300">
                <a:latin typeface="Arial" panose="020B0604020202020204" pitchFamily="34" charset="0"/>
              </a:rPr>
              <a:t> bölməsi və `</a:t>
            </a:r>
            <a:r>
              <a:rPr lang="az-Latn-AZ" altLang="en-US" sz="1300" b="1">
                <a:latin typeface="Arial" panose="020B0604020202020204" pitchFamily="34" charset="0"/>
              </a:rPr>
              <a:t>Sign up</a:t>
            </a:r>
            <a:r>
              <a:rPr lang="az-Latn-AZ" altLang="en-US" sz="1300">
                <a:latin typeface="Arial" panose="020B0604020202020204" pitchFamily="34" charset="0"/>
              </a:rPr>
              <a:t>` sözünə kliklədikdə, istifadəçinin qeydiyyatdan keçə bilməsi üçün, `</a:t>
            </a:r>
            <a:r>
              <a:rPr lang="az-Latn-AZ" altLang="en-US" sz="1300" b="1">
                <a:latin typeface="Arial" panose="020B0604020202020204" pitchFamily="34" charset="0"/>
              </a:rPr>
              <a:t>routes\auth.php</a:t>
            </a:r>
            <a:r>
              <a:rPr lang="az-Latn-AZ" altLang="en-US" sz="1300">
                <a:latin typeface="Arial" panose="020B0604020202020204" pitchFamily="34" charset="0"/>
              </a:rPr>
              <a:t>` faylındakı,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Route::post('register’) </a:t>
            </a:r>
            <a:r>
              <a:rPr lang="az-Latn-AZ" altLang="en-US" sz="1300">
                <a:latin typeface="Arial" panose="020B0604020202020204" pitchFamily="34" charset="0"/>
              </a:rPr>
              <a:t>route-una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name() </a:t>
            </a:r>
            <a:r>
              <a:rPr lang="az-Latn-AZ" altLang="en-US" sz="1300">
                <a:latin typeface="Arial" panose="020B0604020202020204" pitchFamily="34" charset="0"/>
              </a:rPr>
              <a:t>metodunu əlavə edərək onu çağırmaq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409598-A3D9-3DF1-F5FC-AD44C47C2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256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D77454-BF6F-0917-93E3-725A3F3F8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81366"/>
            <a:ext cx="9602540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96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58A1-6126-7FB3-0E97-9A474F612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F09A41-4643-C11A-3EEC-E8AB9E03B7F8}"/>
              </a:ext>
            </a:extLst>
          </p:cNvPr>
          <p:cNvSpPr txBox="1"/>
          <p:nvPr/>
        </p:nvSpPr>
        <p:spPr>
          <a:xfrm>
            <a:off x="217715" y="255046"/>
            <a:ext cx="2954694" cy="1376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Artıq </a:t>
            </a:r>
            <a:r>
              <a:rPr lang="az-Latn-AZ" altLang="en-US" sz="1200" b="1">
                <a:latin typeface="Arial" panose="020B0604020202020204" pitchFamily="34" charset="0"/>
              </a:rPr>
              <a:t>FORM</a:t>
            </a:r>
            <a:r>
              <a:rPr lang="az-Latn-AZ" altLang="en-US" sz="1200">
                <a:latin typeface="Arial" panose="020B0604020202020204" pitchFamily="34" charset="0"/>
              </a:rPr>
              <a:t> elementi </a:t>
            </a:r>
            <a:r>
              <a:rPr lang="az-Latn-AZ" altLang="en-US" sz="1200" b="1">
                <a:latin typeface="Arial" panose="020B0604020202020204" pitchFamily="34" charset="0"/>
              </a:rPr>
              <a:t>submit</a:t>
            </a:r>
            <a:r>
              <a:rPr lang="az-Latn-AZ" altLang="en-US" sz="1200">
                <a:latin typeface="Arial" panose="020B0604020202020204" pitchFamily="34" charset="0"/>
              </a:rPr>
              <a:t> edildikdə bu </a:t>
            </a:r>
            <a:r>
              <a:rPr lang="az-Latn-AZ" altLang="en-US" sz="1200" b="1">
                <a:latin typeface="Arial" panose="020B0604020202020204" pitchFamily="34" charset="0"/>
              </a:rPr>
              <a:t>route</a:t>
            </a:r>
            <a:r>
              <a:rPr lang="az-Latn-AZ" altLang="en-US" sz="1200">
                <a:latin typeface="Arial" panose="020B0604020202020204" pitchFamily="34" charset="0"/>
              </a:rPr>
              <a:t> çağrılacaq: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route('register’)</a:t>
            </a:r>
            <a:r>
              <a:rPr lang="az-Latn-AZ" altLang="en-US" sz="1200">
                <a:latin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CE422-FD33-C9BF-2E27-7388EA0A7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298" y="0"/>
            <a:ext cx="89307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93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6BF15-9E82-E4B9-221B-D611AECB1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BBC50F-7588-9999-1456-BC5DC6B35A4D}"/>
              </a:ext>
            </a:extLst>
          </p:cNvPr>
          <p:cNvSpPr txBox="1"/>
          <p:nvPr/>
        </p:nvSpPr>
        <p:spPr>
          <a:xfrm>
            <a:off x="217715" y="255046"/>
            <a:ext cx="2282890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Sosial media ikonları olan hissənidə hələki commentə alırıq.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7CD18-CA92-6B6F-BB09-8B556E41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862" y="0"/>
            <a:ext cx="95381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66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11822-37D2-78CB-E28C-491D71390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D1FF91-031A-A7B7-3B3D-E4F3BBB6E21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42732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5516</TotalTime>
  <Words>334</Words>
  <Application>Microsoft Office PowerPoint</Application>
  <PresentationFormat>Widescreen</PresentationFormat>
  <Paragraphs>22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375</cp:revision>
  <dcterms:created xsi:type="dcterms:W3CDTF">2025-04-12T11:00:44Z</dcterms:created>
  <dcterms:modified xsi:type="dcterms:W3CDTF">2025-07-30T07:52:08Z</dcterms:modified>
</cp:coreProperties>
</file>