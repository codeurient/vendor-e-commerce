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4" r:id="rId4"/>
    <p:sldId id="400" r:id="rId5"/>
    <p:sldId id="416" r:id="rId6"/>
    <p:sldId id="41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6429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Bu dərs frontu konfiqurasiya edəcəyik.</a:t>
            </a:r>
            <a:endParaRPr lang="en-US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1) </a:t>
            </a:r>
            <a:r>
              <a:rPr lang="en-US" altLang="en-US" sz="1200" b="1">
                <a:solidFill>
                  <a:srgbClr val="0070C0"/>
                </a:solidFill>
                <a:latin typeface="Arial" panose="020B0604020202020204" pitchFamily="34" charset="0"/>
              </a:rPr>
              <a:t>ecommerce-frontend-template\index.html </a:t>
            </a:r>
            <a:r>
              <a:rPr lang="en-US" altLang="en-US" sz="1200">
                <a:latin typeface="Arial" panose="020B0604020202020204" pitchFamily="34" charset="0"/>
              </a:rPr>
              <a:t>templatetin</a:t>
            </a:r>
            <a:r>
              <a:rPr lang="az-Latn-AZ" altLang="en-US" sz="1200">
                <a:latin typeface="Arial" panose="020B0604020202020204" pitchFamily="34" charset="0"/>
              </a:rPr>
              <a:t>in </a:t>
            </a:r>
            <a:r>
              <a:rPr lang="az-Latn-AZ" altLang="en-US" sz="1200" b="1">
                <a:latin typeface="Arial" panose="020B0604020202020204" pitchFamily="34" charset="0"/>
              </a:rPr>
              <a:t>html</a:t>
            </a:r>
            <a:r>
              <a:rPr lang="az-Latn-AZ" altLang="en-US" sz="1200">
                <a:latin typeface="Arial" panose="020B0604020202020204" pitchFamily="34" charset="0"/>
              </a:rPr>
              <a:t> elementlərini `</a:t>
            </a:r>
            <a:r>
              <a:rPr lang="en-US" altLang="en-US" sz="1200" b="1">
                <a:solidFill>
                  <a:srgbClr val="00B050"/>
                </a:solidFill>
                <a:latin typeface="Arial" panose="020B0604020202020204" pitchFamily="34" charset="0"/>
              </a:rPr>
              <a:t>resources\views\frontend\home\home.blade.php</a:t>
            </a:r>
            <a:r>
              <a:rPr lang="az-Latn-AZ" altLang="en-US" sz="1200">
                <a:latin typeface="Arial" panose="020B0604020202020204" pitchFamily="34" charset="0"/>
              </a:rPr>
              <a:t>` adında fayl yaradaraq həmin bu fayla köçürürük.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2) </a:t>
            </a:r>
            <a:r>
              <a:rPr lang="az-Latn-AZ" altLang="en-US" sz="1200" b="1">
                <a:latin typeface="Arial" panose="020B0604020202020204" pitchFamily="34" charset="0"/>
              </a:rPr>
              <a:t>FRONT</a:t>
            </a:r>
            <a:r>
              <a:rPr lang="az-Latn-AZ" altLang="en-US" sz="1200">
                <a:latin typeface="Arial" panose="020B0604020202020204" pitchFamily="34" charset="0"/>
              </a:rPr>
              <a:t> üçün istifadə ediləcək </a:t>
            </a:r>
            <a:r>
              <a:rPr lang="az-Latn-AZ" altLang="en-US" sz="1200" b="1">
                <a:latin typeface="Arial" panose="020B0604020202020204" pitchFamily="34" charset="0"/>
              </a:rPr>
              <a:t>css</a:t>
            </a:r>
            <a:r>
              <a:rPr lang="az-Latn-AZ" altLang="en-US" sz="1200">
                <a:latin typeface="Arial" panose="020B0604020202020204" pitchFamily="34" charset="0"/>
              </a:rPr>
              <a:t>, </a:t>
            </a:r>
            <a:r>
              <a:rPr lang="az-Latn-AZ" altLang="en-US" sz="1200" b="1">
                <a:latin typeface="Arial" panose="020B0604020202020204" pitchFamily="34" charset="0"/>
              </a:rPr>
              <a:t>js</a:t>
            </a:r>
            <a:r>
              <a:rPr lang="az-Latn-AZ" altLang="en-US" sz="1200">
                <a:latin typeface="Arial" panose="020B0604020202020204" pitchFamily="34" charset="0"/>
              </a:rPr>
              <a:t> və.s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fayllarını, `</a:t>
            </a:r>
            <a:r>
              <a:rPr lang="az-Latn-AZ" altLang="en-US" sz="1200" b="1">
                <a:latin typeface="Arial" panose="020B0604020202020204" pitchFamily="34" charset="0"/>
              </a:rPr>
              <a:t>public</a:t>
            </a:r>
            <a:r>
              <a:rPr lang="az-Latn-AZ" altLang="en-US" sz="1200">
                <a:latin typeface="Arial" panose="020B0604020202020204" pitchFamily="34" charset="0"/>
              </a:rPr>
              <a:t>` qovluğuna köçürürük.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3) </a:t>
            </a:r>
            <a:r>
              <a:rPr lang="az-Latn-AZ" altLang="en-US" sz="1200" b="1">
                <a:latin typeface="Arial" panose="020B0604020202020204" pitchFamily="34" charset="0"/>
              </a:rPr>
              <a:t>home.blade.php </a:t>
            </a:r>
            <a:r>
              <a:rPr lang="az-Latn-AZ" altLang="en-US" sz="1200">
                <a:latin typeface="Arial" panose="020B0604020202020204" pitchFamily="34" charset="0"/>
              </a:rPr>
              <a:t>faylında </a:t>
            </a:r>
            <a:r>
              <a:rPr lang="az-Latn-AZ" altLang="en-US" sz="1200" b="1">
                <a:latin typeface="Arial" panose="020B0604020202020204" pitchFamily="34" charset="0"/>
              </a:rPr>
              <a:t>css</a:t>
            </a:r>
            <a:r>
              <a:rPr lang="az-Latn-AZ" altLang="en-US" sz="1200">
                <a:latin typeface="Arial" panose="020B0604020202020204" pitchFamily="34" charset="0"/>
              </a:rPr>
              <a:t> və </a:t>
            </a:r>
            <a:r>
              <a:rPr lang="az-Latn-AZ" altLang="en-US" sz="1200" b="1">
                <a:latin typeface="Arial" panose="020B0604020202020204" pitchFamily="34" charset="0"/>
              </a:rPr>
              <a:t>js</a:t>
            </a:r>
            <a:r>
              <a:rPr lang="az-Latn-AZ" altLang="en-US" sz="1200">
                <a:latin typeface="Arial" panose="020B0604020202020204" pitchFamily="34" charset="0"/>
              </a:rPr>
              <a:t> fayllarının yolunu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asset() </a:t>
            </a:r>
            <a:r>
              <a:rPr lang="az-Latn-AZ" altLang="en-US" sz="1200">
                <a:latin typeface="Arial" panose="020B0604020202020204" pitchFamily="34" charset="0"/>
              </a:rPr>
              <a:t>metodu ilə təyin edirik.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F83177-EF12-5C97-DED3-E78F53962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033" y="1581054"/>
            <a:ext cx="7731967" cy="52769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530D79-7DC4-C20D-345D-BAE7C9433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2270934"/>
            <a:ext cx="1703180" cy="370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41CB9-AAAE-9606-3BBD-12AF7FA98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B8019D-BB16-70CA-BC5D-C3F9A10F77A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` </a:t>
            </a:r>
            <a:r>
              <a:rPr lang="en-US" altLang="en-US" sz="1300" b="1">
                <a:latin typeface="Arial" panose="020B0604020202020204" pitchFamily="34" charset="0"/>
              </a:rPr>
              <a:t>resources\views\frontend\home\home.blade.php </a:t>
            </a:r>
            <a:r>
              <a:rPr lang="en-US" altLang="en-US" sz="1300">
                <a:latin typeface="Arial" panose="020B0604020202020204" pitchFamily="34" charset="0"/>
              </a:rPr>
              <a:t>` </a:t>
            </a:r>
            <a:r>
              <a:rPr lang="az-Latn-AZ" altLang="en-US" sz="1300">
                <a:latin typeface="Arial" panose="020B0604020202020204" pitchFamily="34" charset="0"/>
              </a:rPr>
              <a:t>şablonunu işə salmaq üçün,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CONTROLLER</a:t>
            </a:r>
            <a:r>
              <a:rPr lang="az-Latn-AZ" altLang="en-US" sz="1300">
                <a:latin typeface="Arial" panose="020B0604020202020204" pitchFamily="34" charset="0"/>
              </a:rPr>
              <a:t> -imizi 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34B033-2160-96BF-565F-7E623289D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100" y="1379160"/>
            <a:ext cx="10475900" cy="547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52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87095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02F476-01EC-5648-479A-25582B13D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9164"/>
            <a:ext cx="12192000" cy="63088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61841-6FF3-FF01-03AF-5B1B8FE06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7F7850-3C8F-D597-7BB4-D524D4D70E9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6843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22270-991E-CE4A-0F38-98F29DE50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FF3A5A-EAB4-BCE7-56EA-E29F98BFDBF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2474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6122</TotalTime>
  <Words>112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360</cp:revision>
  <dcterms:created xsi:type="dcterms:W3CDTF">2025-04-12T11:00:44Z</dcterms:created>
  <dcterms:modified xsi:type="dcterms:W3CDTF">2025-07-29T11:59:27Z</dcterms:modified>
</cp:coreProperties>
</file>