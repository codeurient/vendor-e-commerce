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5" r:id="rId4"/>
    <p:sldId id="416" r:id="rId5"/>
    <p:sldId id="417" r:id="rId6"/>
    <p:sldId id="418" r:id="rId7"/>
    <p:sldId id="419" r:id="rId8"/>
    <p:sldId id="40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dərs </a:t>
            </a:r>
            <a:r>
              <a:rPr lang="az-Latn-AZ" altLang="en-US" sz="1300" b="1">
                <a:latin typeface="Arial" panose="020B0604020202020204" pitchFamily="34" charset="0"/>
              </a:rPr>
              <a:t>USER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 b="1">
                <a:latin typeface="Arial" panose="020B0604020202020204" pitchFamily="34" charset="0"/>
              </a:rPr>
              <a:t>panelini</a:t>
            </a:r>
            <a:r>
              <a:rPr lang="az-Latn-AZ" altLang="en-US" sz="1300">
                <a:latin typeface="Arial" panose="020B0604020202020204" pitchFamily="34" charset="0"/>
              </a:rPr>
              <a:t> konfiqurasiya edəcəyik.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İlk öncə </a:t>
            </a:r>
            <a:r>
              <a:rPr lang="az-Latn-AZ" altLang="en-US" sz="1300" b="1">
                <a:latin typeface="Arial" panose="020B0604020202020204" pitchFamily="34" charset="0"/>
              </a:rPr>
              <a:t>user</a:t>
            </a:r>
            <a:r>
              <a:rPr lang="az-Latn-AZ" altLang="en-US" sz="1300">
                <a:latin typeface="Arial" panose="020B0604020202020204" pitchFamily="34" charset="0"/>
              </a:rPr>
              <a:t> kimi sistemə daxil oluruq.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C372C7-08CB-13F5-85A7-1F02282DE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388" y="1692883"/>
            <a:ext cx="3207221" cy="22676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E45633-3AFC-906B-FBE3-EDD87385E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97875"/>
            <a:ext cx="12192000" cy="21601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DFC61E17-5AA5-8EA1-2C92-5CA5C6323439}"/>
              </a:ext>
            </a:extLst>
          </p:cNvPr>
          <p:cNvSpPr/>
          <p:nvPr/>
        </p:nvSpPr>
        <p:spPr>
          <a:xfrm>
            <a:off x="5890724" y="4161452"/>
            <a:ext cx="410547" cy="354564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08393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1) `</a:t>
            </a:r>
            <a:r>
              <a:rPr lang="az-Latn-AZ" altLang="en-US" sz="1300" b="1">
                <a:latin typeface="Arial" panose="020B0604020202020204" pitchFamily="34" charset="0"/>
              </a:rPr>
              <a:t>dashboard.html</a:t>
            </a:r>
            <a:r>
              <a:rPr lang="az-Latn-AZ" altLang="en-US" sz="1300">
                <a:latin typeface="Arial" panose="020B0604020202020204" pitchFamily="34" charset="0"/>
              </a:rPr>
              <a:t>` elementlərini, </a:t>
            </a:r>
            <a:r>
              <a:rPr lang="en-US" altLang="en-US" sz="1300">
                <a:latin typeface="Arial" panose="020B0604020202020204" pitchFamily="34" charset="0"/>
              </a:rPr>
              <a:t>`</a:t>
            </a:r>
            <a:r>
              <a:rPr lang="en-US" altLang="en-US" sz="1300" b="1">
                <a:latin typeface="Arial" panose="020B0604020202020204" pitchFamily="34" charset="0"/>
              </a:rPr>
              <a:t>resources\views\frontend\dashboard\layouts\master.blade.php</a:t>
            </a:r>
            <a:r>
              <a:rPr lang="en-US" altLang="en-US" sz="1300">
                <a:latin typeface="Arial" panose="020B0604020202020204" pitchFamily="34" charset="0"/>
              </a:rPr>
              <a:t>` </a:t>
            </a:r>
            <a:r>
              <a:rPr lang="az-Latn-AZ" altLang="en-US" sz="1300">
                <a:latin typeface="Arial" panose="020B0604020202020204" pitchFamily="34" charset="0"/>
              </a:rPr>
              <a:t>adında fayl yaradaraq, onun içinə köçürürük.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2) </a:t>
            </a:r>
            <a:r>
              <a:rPr lang="az-Latn-AZ" altLang="en-US" sz="1300" b="1">
                <a:latin typeface="Arial" panose="020B0604020202020204" pitchFamily="34" charset="0"/>
              </a:rPr>
              <a:t>link</a:t>
            </a:r>
            <a:r>
              <a:rPr lang="az-Latn-AZ" altLang="en-US" sz="1300">
                <a:latin typeface="Arial" panose="020B0604020202020204" pitchFamily="34" charset="0"/>
              </a:rPr>
              <a:t> və </a:t>
            </a:r>
            <a:r>
              <a:rPr lang="az-Latn-AZ" altLang="en-US" sz="1300" b="1">
                <a:latin typeface="Arial" panose="020B0604020202020204" pitchFamily="34" charset="0"/>
              </a:rPr>
              <a:t>script</a:t>
            </a:r>
            <a:r>
              <a:rPr lang="az-Latn-AZ" altLang="en-US" sz="1300">
                <a:latin typeface="Arial" panose="020B0604020202020204" pitchFamily="34" charset="0"/>
              </a:rPr>
              <a:t> elementlərindəki yolları, </a:t>
            </a:r>
            <a:r>
              <a:rPr lang="az-Latn-AZ" altLang="en-US" sz="1300" b="1">
                <a:latin typeface="Arial" panose="020B0604020202020204" pitchFamily="34" charset="0"/>
              </a:rPr>
              <a:t>asset() </a:t>
            </a:r>
            <a:r>
              <a:rPr lang="az-Latn-AZ" altLang="en-US" sz="1300">
                <a:latin typeface="Arial" panose="020B0604020202020204" pitchFamily="34" charset="0"/>
              </a:rPr>
              <a:t>metodu ilə təkrar çağırırıq.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D9F5AF-E1FF-CA36-88D0-C558BC9F7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208" y="1611990"/>
            <a:ext cx="7190792" cy="524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F6DA2-F857-3B6C-EF7E-E09AD429F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D2C419-9C75-A72D-26E4-2BE00277D7DD}"/>
              </a:ext>
            </a:extLst>
          </p:cNvPr>
          <p:cNvSpPr txBox="1"/>
          <p:nvPr/>
        </p:nvSpPr>
        <p:spPr>
          <a:xfrm>
            <a:off x="217714" y="199063"/>
            <a:ext cx="11756571" cy="2155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`</a:t>
            </a:r>
            <a:r>
              <a:rPr lang="en-US" altLang="en-US" sz="1300" b="1">
                <a:latin typeface="Arial" panose="020B0604020202020204" pitchFamily="34" charset="0"/>
              </a:rPr>
              <a:t> resources\views\frontend\dashboard\layouts\master.blade.php </a:t>
            </a:r>
            <a:r>
              <a:rPr lang="en-US" altLang="en-US" sz="1300">
                <a:latin typeface="Arial" panose="020B0604020202020204" pitchFamily="34" charset="0"/>
              </a:rPr>
              <a:t>` fayl</a:t>
            </a:r>
            <a:r>
              <a:rPr lang="az-Latn-AZ" altLang="en-US" sz="1300">
                <a:latin typeface="Arial" panose="020B0604020202020204" pitchFamily="34" charset="0"/>
              </a:rPr>
              <a:t>ına əlavə etdiyimiz elementlərin nəticəsini görə bilmək üçün, müvəqqətidə olsa `</a:t>
            </a:r>
            <a:r>
              <a:rPr lang="az-Latn-AZ" altLang="en-US" sz="1300" b="1">
                <a:latin typeface="Arial" panose="020B0604020202020204" pitchFamily="34" charset="0"/>
              </a:rPr>
              <a:t>routes\web.php</a:t>
            </a:r>
            <a:r>
              <a:rPr lang="az-Latn-AZ" altLang="en-US" sz="1300">
                <a:latin typeface="Arial" panose="020B0604020202020204" pitchFamily="34" charset="0"/>
              </a:rPr>
              <a:t>` faylındakı işarələnən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-da dəyişiklik edirik.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Müvəqqəti dedikdə yəni hələki controller yaratmırıq.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5ci</a:t>
            </a:r>
            <a:r>
              <a:rPr lang="az-Latn-AZ" altLang="en-US" sz="1300">
                <a:latin typeface="Arial" panose="020B0604020202020204" pitchFamily="34" charset="0"/>
              </a:rPr>
              <a:t> slaydda isə, </a:t>
            </a:r>
            <a:r>
              <a:rPr lang="az-Latn-AZ" altLang="en-US" sz="1300" b="1">
                <a:latin typeface="Arial" panose="020B0604020202020204" pitchFamily="34" charset="0"/>
              </a:rPr>
              <a:t>master.blade.php </a:t>
            </a:r>
            <a:r>
              <a:rPr lang="az-Latn-AZ" altLang="en-US" sz="1300">
                <a:latin typeface="Arial" panose="020B0604020202020204" pitchFamily="34" charset="0"/>
              </a:rPr>
              <a:t>faylını</a:t>
            </a: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bölgülərə ayıracağıq.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519754-203E-0503-E40B-E0E223A81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306" y="1666150"/>
            <a:ext cx="7125694" cy="519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536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5D35E-6461-01CA-D0C5-EF387D888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EAFE89-89CB-AC3D-5C98-984ECC2B189F}"/>
              </a:ext>
            </a:extLst>
          </p:cNvPr>
          <p:cNvSpPr txBox="1"/>
          <p:nvPr/>
        </p:nvSpPr>
        <p:spPr>
          <a:xfrm>
            <a:off x="217714" y="133748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N</a:t>
            </a:r>
            <a:r>
              <a:rPr lang="az-Latn-AZ" altLang="en-US" sz="1300">
                <a:latin typeface="Arial" panose="020B0604020202020204" pitchFamily="34" charset="0"/>
              </a:rPr>
              <a:t>əticə...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C936E7-56B7-1C2A-3DCA-126DE83D5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4577"/>
            <a:ext cx="12192000" cy="6283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406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ED3CB-0572-8B3F-BA2A-66FC0E25E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CCB4E1-6ACB-1AD0-5AB5-3025BEE88123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az-Latn-AZ" altLang="en-US" sz="1300" b="1">
                <a:latin typeface="Arial" panose="020B0604020202020204" pitchFamily="34" charset="0"/>
              </a:rPr>
              <a:t>master.blade.php </a:t>
            </a:r>
            <a:r>
              <a:rPr lang="az-Latn-AZ" altLang="en-US" sz="1300">
                <a:latin typeface="Arial" panose="020B0604020202020204" pitchFamily="34" charset="0"/>
              </a:rPr>
              <a:t>faylını bölgülərə ayırmaq üçün, `</a:t>
            </a:r>
            <a:r>
              <a:rPr lang="en-US" altLang="en-US" sz="1300" b="1">
                <a:latin typeface="Arial" panose="020B0604020202020204" pitchFamily="34" charset="0"/>
              </a:rPr>
              <a:t>resources\views\frontend\dashboard\</a:t>
            </a:r>
            <a:r>
              <a:rPr lang="en-US" altLang="en-US" sz="1300" b="1" u="sng">
                <a:latin typeface="Arial" panose="020B0604020202020204" pitchFamily="34" charset="0"/>
              </a:rPr>
              <a:t>dashboard.blade.php</a:t>
            </a:r>
            <a:r>
              <a:rPr lang="az-Latn-AZ" altLang="en-US" sz="1300">
                <a:latin typeface="Arial" panose="020B0604020202020204" pitchFamily="34" charset="0"/>
              </a:rPr>
              <a:t>` adında fayl yaradırıq və sabit hissələri 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master</a:t>
            </a:r>
            <a:r>
              <a:rPr lang="az-Latn-AZ" altLang="en-US" sz="1300">
                <a:latin typeface="Arial" panose="020B0604020202020204" pitchFamily="34" charset="0"/>
              </a:rPr>
              <a:t> faylında dəyişəcək hissələri isə </a:t>
            </a:r>
            <a:r>
              <a:rPr lang="az-Latn-AZ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dashboard</a:t>
            </a:r>
            <a:r>
              <a:rPr lang="az-Latn-AZ" altLang="en-US" sz="1300">
                <a:latin typeface="Arial" panose="020B0604020202020204" pitchFamily="34" charset="0"/>
              </a:rPr>
              <a:t> faylında saxlayırıq.</a:t>
            </a:r>
            <a:endParaRPr lang="en-US" altLang="en-US" sz="130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en-US" sz="1300" b="1">
                <a:latin typeface="Arial" panose="020B0604020202020204" pitchFamily="34" charset="0"/>
              </a:rPr>
              <a:t>routes\web.php </a:t>
            </a:r>
            <a:r>
              <a:rPr lang="en-US" altLang="en-US" sz="1300">
                <a:latin typeface="Arial" panose="020B0604020202020204" pitchFamily="34" charset="0"/>
              </a:rPr>
              <a:t>fayl</a:t>
            </a:r>
            <a:r>
              <a:rPr lang="az-Latn-AZ" altLang="en-US" sz="1300">
                <a:latin typeface="Arial" panose="020B0604020202020204" pitchFamily="34" charset="0"/>
              </a:rPr>
              <a:t>ında isə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-un yolunu </a:t>
            </a:r>
            <a:r>
              <a:rPr lang="az-Latn-AZ" altLang="en-US" sz="1300" b="1">
                <a:latin typeface="Arial" panose="020B0604020202020204" pitchFamily="34" charset="0"/>
              </a:rPr>
              <a:t>dashboard</a:t>
            </a:r>
            <a:r>
              <a:rPr lang="az-Latn-AZ" altLang="en-US" sz="1300">
                <a:latin typeface="Arial" panose="020B0604020202020204" pitchFamily="34" charset="0"/>
              </a:rPr>
              <a:t> olaraq dəyişdiririk, əks halda sadəcə səhifənin bir hissəsi görünər.</a:t>
            </a:r>
            <a:endParaRPr lang="en-US" altLang="en-US" sz="1300"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8C31EA-A194-0E62-15A5-82A7B32D7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64567"/>
            <a:ext cx="10077062" cy="5393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579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55FD9-4E3E-72FD-BA0F-010AA6013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CB64B2-2E33-03E1-6EA7-85A59679EE47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`</a:t>
            </a:r>
            <a:r>
              <a:rPr lang="en-US" altLang="en-US" sz="1300" b="1">
                <a:latin typeface="Arial" panose="020B0604020202020204" pitchFamily="34" charset="0"/>
              </a:rPr>
              <a:t>resources\views\frontend\dashboard\</a:t>
            </a:r>
            <a:r>
              <a:rPr lang="en-US" altLang="en-US" sz="1300" b="1" u="sng">
                <a:latin typeface="Arial" panose="020B0604020202020204" pitchFamily="34" charset="0"/>
              </a:rPr>
              <a:t>dashboard.blade.php</a:t>
            </a:r>
            <a:r>
              <a:rPr lang="en-US" altLang="en-US" sz="1300">
                <a:latin typeface="Arial" panose="020B0604020202020204" pitchFamily="34" charset="0"/>
              </a:rPr>
              <a:t>` fayl</a:t>
            </a:r>
            <a:r>
              <a:rPr lang="az-Latn-AZ" altLang="en-US" sz="1300">
                <a:latin typeface="Arial" panose="020B0604020202020204" pitchFamily="34" charset="0"/>
              </a:rPr>
              <a:t>ında, təkrarlanmayan hissə olan </a:t>
            </a:r>
            <a:r>
              <a:rPr lang="az-Latn-AZ" altLang="en-US" sz="1300" b="1">
                <a:latin typeface="Arial" panose="020B0604020202020204" pitchFamily="34" charset="0"/>
              </a:rPr>
              <a:t>Sidebar</a:t>
            </a:r>
            <a:r>
              <a:rPr lang="az-Latn-AZ" altLang="en-US" sz="1300">
                <a:latin typeface="Arial" panose="020B0604020202020204" pitchFamily="34" charset="0"/>
              </a:rPr>
              <a:t> -a məxsus elementlər üçündə,  `</a:t>
            </a:r>
            <a:r>
              <a:rPr lang="en-US" altLang="en-US" sz="1300" b="1">
                <a:latin typeface="Arial" panose="020B0604020202020204" pitchFamily="34" charset="0"/>
              </a:rPr>
              <a:t>resources\views\frontend\dashboard\layouts\</a:t>
            </a:r>
            <a:r>
              <a:rPr lang="en-US" altLang="en-US" sz="1300" b="1" u="sng">
                <a:latin typeface="Arial" panose="020B0604020202020204" pitchFamily="34" charset="0"/>
              </a:rPr>
              <a:t>sidebar.blade.php</a:t>
            </a:r>
            <a:r>
              <a:rPr lang="az-Latn-AZ" altLang="en-US" sz="1300">
                <a:latin typeface="Arial" panose="020B0604020202020204" pitchFamily="34" charset="0"/>
              </a:rPr>
              <a:t>` adında fayl yaradaraq, həmin elementləri bu fayla köçürürük və </a:t>
            </a:r>
            <a:r>
              <a:rPr lang="en-US" altLang="en-US" sz="1300" b="1">
                <a:latin typeface="Arial" panose="020B0604020202020204" pitchFamily="34" charset="0"/>
              </a:rPr>
              <a:t>@include </a:t>
            </a:r>
            <a:r>
              <a:rPr lang="az-Latn-AZ" altLang="en-US" sz="1300">
                <a:latin typeface="Arial" panose="020B0604020202020204" pitchFamily="34" charset="0"/>
              </a:rPr>
              <a:t>direktivi ilə çağırırıq.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51B2DD-0B86-B20A-3A9D-B497D73E09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7332"/>
          <a:stretch>
            <a:fillRect/>
          </a:stretch>
        </p:blipFill>
        <p:spPr>
          <a:xfrm>
            <a:off x="0" y="2343065"/>
            <a:ext cx="12192000" cy="451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306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81DFB-F258-4B43-90F6-D8B2FA7DF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2EFA25-0BBE-7B2F-44E4-1A70E5D3817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9675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5714</TotalTime>
  <Words>258</Words>
  <Application>Microsoft Office PowerPoint</Application>
  <PresentationFormat>Widescreen</PresentationFormat>
  <Paragraphs>18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370</cp:revision>
  <dcterms:created xsi:type="dcterms:W3CDTF">2025-04-12T11:00:44Z</dcterms:created>
  <dcterms:modified xsi:type="dcterms:W3CDTF">2025-08-01T11:14:56Z</dcterms:modified>
</cp:coreProperties>
</file>