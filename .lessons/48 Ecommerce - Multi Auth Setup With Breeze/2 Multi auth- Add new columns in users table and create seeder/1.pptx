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00" r:id="rId4"/>
    <p:sldId id="415" r:id="rId5"/>
    <p:sldId id="416" r:id="rId6"/>
    <p:sldId id="417" r:id="rId7"/>
    <p:sldId id="41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8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A9D43-40F0-D227-5D79-1589B41E5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B5172A-2506-5C75-25D8-D94008D67588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4036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BFB96-F484-A45F-84DD-7D084248B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369AAB-97D7-EB65-24A6-A4428D4FC31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8662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27778-5012-2D8F-E6F8-B5206CF4D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81E727-EC83-316D-D1EB-40F73A87C9A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9542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9D00F-FB78-7E48-C6C9-BA36F7D05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7AD788-E3B9-787E-5E9D-30D400C8FCC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13882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4533</TotalTime>
  <Words>7</Words>
  <Application>Microsoft Office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352</cp:revision>
  <dcterms:created xsi:type="dcterms:W3CDTF">2025-04-12T11:00:44Z</dcterms:created>
  <dcterms:modified xsi:type="dcterms:W3CDTF">2025-07-23T04:53:47Z</dcterms:modified>
</cp:coreProperties>
</file>