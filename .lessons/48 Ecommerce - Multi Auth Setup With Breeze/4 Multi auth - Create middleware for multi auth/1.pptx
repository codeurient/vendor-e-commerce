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416" r:id="rId2"/>
    <p:sldId id="413" r:id="rId3"/>
    <p:sldId id="414" r:id="rId4"/>
    <p:sldId id="417" r:id="rId5"/>
    <p:sldId id="418" r:id="rId6"/>
    <p:sldId id="400" r:id="rId7"/>
    <p:sldId id="419" r:id="rId8"/>
    <p:sldId id="420" r:id="rId9"/>
    <p:sldId id="421" r:id="rId10"/>
    <p:sldId id="422" r:id="rId11"/>
    <p:sldId id="423" r:id="rId12"/>
    <p:sldId id="42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E66E16-ACED-4FD4-917B-5FC95FFFC54A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C4B0C3-9EE1-405F-B168-A6F1D5717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71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4B0C3-9EE1-405F-B168-A6F1D571745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67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912B-8D5B-C2FF-01B0-8846FFDBB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05BE24-5A8A-90E8-44A0-B64C4B6AD1B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İzah Növbəti slaydda...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25F9F3-1BCA-FE25-05DF-0C471AC7A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2247"/>
            <a:ext cx="12192000" cy="6105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559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485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</a:t>
            </a:r>
            <a:r>
              <a:rPr lang="en-US" altLang="en-US" sz="1300" b="1">
                <a:latin typeface="Arial" panose="020B0604020202020204" pitchFamily="34" charset="0"/>
              </a:rPr>
              <a:t>middleware</a:t>
            </a:r>
            <a:r>
              <a:rPr lang="en-US" altLang="en-US" sz="1300">
                <a:latin typeface="Arial" panose="020B0604020202020204" pitchFamily="34" charset="0"/>
              </a:rPr>
              <a:t> əsaslı </a:t>
            </a:r>
            <a:r>
              <a:rPr lang="en-US" altLang="en-US" sz="1300" b="1">
                <a:latin typeface="Arial" panose="020B0604020202020204" pitchFamily="34" charset="0"/>
              </a:rPr>
              <a:t>role-based access control </a:t>
            </a:r>
            <a:r>
              <a:rPr lang="en-US" altLang="en-US" sz="1300">
                <a:latin typeface="Arial" panose="020B0604020202020204" pitchFamily="34" charset="0"/>
              </a:rPr>
              <a:t>mövzusunu mərhələli, aydın</a:t>
            </a:r>
            <a:r>
              <a:rPr lang="az-Latn-AZ" altLang="en-US" sz="1300">
                <a:latin typeface="Arial" panose="020B0604020202020204" pitchFamily="34" charset="0"/>
              </a:rPr>
              <a:t> şəkildə izah edək.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Vendor</a:t>
            </a:r>
            <a:r>
              <a:rPr lang="az-Latn-AZ" altLang="en-US" sz="1300">
                <a:latin typeface="Arial" panose="020B0604020202020204" pitchFamily="34" charset="0"/>
              </a:rPr>
              <a:t>, daxil ola bilməlidir sadəcə </a:t>
            </a:r>
            <a:r>
              <a:rPr lang="az-Latn-AZ" altLang="en-US" sz="1300" b="1">
                <a:latin typeface="Arial" panose="020B0604020202020204" pitchFamily="34" charset="0"/>
              </a:rPr>
              <a:t>vendor</a:t>
            </a:r>
            <a:r>
              <a:rPr lang="en-US" altLang="en-US" sz="1300" b="1">
                <a:latin typeface="Arial" panose="020B0604020202020204" pitchFamily="34" charset="0"/>
              </a:rPr>
              <a:t>/dashboard </a:t>
            </a:r>
            <a:r>
              <a:rPr lang="az-Latn-AZ" altLang="en-US" sz="1300">
                <a:latin typeface="Arial" panose="020B0604020202020204" pitchFamily="34" charset="0"/>
              </a:rPr>
              <a:t>səhifəsinə.</a:t>
            </a:r>
          </a:p>
          <a:p>
            <a:pPr>
              <a:lnSpc>
                <a:spcPct val="150000"/>
              </a:lnSpc>
            </a:pPr>
            <a:r>
              <a:rPr lang="az-Latn-AZ" altLang="en-US" sz="1300" b="1">
                <a:latin typeface="Arial" panose="020B0604020202020204" pitchFamily="34" charset="0"/>
              </a:rPr>
              <a:t>Admin</a:t>
            </a:r>
            <a:r>
              <a:rPr lang="az-Latn-AZ" altLang="en-US" sz="1300">
                <a:latin typeface="Arial" panose="020B0604020202020204" pitchFamily="34" charset="0"/>
              </a:rPr>
              <a:t>,  daxil ola bilməlidir sadəcə </a:t>
            </a:r>
            <a:r>
              <a:rPr lang="az-Latn-AZ" altLang="en-US" sz="1300" b="1">
                <a:latin typeface="Arial" panose="020B0604020202020204" pitchFamily="34" charset="0"/>
              </a:rPr>
              <a:t>admin</a:t>
            </a:r>
            <a:r>
              <a:rPr lang="en-US" altLang="en-US" sz="1300" b="1">
                <a:latin typeface="Arial" panose="020B0604020202020204" pitchFamily="34" charset="0"/>
              </a:rPr>
              <a:t>/dashboard 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səhifəsinə.</a:t>
            </a: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Bunun üçün öz xüsusi </a:t>
            </a:r>
            <a:r>
              <a:rPr lang="az-Latn-AZ" altLang="en-US" sz="1300" b="1">
                <a:latin typeface="Arial" panose="020B0604020202020204" pitchFamily="34" charset="0"/>
              </a:rPr>
              <a:t>ROLE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adl</a:t>
            </a:r>
            <a:r>
              <a:rPr lang="az-Latn-AZ" altLang="en-US" sz="1300">
                <a:latin typeface="Arial" panose="020B0604020202020204" pitchFamily="34" charset="0"/>
              </a:rPr>
              <a:t>ı </a:t>
            </a:r>
            <a:r>
              <a:rPr lang="en-US" altLang="en-US" sz="1300" b="1">
                <a:latin typeface="Arial" panose="020B0604020202020204" pitchFamily="34" charset="0"/>
              </a:rPr>
              <a:t>middleware</a:t>
            </a:r>
            <a:r>
              <a:rPr lang="en-US" altLang="en-US" sz="1300">
                <a:latin typeface="Arial" panose="020B0604020202020204" pitchFamily="34" charset="0"/>
              </a:rPr>
              <a:t> -imizi </a:t>
            </a:r>
            <a:r>
              <a:rPr lang="az-Latn-AZ" altLang="en-US" sz="1300">
                <a:latin typeface="Arial" panose="020B0604020202020204" pitchFamily="34" charset="0"/>
              </a:rPr>
              <a:t>yaradırıq.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1. </a:t>
            </a: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php artisan make:middleware RoleMiddleware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- Bu Artisan əmridir və məqsədi: </a:t>
            </a:r>
            <a:r>
              <a:rPr lang="az-Latn-AZ" altLang="en-US" sz="1300" b="1">
                <a:latin typeface="Arial" panose="020B0604020202020204" pitchFamily="34" charset="0"/>
              </a:rPr>
              <a:t>app/Http/Middleware/</a:t>
            </a:r>
            <a:r>
              <a:rPr lang="az-Latn-AZ" altLang="en-US" sz="1300">
                <a:latin typeface="Arial" panose="020B0604020202020204" pitchFamily="34" charset="0"/>
              </a:rPr>
              <a:t> qovluğunda </a:t>
            </a:r>
            <a:r>
              <a:rPr lang="az-Latn-AZ" altLang="en-US" sz="1300" b="1">
                <a:latin typeface="Arial" panose="020B0604020202020204" pitchFamily="34" charset="0"/>
              </a:rPr>
              <a:t>RoleMiddleware.php </a:t>
            </a:r>
            <a:r>
              <a:rPr lang="az-Latn-AZ" altLang="en-US" sz="1300">
                <a:latin typeface="Arial" panose="020B0604020202020204" pitchFamily="34" charset="0"/>
              </a:rPr>
              <a:t>adlı yeni bir </a:t>
            </a:r>
            <a:r>
              <a:rPr lang="az-Latn-AZ" altLang="en-US" sz="1300" b="1">
                <a:latin typeface="Arial" panose="020B0604020202020204" pitchFamily="34" charset="0"/>
              </a:rPr>
              <a:t>middleware class </a:t>
            </a:r>
            <a:r>
              <a:rPr lang="az-Latn-AZ" altLang="en-US" sz="1300">
                <a:latin typeface="Arial" panose="020B0604020202020204" pitchFamily="34" charset="0"/>
              </a:rPr>
              <a:t>yaratmaqdır.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M</a:t>
            </a:r>
            <a:r>
              <a:rPr lang="en-US" altLang="en-US" sz="1300" b="1">
                <a:latin typeface="Arial" panose="020B0604020202020204" pitchFamily="34" charset="0"/>
              </a:rPr>
              <a:t>iddleware nədir?</a:t>
            </a:r>
            <a:endParaRPr lang="en-US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Middleware — hər hansı bir request-in içindən keçən bir filtrdir.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Yəni bir route-a daxil olmamışdan öncə bu kod işə düşür və yoxlayır: “İstifadəçi bu sahəyə daxil ola bilərmi?” Əgər yoxsa, başqa yerə yönləndirir.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356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2. </a:t>
            </a:r>
            <a:r>
              <a:rPr lang="en-US" altLang="en-US" sz="1300" b="1">
                <a:latin typeface="Arial" panose="020B0604020202020204" pitchFamily="34" charset="0"/>
              </a:rPr>
              <a:t>app\Http\Kernel.php </a:t>
            </a:r>
            <a:r>
              <a:rPr lang="en-US" altLang="en-US" sz="1300">
                <a:latin typeface="Arial" panose="020B0604020202020204" pitchFamily="34" charset="0"/>
              </a:rPr>
              <a:t>→ </a:t>
            </a:r>
            <a:r>
              <a:rPr lang="en-US" altLang="en-US" sz="1300" b="1">
                <a:latin typeface="Arial" panose="020B0604020202020204" pitchFamily="34" charset="0"/>
              </a:rPr>
              <a:t>$middlewareAliases </a:t>
            </a:r>
            <a:r>
              <a:rPr lang="en-US" altLang="en-US" sz="1300">
                <a:latin typeface="Arial" panose="020B0604020202020204" pitchFamily="34" charset="0"/>
              </a:rPr>
              <a:t>array içində yazmağın səbəbi nədir?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Bu, Laravel-ə role adlı alias yaratmaq üçündür. Yuxarıdakı sətir Laravel-ə deyir ki: “Əgər mən </a:t>
            </a:r>
            <a:r>
              <a:rPr lang="en-US" altLang="en-US" sz="1300" b="1">
                <a:latin typeface="Arial" panose="020B0604020202020204" pitchFamily="34" charset="0"/>
              </a:rPr>
              <a:t>middleware(['role:admin']) </a:t>
            </a:r>
            <a:r>
              <a:rPr lang="en-US" altLang="en-US" sz="1300">
                <a:latin typeface="Arial" panose="020B0604020202020204" pitchFamily="34" charset="0"/>
              </a:rPr>
              <a:t>yazsam, bu əslində </a:t>
            </a:r>
            <a:r>
              <a:rPr lang="en-US" altLang="en-US" sz="1300" b="1">
                <a:latin typeface="Arial" panose="020B0604020202020204" pitchFamily="34" charset="0"/>
              </a:rPr>
              <a:t>RoleMiddleware</a:t>
            </a:r>
            <a:r>
              <a:rPr lang="en-US" altLang="en-US" sz="1300">
                <a:latin typeface="Arial" panose="020B0604020202020204" pitchFamily="34" charset="0"/>
              </a:rPr>
              <a:t> class-ına istinad edir.”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Qısa desək: Aliası olmasa, route-da belə </a:t>
            </a:r>
            <a:r>
              <a:rPr lang="az-Latn-AZ" altLang="en-US" sz="1300">
                <a:latin typeface="Arial" panose="020B0604020202020204" pitchFamily="34" charset="0"/>
              </a:rPr>
              <a:t>uzun </a:t>
            </a:r>
            <a:r>
              <a:rPr lang="en-US" altLang="en-US" sz="1300">
                <a:latin typeface="Arial" panose="020B0604020202020204" pitchFamily="34" charset="0"/>
              </a:rPr>
              <a:t>yazmalı idi</a:t>
            </a:r>
            <a:r>
              <a:rPr lang="az-Latn-AZ" altLang="en-US" sz="1300">
                <a:latin typeface="Arial" panose="020B0604020202020204" pitchFamily="34" charset="0"/>
              </a:rPr>
              <a:t>k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r>
              <a:rPr lang="az-Latn-AZ" altLang="en-US" sz="1300">
                <a:latin typeface="Arial" panose="020B0604020202020204" pitchFamily="34" charset="0"/>
              </a:rPr>
              <a:t> Amma alias yazanda sadəcə </a:t>
            </a:r>
            <a:r>
              <a:rPr lang="az-Latn-AZ" altLang="en-US" sz="1300" b="1">
                <a:latin typeface="Arial" panose="020B0604020202020204" pitchFamily="34" charset="0"/>
              </a:rPr>
              <a:t>role:admin </a:t>
            </a:r>
            <a:r>
              <a:rPr lang="az-Latn-AZ" altLang="en-US" sz="1300">
                <a:latin typeface="Arial" panose="020B0604020202020204" pitchFamily="34" charset="0"/>
              </a:rPr>
              <a:t>demək kifayətdir. Daha oxunaqlıdır və sadədir.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AA1638-CDCC-ADC8-1D8B-DAF51EF7D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9825"/>
            <a:ext cx="4563112" cy="838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156885-A07C-DB7B-13EF-F97E52E16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05590"/>
            <a:ext cx="5344271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AF987-A2E3-8FBC-FAF9-70544A680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7FAB2A-5EB4-2198-46AA-3E2699E1E3EF}"/>
              </a:ext>
            </a:extLst>
          </p:cNvPr>
          <p:cNvSpPr txBox="1"/>
          <p:nvPr/>
        </p:nvSpPr>
        <p:spPr>
          <a:xfrm>
            <a:off x="217714" y="255046"/>
            <a:ext cx="11756571" cy="3356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3. </a:t>
            </a:r>
            <a:r>
              <a:rPr lang="en-US" altLang="en-US" sz="1300" b="1">
                <a:latin typeface="Arial" panose="020B0604020202020204" pitchFamily="34" charset="0"/>
              </a:rPr>
              <a:t>routes\web.php </a:t>
            </a:r>
            <a:r>
              <a:rPr lang="en-US" altLang="en-US" sz="1300">
                <a:latin typeface="Arial" panose="020B0604020202020204" pitchFamily="34" charset="0"/>
              </a:rPr>
              <a:t>→ </a:t>
            </a:r>
            <a:r>
              <a:rPr lang="en-US" altLang="en-US" sz="1300" b="1">
                <a:latin typeface="Arial" panose="020B0604020202020204" pitchFamily="34" charset="0"/>
              </a:rPr>
              <a:t>'role:admin</a:t>
            </a:r>
            <a:r>
              <a:rPr lang="en-US" altLang="en-US" sz="1300">
                <a:latin typeface="Arial" panose="020B0604020202020204" pitchFamily="34" charset="0"/>
              </a:rPr>
              <a:t>' nəyi ifadə edir?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Burada 2</a:t>
            </a:r>
            <a:r>
              <a:rPr lang="en-US" altLang="en-US" sz="1300" b="1">
                <a:latin typeface="Arial" panose="020B0604020202020204" pitchFamily="34" charset="0"/>
              </a:rPr>
              <a:t> middleware var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auth</a:t>
            </a:r>
            <a:r>
              <a:rPr lang="en-US" altLang="en-US" sz="1300">
                <a:latin typeface="Arial" panose="020B0604020202020204" pitchFamily="34" charset="0"/>
              </a:rPr>
              <a:t> — Laravel-in öz </a:t>
            </a:r>
            <a:r>
              <a:rPr lang="en-US" altLang="en-US" sz="1300" b="1">
                <a:latin typeface="Arial" panose="020B0604020202020204" pitchFamily="34" charset="0"/>
              </a:rPr>
              <a:t>auth</a:t>
            </a:r>
            <a:r>
              <a:rPr lang="en-US" altLang="en-US" sz="1300">
                <a:latin typeface="Arial" panose="020B0604020202020204" pitchFamily="34" charset="0"/>
              </a:rPr>
              <a:t> middleware-i → istifadəçi </a:t>
            </a:r>
            <a:r>
              <a:rPr lang="en-US" altLang="en-US" sz="1300" b="1">
                <a:latin typeface="Arial" panose="020B0604020202020204" pitchFamily="34" charset="0"/>
              </a:rPr>
              <a:t>login</a:t>
            </a:r>
            <a:r>
              <a:rPr lang="en-US" altLang="en-US" sz="1300">
                <a:latin typeface="Arial" panose="020B0604020202020204" pitchFamily="34" charset="0"/>
              </a:rPr>
              <a:t> olmalıdır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role:admin </a:t>
            </a:r>
            <a:r>
              <a:rPr lang="en-US" altLang="en-US" sz="1300">
                <a:latin typeface="Arial" panose="020B0604020202020204" pitchFamily="34" charset="0"/>
              </a:rPr>
              <a:t>— bizim yaratdığımız middleware → istifadəçinin </a:t>
            </a:r>
            <a:r>
              <a:rPr lang="en-US" altLang="en-US" sz="1300" b="1">
                <a:latin typeface="Arial" panose="020B0604020202020204" pitchFamily="34" charset="0"/>
              </a:rPr>
              <a:t>rolu</a:t>
            </a:r>
            <a:r>
              <a:rPr lang="en-US" altLang="en-US" sz="1300">
                <a:latin typeface="Arial" panose="020B0604020202020204" pitchFamily="34" charset="0"/>
              </a:rPr>
              <a:t> mütləq </a:t>
            </a:r>
            <a:r>
              <a:rPr lang="en-US" altLang="en-US" sz="1300" b="1">
                <a:latin typeface="Arial" panose="020B0604020202020204" pitchFamily="34" charset="0"/>
              </a:rPr>
              <a:t>admin</a:t>
            </a:r>
            <a:r>
              <a:rPr lang="en-US" altLang="en-US" sz="1300">
                <a:latin typeface="Arial" panose="020B0604020202020204" pitchFamily="34" charset="0"/>
              </a:rPr>
              <a:t> olmalıdır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Yəni</a:t>
            </a:r>
            <a:r>
              <a:rPr lang="en-US" altLang="en-US" sz="1300">
                <a:latin typeface="Arial" panose="020B0604020202020204" pitchFamily="34" charset="0"/>
              </a:rPr>
              <a:t>: “Əgər istifadəçi daxil olmayıbsa — giriş et. Daxil olubsa, </a:t>
            </a:r>
            <a:r>
              <a:rPr lang="en-US" altLang="en-US" sz="1300" b="1">
                <a:latin typeface="Arial" panose="020B0604020202020204" pitchFamily="34" charset="0"/>
              </a:rPr>
              <a:t>rolu admin </a:t>
            </a:r>
            <a:r>
              <a:rPr lang="en-US" altLang="en-US" sz="1300">
                <a:latin typeface="Arial" panose="020B0604020202020204" pitchFamily="34" charset="0"/>
              </a:rPr>
              <a:t>deyilsə, </a:t>
            </a:r>
            <a:r>
              <a:rPr lang="en-US" altLang="en-US" sz="1300" b="1">
                <a:latin typeface="Arial" panose="020B0604020202020204" pitchFamily="34" charset="0"/>
              </a:rPr>
              <a:t>dashboard</a:t>
            </a:r>
            <a:r>
              <a:rPr lang="en-US" altLang="en-US" sz="1300">
                <a:latin typeface="Arial" panose="020B0604020202020204" pitchFamily="34" charset="0"/>
              </a:rPr>
              <a:t> səhifəsinə yönləndir.”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162613-B0ED-41A8-BD18-7DAC45223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2384"/>
            <a:ext cx="5325218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74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B7E06-18E8-2FB8-697D-39B0C28A6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7A1631-E914-B220-DF9D-8E2145931719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4. </a:t>
            </a:r>
            <a:r>
              <a:rPr lang="en-US" altLang="en-US" sz="1300" b="1">
                <a:latin typeface="Arial" panose="020B0604020202020204" pitchFamily="34" charset="0"/>
              </a:rPr>
              <a:t>RoleMiddleware.php </a:t>
            </a:r>
            <a:r>
              <a:rPr lang="en-US" altLang="en-US" sz="1300">
                <a:latin typeface="Arial" panose="020B0604020202020204" pitchFamily="34" charset="0"/>
              </a:rPr>
              <a:t>– </a:t>
            </a:r>
            <a:r>
              <a:rPr lang="en-US" altLang="en-US" sz="1300" b="1">
                <a:latin typeface="Arial" panose="020B0604020202020204" pitchFamily="34" charset="0"/>
              </a:rPr>
              <a:t>handle() </a:t>
            </a:r>
            <a:r>
              <a:rPr lang="en-US" altLang="en-US" sz="1300">
                <a:latin typeface="Arial" panose="020B0604020202020204" pitchFamily="34" charset="0"/>
              </a:rPr>
              <a:t>funksiyası nə edir?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\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$request-&gt;user()-&gt;role !== $role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request-&gt;user() </a:t>
            </a:r>
            <a:r>
              <a:rPr lang="en-US" altLang="en-US" sz="1300">
                <a:latin typeface="Arial" panose="020B0604020202020204" pitchFamily="34" charset="0"/>
              </a:rPr>
              <a:t>→ hazırda login olmuş istifadəçi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-&gt;role </a:t>
            </a:r>
            <a:r>
              <a:rPr lang="en-US" altLang="en-US" sz="1300">
                <a:latin typeface="Arial" panose="020B0604020202020204" pitchFamily="34" charset="0"/>
              </a:rPr>
              <a:t>→ bu istifadəçinin role sütunundakı dəyər (məsələn: </a:t>
            </a:r>
            <a:r>
              <a:rPr lang="en-US" altLang="en-US" sz="1300" b="1">
                <a:latin typeface="Arial" panose="020B0604020202020204" pitchFamily="34" charset="0"/>
              </a:rPr>
              <a:t>user</a:t>
            </a:r>
            <a:r>
              <a:rPr lang="en-US" altLang="en-US" sz="1300">
                <a:latin typeface="Arial" panose="020B0604020202020204" pitchFamily="34" charset="0"/>
              </a:rPr>
              <a:t>, </a:t>
            </a:r>
            <a:r>
              <a:rPr lang="en-US" altLang="en-US" sz="1300" b="1">
                <a:latin typeface="Arial" panose="020B0604020202020204" pitchFamily="34" charset="0"/>
              </a:rPr>
              <a:t>vendor</a:t>
            </a:r>
            <a:r>
              <a:rPr lang="en-US" altLang="en-US" sz="1300">
                <a:latin typeface="Arial" panose="020B0604020202020204" pitchFamily="34" charset="0"/>
              </a:rPr>
              <a:t>, </a:t>
            </a:r>
            <a:r>
              <a:rPr lang="en-US" altLang="en-US" sz="1300" b="1">
                <a:latin typeface="Arial" panose="020B0604020202020204" pitchFamily="34" charset="0"/>
              </a:rPr>
              <a:t>admin</a:t>
            </a:r>
            <a:r>
              <a:rPr lang="en-US" altLang="en-US" sz="1300">
                <a:latin typeface="Arial" panose="020B0604020202020204" pitchFamily="34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$role </a:t>
            </a:r>
            <a:r>
              <a:rPr lang="en-US" altLang="en-US" sz="1300">
                <a:latin typeface="Arial" panose="020B0604020202020204" pitchFamily="34" charset="0"/>
              </a:rPr>
              <a:t>→ route-da middleware-dən göndərilən parametrdir (məs: </a:t>
            </a:r>
            <a:r>
              <a:rPr lang="en-US" altLang="en-US" sz="1300" b="1">
                <a:latin typeface="Arial" panose="020B0604020202020204" pitchFamily="34" charset="0"/>
              </a:rPr>
              <a:t>role:admin</a:t>
            </a:r>
            <a:r>
              <a:rPr lang="en-US" altLang="en-US" sz="1300">
                <a:latin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Yəni bu kod deyir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“Əgər </a:t>
            </a:r>
            <a:r>
              <a:rPr lang="az-Latn-AZ" altLang="en-US" sz="1300">
                <a:latin typeface="Arial" panose="020B0604020202020204" pitchFamily="34" charset="0"/>
              </a:rPr>
              <a:t>giriş edən </a:t>
            </a:r>
            <a:r>
              <a:rPr lang="en-US" altLang="en-US" sz="1300">
                <a:latin typeface="Arial" panose="020B0604020202020204" pitchFamily="34" charset="0"/>
              </a:rPr>
              <a:t>istifadəçinin </a:t>
            </a:r>
            <a:r>
              <a:rPr lang="en-US" altLang="en-US" sz="1300" b="1">
                <a:latin typeface="Arial" panose="020B0604020202020204" pitchFamily="34" charset="0"/>
              </a:rPr>
              <a:t>rolu admin </a:t>
            </a:r>
            <a:r>
              <a:rPr lang="en-US" altLang="en-US" sz="1300">
                <a:latin typeface="Arial" panose="020B0604020202020204" pitchFamily="34" charset="0"/>
              </a:rPr>
              <a:t>deyil</a:t>
            </a:r>
            <a:r>
              <a:rPr lang="az-Latn-AZ" altLang="en-US" sz="1300">
                <a:latin typeface="Arial" panose="020B0604020202020204" pitchFamily="34" charset="0"/>
              </a:rPr>
              <a:t> yaxud </a:t>
            </a:r>
            <a:r>
              <a:rPr lang="az-Latn-AZ" altLang="en-US" sz="1300" b="1">
                <a:latin typeface="Arial" panose="020B0604020202020204" pitchFamily="34" charset="0"/>
              </a:rPr>
              <a:t>vendor</a:t>
            </a:r>
            <a:r>
              <a:rPr lang="az-Latn-AZ" altLang="en-US" sz="1300">
                <a:latin typeface="Arial" panose="020B0604020202020204" pitchFamily="34" charset="0"/>
              </a:rPr>
              <a:t> ilə giriş etsən onda giriş edən istifadəçinin </a:t>
            </a:r>
            <a:r>
              <a:rPr lang="az-Latn-AZ" altLang="en-US" sz="1300" b="1">
                <a:latin typeface="Arial" panose="020B0604020202020204" pitchFamily="34" charset="0"/>
              </a:rPr>
              <a:t>rolu vendor </a:t>
            </a:r>
            <a:r>
              <a:rPr lang="az-Latn-AZ" altLang="en-US" sz="1300">
                <a:latin typeface="Arial" panose="020B0604020202020204" pitchFamily="34" charset="0"/>
              </a:rPr>
              <a:t>deyilsə</a:t>
            </a:r>
            <a:r>
              <a:rPr lang="en-US" altLang="en-US" sz="1300">
                <a:latin typeface="Arial" panose="020B0604020202020204" pitchFamily="34" charset="0"/>
              </a:rPr>
              <a:t>, onda</a:t>
            </a:r>
            <a:r>
              <a:rPr lang="az-Latn-AZ" altLang="en-US" sz="1300">
                <a:latin typeface="Arial" panose="020B0604020202020204" pitchFamily="34" charset="0"/>
              </a:rPr>
              <a:t> həmin istifadəçini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dashboard</a:t>
            </a:r>
            <a:r>
              <a:rPr lang="en-US" altLang="en-US" sz="1300">
                <a:latin typeface="Arial" panose="020B0604020202020204" pitchFamily="34" charset="0"/>
              </a:rPr>
              <a:t> səhifəsin</a:t>
            </a:r>
            <a:r>
              <a:rPr lang="az-Latn-AZ" altLang="en-US" sz="1300">
                <a:latin typeface="Arial" panose="020B0604020202020204" pitchFamily="34" charset="0"/>
              </a:rPr>
              <a:t>ə</a:t>
            </a:r>
            <a:r>
              <a:rPr lang="en-US" altLang="en-US" sz="1300">
                <a:latin typeface="Arial" panose="020B0604020202020204" pitchFamily="34" charset="0"/>
              </a:rPr>
              <a:t> qaytar.”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300" b="1">
                <a:latin typeface="Arial" panose="020B0604020202020204" pitchFamily="34" charset="0"/>
              </a:rPr>
              <a:t>return $next($request);</a:t>
            </a:r>
            <a:endParaRPr lang="az-Latn-AZ" altLang="en-US" sz="1300" b="1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Bu sətir: “Hər şey qaydasındadırsa (yəni user admin-disə), route-a daxil olmağa icazə ver.”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E2B9DD-1D04-E3CA-4784-BB480E973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5977"/>
            <a:ext cx="5563376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184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1855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Real dünya nümunəsi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Təsəvvür edin siz bir binaya girirsiniz. Qapıda mühafizəçi var.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Əvvəlcə sizi yoxlayır: giriş kartınız varmı? (</a:t>
            </a:r>
            <a:r>
              <a:rPr lang="en-US" altLang="en-US" sz="1300" b="1">
                <a:latin typeface="Arial" panose="020B0604020202020204" pitchFamily="34" charset="0"/>
              </a:rPr>
              <a:t>auth</a:t>
            </a:r>
            <a:r>
              <a:rPr lang="en-US" altLang="en-US" sz="1300">
                <a:latin typeface="Arial" panose="020B0604020202020204" pitchFamily="34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Sonra soruşur: bu otağa girmək icazən varmı? (</a:t>
            </a:r>
            <a:r>
              <a:rPr lang="en-US" altLang="en-US" sz="1300" b="1">
                <a:latin typeface="Arial" panose="020B0604020202020204" pitchFamily="34" charset="0"/>
              </a:rPr>
              <a:t>role:admin</a:t>
            </a:r>
            <a:r>
              <a:rPr lang="en-US" altLang="en-US" sz="1300">
                <a:latin typeface="Arial" panose="020B0604020202020204" pitchFamily="34" charset="0"/>
              </a:rPr>
              <a:t>)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Əgər hər ikisi doğru olarsa, otağa daxil ola bilərsiniz. Əks halda, sizi başqa yerə yönləndirirlər.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16614-F856-709B-528A-C8D48BB34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BE0675-DA25-9DCD-E594-C23B4CE1CC80}"/>
              </a:ext>
            </a:extLst>
          </p:cNvPr>
          <p:cNvSpPr txBox="1"/>
          <p:nvPr/>
        </p:nvSpPr>
        <p:spPr>
          <a:xfrm>
            <a:off x="217714" y="255046"/>
            <a:ext cx="11756571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 olaraq sayta daxil olduqda </a:t>
            </a:r>
            <a:r>
              <a:rPr lang="en-US" altLang="en-US" sz="1300" b="1">
                <a:latin typeface="Arial" panose="020B0604020202020204" pitchFamily="34" charset="0"/>
              </a:rPr>
              <a:t>/dashboard </a:t>
            </a:r>
            <a:r>
              <a:rPr lang="az-Latn-AZ" altLang="en-US" sz="1300">
                <a:latin typeface="Arial" panose="020B0604020202020204" pitchFamily="34" charset="0"/>
              </a:rPr>
              <a:t>səhifəsinə yönlənirik. Əgər saytda </a:t>
            </a:r>
            <a:r>
              <a:rPr lang="az-Latn-AZ" altLang="en-US" sz="1300" b="1">
                <a:latin typeface="Arial" panose="020B0604020202020204" pitchFamily="34" charset="0"/>
              </a:rPr>
              <a:t>ADMİN</a:t>
            </a:r>
            <a:r>
              <a:rPr lang="az-Latn-AZ" altLang="en-US" sz="1300">
                <a:latin typeface="Arial" panose="020B0604020202020204" pitchFamily="34" charset="0"/>
              </a:rPr>
              <a:t> olaraq giriş etdikdə birbaşa </a:t>
            </a:r>
            <a:r>
              <a:rPr lang="en-US" altLang="en-US" sz="1300" b="1">
                <a:latin typeface="Arial" panose="020B0604020202020204" pitchFamily="34" charset="0"/>
              </a:rPr>
              <a:t>admin/dashboard </a:t>
            </a:r>
            <a:r>
              <a:rPr lang="az-Latn-AZ" altLang="en-US" sz="1300">
                <a:latin typeface="Arial" panose="020B0604020202020204" pitchFamily="34" charset="0"/>
              </a:rPr>
              <a:t>səhifəsi açılsın istəyirsinizsə onda, </a:t>
            </a:r>
            <a:r>
              <a:rPr lang="en-US" altLang="en-US" sz="1300">
                <a:latin typeface="Arial" panose="020B0604020202020204" pitchFamily="34" charset="0"/>
              </a:rPr>
              <a:t>`</a:t>
            </a: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app\Http\Controllers\Auth\AuthenticatedSessionController.php</a:t>
            </a:r>
            <a:r>
              <a:rPr lang="en-US" altLang="en-US" sz="1300">
                <a:latin typeface="Arial" panose="020B0604020202020204" pitchFamily="34" charset="0"/>
              </a:rPr>
              <a:t>` fayl</a:t>
            </a:r>
            <a:r>
              <a:rPr lang="az-Latn-AZ" altLang="en-US" sz="1300">
                <a:latin typeface="Arial" panose="020B0604020202020204" pitchFamily="34" charset="0"/>
              </a:rPr>
              <a:t>ında </a:t>
            </a:r>
            <a:r>
              <a:rPr lang="az-Latn-AZ" altLang="en-US" sz="1300" b="1">
                <a:latin typeface="Arial" panose="020B0604020202020204" pitchFamily="34" charset="0"/>
              </a:rPr>
              <a:t>İF</a:t>
            </a:r>
            <a:r>
              <a:rPr lang="az-Latn-AZ" altLang="en-US" sz="1300">
                <a:latin typeface="Arial" panose="020B0604020202020204" pitchFamily="34" charset="0"/>
              </a:rPr>
              <a:t> ilə şərt qoşub deməliyik ki, əgər daxil olan istifadəçinin </a:t>
            </a:r>
            <a:r>
              <a:rPr lang="az-Latn-AZ" altLang="en-US" sz="1300" b="1">
                <a:latin typeface="Arial" panose="020B0604020202020204" pitchFamily="34" charset="0"/>
              </a:rPr>
              <a:t>rolu</a:t>
            </a:r>
            <a:r>
              <a:rPr lang="az-Latn-AZ" altLang="en-US" sz="1300">
                <a:latin typeface="Arial" panose="020B0604020202020204" pitchFamily="34" charset="0"/>
              </a:rPr>
              <a:t>, </a:t>
            </a:r>
            <a:r>
              <a:rPr lang="az-Latn-AZ" altLang="en-US" sz="1300" b="1">
                <a:latin typeface="Arial" panose="020B0604020202020204" pitchFamily="34" charset="0"/>
              </a:rPr>
              <a:t>admin</a:t>
            </a:r>
            <a:r>
              <a:rPr lang="az-Latn-AZ" altLang="en-US" sz="1300">
                <a:latin typeface="Arial" panose="020B0604020202020204" pitchFamily="34" charset="0"/>
              </a:rPr>
              <a:t> olarsa </a:t>
            </a:r>
            <a:r>
              <a:rPr lang="en-US" altLang="en-US" sz="1300" b="1">
                <a:latin typeface="Arial" panose="020B0604020202020204" pitchFamily="34" charset="0"/>
              </a:rPr>
              <a:t>`/admin/dashboard</a:t>
            </a:r>
            <a:r>
              <a:rPr lang="en-US" altLang="en-US" sz="1300">
                <a:latin typeface="Arial" panose="020B0604020202020204" pitchFamily="34" charset="0"/>
              </a:rPr>
              <a:t>`</a:t>
            </a:r>
            <a:r>
              <a:rPr lang="az-Latn-AZ" altLang="en-US" sz="1300">
                <a:latin typeface="Arial" panose="020B0604020202020204" pitchFamily="34" charset="0"/>
              </a:rPr>
              <a:t>, əgər </a:t>
            </a:r>
            <a:r>
              <a:rPr lang="az-Latn-AZ" altLang="en-US" sz="1300" b="1">
                <a:latin typeface="Arial" panose="020B0604020202020204" pitchFamily="34" charset="0"/>
              </a:rPr>
              <a:t>vendor</a:t>
            </a:r>
            <a:r>
              <a:rPr lang="az-Latn-AZ" altLang="en-US" sz="1300">
                <a:latin typeface="Arial" panose="020B0604020202020204" pitchFamily="34" charset="0"/>
              </a:rPr>
              <a:t> olarsa, </a:t>
            </a:r>
            <a:r>
              <a:rPr lang="en-US" altLang="en-US" sz="1300" b="1">
                <a:latin typeface="Arial" panose="020B0604020202020204" pitchFamily="34" charset="0"/>
              </a:rPr>
              <a:t>`/</a:t>
            </a:r>
            <a:r>
              <a:rPr lang="az-Latn-AZ" altLang="en-US" sz="1300" b="1">
                <a:latin typeface="Arial" panose="020B0604020202020204" pitchFamily="34" charset="0"/>
              </a:rPr>
              <a:t>vendor</a:t>
            </a:r>
            <a:r>
              <a:rPr lang="en-US" altLang="en-US" sz="1300" b="1">
                <a:latin typeface="Arial" panose="020B0604020202020204" pitchFamily="34" charset="0"/>
              </a:rPr>
              <a:t>/dashboard</a:t>
            </a:r>
            <a:r>
              <a:rPr lang="en-US" altLang="en-US" sz="1300">
                <a:latin typeface="Arial" panose="020B0604020202020204" pitchFamily="34" charset="0"/>
              </a:rPr>
              <a:t>`</a:t>
            </a:r>
            <a:r>
              <a:rPr lang="az-Latn-AZ" altLang="en-US" sz="1300">
                <a:latin typeface="Arial" panose="020B0604020202020204" pitchFamily="34" charset="0"/>
              </a:rPr>
              <a:t> əks halda sadəcə `</a:t>
            </a:r>
            <a:r>
              <a:rPr lang="en-US" altLang="en-US" sz="1300" b="1">
                <a:latin typeface="Arial" panose="020B0604020202020204" pitchFamily="34" charset="0"/>
              </a:rPr>
              <a:t>/dashboard</a:t>
            </a:r>
            <a:r>
              <a:rPr lang="az-Latn-AZ" altLang="en-US" sz="1300">
                <a:latin typeface="Arial" panose="020B0604020202020204" pitchFamily="34" charset="0"/>
              </a:rPr>
              <a:t>`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səhifəsinə yönləndir.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Kod növbəti slayddadır...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CEF700-DBC6-FD00-7A76-F3EA3513D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272" y="1832232"/>
            <a:ext cx="3189453" cy="25541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D8DC38-24A3-DD08-4D2F-5EA1CD834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15819"/>
            <a:ext cx="12192000" cy="21421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9223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BCD09-9F5B-0DA6-BD2F-5DF9112C0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C40911-D58E-F9E5-3758-825F34A1986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8FAC42-18F7-8A4A-BA47-F3433C578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121727"/>
            <a:ext cx="12192000" cy="473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406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73F4A-E420-98D6-8C40-A16DD4F1E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1E1072-5A57-9BFB-B7E1-B7D229A88EB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29A594-3981-A334-A98A-7B8590384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794781"/>
            <a:ext cx="12192000" cy="10632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D877C4-875F-D1C5-7E83-1A0B35ACE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0464" y="2397967"/>
            <a:ext cx="3471071" cy="28752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0991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18BDE-E3A2-B4D2-0836-47F1C9417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0A0A75-B60B-061A-CC4F-03CEA7E58D6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3082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113AD-9AB8-3C70-0F25-BD450332F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2D3220-DCA3-1307-C86D-A8DB85E127E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387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E1371-07CD-B71A-2EE4-700EBD022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7317DA-8525-C451-100A-3F37498CB3A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8003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4658</TotalTime>
  <Words>543</Words>
  <Application>Microsoft Office PowerPoint</Application>
  <PresentationFormat>Widescreen</PresentationFormat>
  <Paragraphs>71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361</cp:revision>
  <dcterms:created xsi:type="dcterms:W3CDTF">2025-04-12T11:00:44Z</dcterms:created>
  <dcterms:modified xsi:type="dcterms:W3CDTF">2025-07-23T17:05:40Z</dcterms:modified>
</cp:coreProperties>
</file>