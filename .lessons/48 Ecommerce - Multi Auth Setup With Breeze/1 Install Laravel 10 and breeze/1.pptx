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9" r:id="rId4"/>
    <p:sldId id="420" r:id="rId5"/>
    <p:sldId id="416" r:id="rId6"/>
    <p:sldId id="417" r:id="rId7"/>
    <p:sldId id="418" r:id="rId8"/>
    <p:sldId id="414" r:id="rId9"/>
    <p:sldId id="400" r:id="rId10"/>
    <p:sldId id="421" r:id="rId11"/>
    <p:sldId id="422" r:id="rId12"/>
    <p:sldId id="42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dərsə başlamadan </a:t>
            </a:r>
            <a:r>
              <a:rPr lang="az-Latn-AZ" altLang="en-US" sz="1300">
                <a:latin typeface="Arial" panose="020B0604020202020204" pitchFamily="34" charset="0"/>
              </a:rPr>
              <a:t>öncə digər bütün proyektləri silirik və sıfırdan </a:t>
            </a:r>
            <a:r>
              <a:rPr lang="az-Latn-AZ" altLang="en-US" sz="1300" b="1">
                <a:latin typeface="Arial" panose="020B0604020202020204" pitchFamily="34" charset="0"/>
              </a:rPr>
              <a:t>Laravel 10</a:t>
            </a:r>
            <a:r>
              <a:rPr lang="az-Latn-AZ" altLang="en-US" sz="1300">
                <a:latin typeface="Arial" panose="020B0604020202020204" pitchFamily="34" charset="0"/>
              </a:rPr>
              <a:t> proyekti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C537FB-6467-25D3-4DD0-068AE8AB3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022" y="1"/>
            <a:ext cx="4308978" cy="31070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928751-7268-0495-4A01-40B2786ED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8999"/>
            <a:ext cx="7889986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F0098-F668-D41E-02B9-A3020604D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A77A38-C293-93B4-F071-FA8DF3CA70E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Giriş sistemi üçün </a:t>
            </a:r>
            <a:r>
              <a:rPr lang="az-Latn-AZ" altLang="en-US" sz="1300" b="1">
                <a:latin typeface="Arial" panose="020B0604020202020204" pitchFamily="34" charset="0"/>
              </a:rPr>
              <a:t>Laravel Breeze </a:t>
            </a:r>
            <a:r>
              <a:rPr lang="az-Latn-AZ" altLang="en-US" sz="1300">
                <a:latin typeface="Arial" panose="020B0604020202020204" pitchFamily="34" charset="0"/>
              </a:rPr>
              <a:t>-i yükləyirik.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BDD4E2-8430-F6C3-D87B-593926B18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18690"/>
            <a:ext cx="12192000" cy="43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895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84C9-6E28-AD38-3581-CE553595F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35507D-EDFC-9DBA-1E2F-E33B228893B9}"/>
              </a:ext>
            </a:extLst>
          </p:cNvPr>
          <p:cNvSpPr txBox="1"/>
          <p:nvPr/>
        </p:nvSpPr>
        <p:spPr>
          <a:xfrm>
            <a:off x="217714" y="255046"/>
            <a:ext cx="3757127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004A79-BF3F-613A-BC4A-81922BB76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221" y="0"/>
            <a:ext cx="8057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78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99D16-538A-2AFC-B0DB-D132026D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E5305F-ED44-5E2C-EA2B-9C8D3D46E7E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Yüklənmə tamamlandıqdan sonra `</a:t>
            </a:r>
            <a:r>
              <a:rPr lang="az-Latn-AZ" altLang="en-US" sz="1300" b="1">
                <a:latin typeface="Arial" panose="020B0604020202020204" pitchFamily="34" charset="0"/>
              </a:rPr>
              <a:t>Log in</a:t>
            </a:r>
            <a:r>
              <a:rPr lang="az-Latn-AZ" altLang="en-US" sz="1300">
                <a:latin typeface="Arial" panose="020B0604020202020204" pitchFamily="34" charset="0"/>
              </a:rPr>
              <a:t>` düyməsi yaranacaq.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3EDAC1-C497-FAA3-999C-F0C9DB7FC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19228"/>
            <a:ext cx="12192000" cy="533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571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B0BD1-1866-5434-39F1-48C47CE8D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5D64B0-512F-7120-710A-0BC2BF37DCB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Yeni DB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20804F-2A56-CF4A-A518-69F138947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293" y="1450400"/>
            <a:ext cx="5753903" cy="50013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175387-FB95-0779-23B9-1265BD61A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740" y="4171575"/>
            <a:ext cx="3048425" cy="2686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254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F74EB-43DB-D5C7-ABA9-69D5E16AD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79FD63-7D51-A626-E444-0B8E83FCFF1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.env</a:t>
            </a:r>
            <a:r>
              <a:rPr lang="az-Latn-AZ" altLang="en-US" sz="1300">
                <a:latin typeface="Arial" panose="020B0604020202020204" pitchFamily="34" charset="0"/>
              </a:rPr>
              <a:t> faylınıda konfiqurasiya edirik.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05F361-50D8-FDB6-366E-7CB5C043D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881" y="0"/>
            <a:ext cx="37191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96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292FC-F534-59DC-F14D-47227D10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C974AD-10A5-3A09-4CC4-8EC0662C838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Cədvəli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MİGRATE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edirik və yeni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npm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paketləri varsa onlarıda install edirik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npm install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əmri ilə.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F28BD8-8AB0-0AB4-834C-E70836D15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68" y="1837624"/>
            <a:ext cx="10974332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103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D19DB2-D25D-7464-31E4-7915B4798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48" y="1102031"/>
            <a:ext cx="4667901" cy="48965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9E34FE-AF3B-B521-CD3B-2D0B64A9F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6672"/>
            <a:ext cx="12192000" cy="209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E5421-D4E6-2F54-AFFA-EBC68FCA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DB719D-641F-0FC4-A3D0-77B3F3676F6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5724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4D101-3C68-172F-764C-CE20D9C85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DA57B2-743A-2A34-444C-E0DD4CF407F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777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86EB3-8C39-4451-2AFD-B08C2CF78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AEEA46-CED3-157C-7978-AEFD1E1C3C5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0759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6732</TotalTime>
  <Words>66</Words>
  <Application>Microsoft Office PowerPoint</Application>
  <PresentationFormat>Widescreen</PresentationFormat>
  <Paragraphs>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362</cp:revision>
  <dcterms:created xsi:type="dcterms:W3CDTF">2025-04-12T11:00:44Z</dcterms:created>
  <dcterms:modified xsi:type="dcterms:W3CDTF">2025-07-23T04:11:37Z</dcterms:modified>
</cp:coreProperties>
</file>