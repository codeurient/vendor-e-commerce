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1.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(satıcı) üçün </a:t>
            </a:r>
            <a:r>
              <a:rPr lang="az-Latn-AZ" altLang="en-US" sz="1300" b="1">
                <a:latin typeface="Arial" panose="020B0604020202020204" pitchFamily="34" charset="0"/>
              </a:rPr>
              <a:t>şablon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</a:p>
          <a:p>
            <a:pPr>
              <a:lnSpc>
                <a:spcPct val="150000"/>
              </a:lnSpc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az-Latn-AZ" altLang="en-US" sz="1300">
                <a:latin typeface="Arial" panose="020B0604020202020204" pitchFamily="34" charset="0"/>
              </a:rPr>
              <a:t>. </a:t>
            </a:r>
            <a:r>
              <a:rPr lang="az-Latn-AZ" altLang="en-US" sz="1300" b="1">
                <a:latin typeface="Arial" panose="020B0604020202020204" pitchFamily="34" charset="0"/>
              </a:rPr>
              <a:t>Admin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latin typeface="Arial" panose="020B0604020202020204" pitchFamily="34" charset="0"/>
              </a:rPr>
              <a:t>şablon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2F58A-E0C4-2D49-B639-C9FF1FF7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798" y="1352938"/>
            <a:ext cx="9148201" cy="550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1.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2. </a:t>
            </a:r>
            <a:r>
              <a:rPr lang="az-Latn-AZ" altLang="en-US" sz="1300" b="1">
                <a:latin typeface="Arial" panose="020B0604020202020204" pitchFamily="34" charset="0"/>
              </a:rPr>
              <a:t>Admin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Sad</a:t>
            </a:r>
            <a:r>
              <a:rPr lang="az-Latn-AZ" altLang="en-US" sz="1300">
                <a:latin typeface="Arial" panose="020B0604020202020204" pitchFamily="34" charset="0"/>
              </a:rPr>
              <a:t>əcə sistemə giriş etmiş istifadəçilər bu şablonlara daxil ola biləcək. Bunun üçün </a:t>
            </a:r>
            <a:r>
              <a:rPr lang="en-US" altLang="en-US" sz="1300" b="1">
                <a:latin typeface="Arial" panose="020B0604020202020204" pitchFamily="34" charset="0"/>
              </a:rPr>
              <a:t>middleware() </a:t>
            </a:r>
            <a:r>
              <a:rPr lang="az-Latn-AZ" altLang="en-US" sz="1300">
                <a:latin typeface="Arial" panose="020B0604020202020204" pitchFamily="34" charset="0"/>
              </a:rPr>
              <a:t>funksiyasından istifadə etdik. </a:t>
            </a: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QEYD</a:t>
            </a:r>
            <a:r>
              <a:rPr lang="az-Latn-AZ" altLang="en-US" sz="1300">
                <a:latin typeface="Arial" panose="020B0604020202020204" pitchFamily="34" charset="0"/>
              </a:rPr>
              <a:t>: hal-hazırda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belə sayta daxil olsa, həmin vendor `</a:t>
            </a:r>
            <a:r>
              <a:rPr lang="en-US" altLang="en-US" sz="1300" b="1">
                <a:latin typeface="Arial" panose="020B0604020202020204" pitchFamily="34" charset="0"/>
              </a:rPr>
              <a:t>admin/dashboard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 b="1">
                <a:latin typeface="Arial" panose="020B0604020202020204" pitchFamily="34" charset="0"/>
              </a:rPr>
              <a:t>adminin</a:t>
            </a:r>
            <a:r>
              <a:rPr lang="az-Latn-AZ" altLang="en-US" sz="1300">
                <a:latin typeface="Arial" panose="020B0604020202020204" pitchFamily="34" charset="0"/>
              </a:rPr>
              <a:t> səhifəsinə daxil ola bilir. Bunu təbiki düzəldəcəyik.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3D2FF-51B4-BE66-7492-968B4E075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7655"/>
            <a:ext cx="12192000" cy="399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F17DE-147D-88B9-3772-09259612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E0D7AD-DCCC-97AC-D954-F457A30AD8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9AE3A-62E8-5961-4543-900F4D823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601"/>
            <a:ext cx="12192000" cy="2286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68203-4D3B-977A-0155-C7B75CCC3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90746"/>
            <a:ext cx="12192000" cy="12706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E0AAB7-FC10-13C2-501F-92924D8B1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823154"/>
            <a:ext cx="12192000" cy="959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865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B9F4-D7AA-3C2B-6182-7C44A280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F583-FF58-F403-C0A0-9ED8EA1B04C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0756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15790-0D6D-5D3B-C207-A34D40508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F1B0CE-1416-5BFE-CFCD-5D842572BAF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354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4565</TotalTime>
  <Words>86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357</cp:revision>
  <dcterms:created xsi:type="dcterms:W3CDTF">2025-04-12T11:00:44Z</dcterms:created>
  <dcterms:modified xsi:type="dcterms:W3CDTF">2025-07-23T14:40:06Z</dcterms:modified>
</cp:coreProperties>
</file>