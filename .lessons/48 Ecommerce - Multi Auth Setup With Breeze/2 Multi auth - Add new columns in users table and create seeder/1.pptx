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21" r:id="rId7"/>
    <p:sldId id="4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5" y="255046"/>
            <a:ext cx="548329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USER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cədvəlinə yeni </a:t>
            </a:r>
            <a:r>
              <a:rPr lang="az-Latn-AZ" altLang="en-US" sz="1300" b="1">
                <a:latin typeface="Arial" panose="020B0604020202020204" pitchFamily="34" charset="0"/>
              </a:rPr>
              <a:t>sütunlar </a:t>
            </a:r>
            <a:r>
              <a:rPr lang="az-Latn-AZ" altLang="en-US" sz="1300">
                <a:latin typeface="Arial" panose="020B0604020202020204" pitchFamily="34" charset="0"/>
              </a:rPr>
              <a:t>əlavə edərək verilənlər bazasını </a:t>
            </a:r>
            <a:r>
              <a:rPr lang="az-Latn-AZ" altLang="en-US" sz="1300" b="1">
                <a:latin typeface="Arial" panose="020B0604020202020204" pitchFamily="34" charset="0"/>
              </a:rPr>
              <a:t>fresh</a:t>
            </a:r>
            <a:r>
              <a:rPr lang="az-Latn-AZ" altLang="en-US" sz="1300">
                <a:latin typeface="Arial" panose="020B0604020202020204" pitchFamily="34" charset="0"/>
              </a:rPr>
              <a:t> əmri ilə sıfırdan başladırıq.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65C05-AB54-3584-1025-34E81EC3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149" y="0"/>
            <a:ext cx="631385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F56C87-05E9-9971-BF8C-578EB01D4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5596"/>
            <a:ext cx="5299924" cy="146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10 ilə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enum() </a:t>
            </a:r>
            <a:r>
              <a:rPr lang="en-US" altLang="en-US" sz="1300">
                <a:latin typeface="Arial" panose="020B0604020202020204" pitchFamily="34" charset="0"/>
              </a:rPr>
              <a:t>metodu və onun yazılış tərzini başa salmaq üçün** sadə və real nümunələrə əsaslanan izah** vacibdir. Gəlin bu sətiri bir neçə hissəyə bölərək izah edək: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latin typeface="Arial" panose="020B0604020202020204" pitchFamily="34" charset="0"/>
              </a:rPr>
              <a:t>enum()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ENUM</a:t>
            </a:r>
            <a:r>
              <a:rPr lang="en-US" altLang="en-US" sz="1300">
                <a:latin typeface="Arial" panose="020B0604020202020204" pitchFamily="34" charset="0"/>
              </a:rPr>
              <a:t> — "enumeration" (yəni "sayılabilən") sözündən gəlir.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Bu, verilənlər bazasında bir sütunun yalnız müəyyən edilmiş dəyərlərdən birini almasına imkan verir.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Yəni sən deyirsən ki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en-US" altLang="en-US" sz="1300">
                <a:latin typeface="Arial" panose="020B0604020202020204" pitchFamily="34" charset="0"/>
              </a:rPr>
              <a:t>“Bu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role</a:t>
            </a:r>
            <a:r>
              <a:rPr lang="en-US" altLang="en-US" sz="1300">
                <a:latin typeface="Arial" panose="020B0604020202020204" pitchFamily="34" charset="0"/>
              </a:rPr>
              <a:t> sütunu yalnız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admin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vendor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user</a:t>
            </a:r>
            <a:r>
              <a:rPr lang="en-US" altLang="en-US" sz="1300">
                <a:latin typeface="Arial" panose="020B0604020202020204" pitchFamily="34" charset="0"/>
              </a:rPr>
              <a:t> ola bilər. Başqa heç bir dəyəri qəbul etməsin.”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Admin (sistemin idarəedicisi)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Vendor (məhsul əlavə edən satıcı)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User (sadə istifadəçi)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kimsə manager, staff, owner və s. yazmağa çalışsa, verilənlər bazası bu dəyəri qəbul etməyəcək.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ENUM-un SQL qarşılığı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bu kodu işlədəndə, SQL-də bu cür çevrilir: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EA44D-2411-7A65-80B4-EE3921FF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144"/>
            <a:ext cx="5001323" cy="276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BAB12E-1C8F-8D6A-D2F4-97ED334D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36243"/>
            <a:ext cx="3858163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ENUM ilə bağlı Vacib Qeyd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ENUM Laravel-də sadədir, amma miqyaslandırma üçün çox geniş </a:t>
            </a:r>
            <a:r>
              <a:rPr lang="en-US" altLang="en-US" sz="1300" b="1">
                <a:latin typeface="Arial" panose="020B0604020202020204" pitchFamily="34" charset="0"/>
              </a:rPr>
              <a:t>tövsiyə edilmir </a:t>
            </a:r>
            <a:r>
              <a:rPr lang="en-US" altLang="en-US" sz="1300">
                <a:latin typeface="Arial" panose="020B0604020202020204" pitchFamily="34" charset="0"/>
              </a:rPr>
              <a:t>(böyük layihələrdə roles cədvəli istifadə etmək daha yaxşıdır).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Amma sadə sistemlər üçün və öyrətmək üçün çox faydalıdır.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9D43-40F0-D227-5D79-1589B41E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5172A-2506-5C75-25D8-D94008D67588}"/>
              </a:ext>
            </a:extLst>
          </p:cNvPr>
          <p:cNvSpPr txBox="1"/>
          <p:nvPr/>
        </p:nvSpPr>
        <p:spPr>
          <a:xfrm>
            <a:off x="217715" y="208393"/>
            <a:ext cx="4232988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UserSeeder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latin typeface="Arial" panose="020B0604020202020204" pitchFamily="34" charset="0"/>
              </a:rPr>
              <a:t>seed</a:t>
            </a:r>
            <a:r>
              <a:rPr lang="az-Latn-AZ" altLang="en-US" sz="1300">
                <a:latin typeface="Arial" panose="020B0604020202020204" pitchFamily="34" charset="0"/>
              </a:rPr>
              <a:t> yaradırıq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ki,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php artisan db:seed</a:t>
            </a:r>
            <a:r>
              <a:rPr lang="az-Latn-AZ" altLang="en-US" sz="1300">
                <a:latin typeface="Arial" panose="020B0604020202020204" pitchFamily="34" charset="0"/>
              </a:rPr>
              <a:t>` əmri ilə verilənlər bazasındakı `</a:t>
            </a:r>
            <a:r>
              <a:rPr lang="az-Latn-AZ" altLang="en-US" sz="1300" b="1">
                <a:latin typeface="Arial" panose="020B0604020202020204" pitchFamily="34" charset="0"/>
              </a:rPr>
              <a:t>users</a:t>
            </a:r>
            <a:r>
              <a:rPr lang="az-Latn-AZ" altLang="en-US" sz="1300">
                <a:latin typeface="Arial" panose="020B0604020202020204" pitchFamily="34" charset="0"/>
              </a:rPr>
              <a:t>` cədvəlini avtomatik dolduraq.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D20770-CAE6-1BDA-7BF9-488C4A79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36" y="0"/>
            <a:ext cx="7580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3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FB96-F484-A45F-84DD-7D084248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69AAB-97D7-EB65-24A6-A4428D4FC31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F10B0-B192-33FE-A235-B0A3B2F61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931"/>
            <a:ext cx="12192000" cy="32290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866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A7A4-E414-A3EB-6A34-53B7DB5F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7E28D-6646-7FE6-77CC-F27AA84DF08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949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D00F-FB78-7E48-C6C9-BA36F7D0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7AD788-E3B9-787E-5E9D-30D400C8FCC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388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5045</TotalTime>
  <Words>224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2025-07-23T13:31:04Z</dcterms:modified>
</cp:coreProperties>
</file>