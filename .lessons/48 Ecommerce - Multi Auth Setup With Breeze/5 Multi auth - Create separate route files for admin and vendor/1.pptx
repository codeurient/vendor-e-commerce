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9" r:id="rId7"/>
    <p:sldId id="414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5" y="255046"/>
            <a:ext cx="3710474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dərsə </a:t>
            </a: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-ları üçün ayrıca </a:t>
            </a:r>
            <a:r>
              <a:rPr lang="az-Latn-AZ" altLang="en-US" sz="1300" b="1">
                <a:latin typeface="Arial" panose="020B0604020202020204" pitchFamily="34" charset="0"/>
              </a:rPr>
              <a:t>fayllar</a:t>
            </a:r>
            <a:r>
              <a:rPr lang="az-Latn-AZ" altLang="en-US" sz="1300">
                <a:latin typeface="Arial" panose="020B0604020202020204" pitchFamily="34" charset="0"/>
              </a:rPr>
              <a:t> yaradacağıq.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Sağ şəkildəki kodun addım-addım izahı növbəti slaydlarda...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QEYD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Fikir verdinizsə,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middleware() v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 admin</a:t>
            </a:r>
            <a:r>
              <a:rPr lang="en-US" altLang="en-US" sz="1300">
                <a:latin typeface="Arial" panose="020B0604020202020204" pitchFamily="34" charset="0"/>
              </a:rPr>
              <a:t>, vendor </a:t>
            </a:r>
            <a:r>
              <a:rPr lang="az-Latn-AZ" altLang="en-US" sz="1300">
                <a:latin typeface="Arial" panose="020B0604020202020204" pitchFamily="34" charset="0"/>
              </a:rPr>
              <a:t>sözlərinidə route -lardan silmişik. Onları əslində </a:t>
            </a:r>
            <a:r>
              <a:rPr lang="en-US" altLang="en-US" sz="1300" b="1">
                <a:latin typeface="Arial" panose="020B0604020202020204" pitchFamily="34" charset="0"/>
              </a:rPr>
              <a:t>RouteServiceProvider.php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 yazmışıq. Ətraflı növbəti slaydlarda....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64DB5-8727-1A48-0FD4-B736A784A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280" y="0"/>
            <a:ext cx="7845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1C35-0031-4871-4486-52779E6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E6C33D-7BBF-226F-A58A-A85249F2386D}"/>
              </a:ext>
            </a:extLst>
          </p:cNvPr>
          <p:cNvSpPr txBox="1"/>
          <p:nvPr/>
        </p:nvSpPr>
        <p:spPr>
          <a:xfrm>
            <a:off x="217714" y="255046"/>
            <a:ext cx="11756571" cy="349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latin typeface="Arial" panose="020B0604020202020204" pitchFamily="34" charset="0"/>
              </a:rPr>
              <a:t>routes/admin.php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routes/vendor.php </a:t>
            </a:r>
            <a:r>
              <a:rPr lang="en-US" altLang="en-US" sz="1300">
                <a:latin typeface="Arial" panose="020B0604020202020204" pitchFamily="34" charset="0"/>
              </a:rPr>
              <a:t>faylları niyə ayrıca yaradılır?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Laravel-in standart olaraq yalnız </a:t>
            </a:r>
            <a:r>
              <a:rPr lang="en-US" altLang="en-US" sz="1300" b="1">
                <a:latin typeface="Arial" panose="020B0604020202020204" pitchFamily="34" charset="0"/>
              </a:rPr>
              <a:t>routes/web.php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routes/api.php </a:t>
            </a:r>
            <a:r>
              <a:rPr lang="en-US" altLang="en-US" sz="1300">
                <a:latin typeface="Arial" panose="020B0604020202020204" pitchFamily="34" charset="0"/>
              </a:rPr>
              <a:t>faylları olur. Amma</a:t>
            </a:r>
            <a:r>
              <a:rPr lang="az-Latn-AZ" altLang="en-US" sz="1300">
                <a:latin typeface="Arial" panose="020B0604020202020204" pitchFamily="34" charset="0"/>
              </a:rPr>
              <a:t>, n</a:t>
            </a:r>
            <a:r>
              <a:rPr lang="en-US" altLang="en-US" sz="1300">
                <a:latin typeface="Arial" panose="020B0604020202020204" pitchFamily="34" charset="0"/>
              </a:rPr>
              <a:t>iyə ayrıca </a:t>
            </a:r>
            <a:r>
              <a:rPr lang="en-US" altLang="en-US" sz="1300" b="1">
                <a:latin typeface="Arial" panose="020B0604020202020204" pitchFamily="34" charset="0"/>
              </a:rPr>
              <a:t>admin.php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vendor.php </a:t>
            </a:r>
            <a:r>
              <a:rPr lang="en-US" altLang="en-US" sz="1300">
                <a:latin typeface="Arial" panose="020B0604020202020204" pitchFamily="34" charset="0"/>
              </a:rPr>
              <a:t>fayl</a:t>
            </a:r>
            <a:r>
              <a:rPr lang="az-Latn-AZ" altLang="en-US" sz="1300">
                <a:latin typeface="Arial" panose="020B0604020202020204" pitchFamily="34" charset="0"/>
              </a:rPr>
              <a:t>ları</a:t>
            </a:r>
            <a:r>
              <a:rPr lang="en-US" altLang="en-US" sz="1300">
                <a:latin typeface="Arial" panose="020B0604020202020204" pitchFamily="34" charset="0"/>
              </a:rPr>
              <a:t> yaradırıq?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Çünki, kodların ayrı-ayrı saxlanılması üçün. Bu, modulyar (modular) və təmiz (clean) arxitektura qurmağa kömək edir.</a:t>
            </a:r>
          </a:p>
          <a:p>
            <a:pPr marL="0" lvl="1"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az-Latn-AZ" altLang="en-US" sz="2000" b="1">
                <a:latin typeface="Arial" panose="020B0604020202020204" pitchFamily="34" charset="0"/>
              </a:rPr>
              <a:t>Sadə səbəblər</a:t>
            </a:r>
            <a:r>
              <a:rPr lang="az-Latn-AZ" altLang="en-US" sz="2000">
                <a:latin typeface="Arial" panose="020B0604020202020204" pitchFamily="34" charset="0"/>
              </a:rPr>
              <a:t>:</a:t>
            </a:r>
            <a:endParaRPr kumimoji="0" lang="az-Latn-AZ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695D82-493B-6488-9A62-D121271C1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037963"/>
              </p:ext>
            </p:extLst>
          </p:nvPr>
        </p:nvGraphicFramePr>
        <p:xfrm>
          <a:off x="217714" y="3841740"/>
          <a:ext cx="11756571" cy="2854520"/>
        </p:xfrm>
        <a:graphic>
          <a:graphicData uri="http://schemas.openxmlformats.org/drawingml/2006/table">
            <a:tbl>
              <a:tblPr/>
              <a:tblGrid>
                <a:gridCol w="3074916">
                  <a:extLst>
                    <a:ext uri="{9D8B030D-6E8A-4147-A177-3AD203B41FA5}">
                      <a16:colId xmlns:a16="http://schemas.microsoft.com/office/drawing/2014/main" val="1807899256"/>
                    </a:ext>
                  </a:extLst>
                </a:gridCol>
                <a:gridCol w="8681655">
                  <a:extLst>
                    <a:ext uri="{9D8B030D-6E8A-4147-A177-3AD203B41FA5}">
                      <a16:colId xmlns:a16="http://schemas.microsoft.com/office/drawing/2014/main" val="1388922001"/>
                    </a:ext>
                  </a:extLst>
                </a:gridCol>
              </a:tblGrid>
              <a:tr h="570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Səbəb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790693"/>
                  </a:ext>
                </a:extLst>
              </a:tr>
              <a:tr h="570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✅ Oxunaqlılıq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Bütün route-lar web.php içində olsa, çox qarışıq və uzun olur.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40806"/>
                  </a:ext>
                </a:extLst>
              </a:tr>
              <a:tr h="570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✅ Qruplama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Admin, vendor və ya user route-larını </a:t>
                      </a:r>
                      <a:r>
                        <a:rPr lang="en-US" b="1"/>
                        <a:t>ayrı-ayrı bölmələrdə saxlamaq</a:t>
                      </a:r>
                      <a:r>
                        <a:rPr lang="en-US"/>
                        <a:t> daha düzgündür.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193547"/>
                  </a:ext>
                </a:extLst>
              </a:tr>
              <a:tr h="570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✅ Təhlükəsizlik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Hər hissəyə xüsusi middleware təyin etmək rahat olur.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03830"/>
                  </a:ext>
                </a:extLst>
              </a:tr>
              <a:tr h="570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✅ Böyük layihə rahatlığı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Böyük sistemlərdə yüzlərlə route ola bilər. Bu struktur </a:t>
                      </a:r>
                      <a:r>
                        <a:rPr lang="en-US" b="1"/>
                        <a:t>dəstək və inkişaf</a:t>
                      </a:r>
                      <a:r>
                        <a:rPr lang="en-US"/>
                        <a:t> üçün əlverişlidir.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255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482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F1FA-888F-F161-B905-7752AFAD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72C0A-CAA4-85DA-53F7-EFFDA80DB79F}"/>
              </a:ext>
            </a:extLst>
          </p:cNvPr>
          <p:cNvSpPr txBox="1"/>
          <p:nvPr/>
        </p:nvSpPr>
        <p:spPr>
          <a:xfrm>
            <a:off x="217714" y="255046"/>
            <a:ext cx="11756571" cy="125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latin typeface="Arial" panose="020B0604020202020204" pitchFamily="34" charset="0"/>
              </a:rPr>
              <a:t>app\Providers\RouteServiceProvider.php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haqqında.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Laravel, yalnız </a:t>
            </a:r>
            <a:r>
              <a:rPr lang="en-US" altLang="en-US" sz="1300" b="1">
                <a:latin typeface="Arial" panose="020B0604020202020204" pitchFamily="34" charset="0"/>
              </a:rPr>
              <a:t>RouteServiceProvider</a:t>
            </a:r>
            <a:r>
              <a:rPr lang="en-US" altLang="en-US" sz="1300">
                <a:latin typeface="Arial" panose="020B0604020202020204" pitchFamily="34" charset="0"/>
              </a:rPr>
              <a:t> içində göstərilmiş faylları </a:t>
            </a:r>
            <a:r>
              <a:rPr lang="en-US" altLang="en-US" sz="1300" b="1">
                <a:latin typeface="Arial" panose="020B0604020202020204" pitchFamily="34" charset="0"/>
              </a:rPr>
              <a:t>avtomatik</a:t>
            </a:r>
            <a:r>
              <a:rPr lang="en-US" altLang="en-US" sz="1300">
                <a:latin typeface="Arial" panose="020B0604020202020204" pitchFamily="34" charset="0"/>
              </a:rPr>
              <a:t> oxuyur. Yəni əgər sən </a:t>
            </a:r>
            <a:r>
              <a:rPr lang="en-US" altLang="en-US" sz="1300" b="1">
                <a:latin typeface="Arial" panose="020B0604020202020204" pitchFamily="34" charset="0"/>
              </a:rPr>
              <a:t>admin.php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vendor.php </a:t>
            </a:r>
            <a:r>
              <a:rPr lang="en-US" altLang="en-US" sz="1300">
                <a:latin typeface="Arial" panose="020B0604020202020204" pitchFamily="34" charset="0"/>
              </a:rPr>
              <a:t>fayllarını bu </a:t>
            </a:r>
            <a:r>
              <a:rPr lang="en-US" altLang="en-US" sz="1300" b="1">
                <a:latin typeface="Arial" panose="020B0604020202020204" pitchFamily="34" charset="0"/>
              </a:rPr>
              <a:t>RouteServiceProvider</a:t>
            </a:r>
            <a:r>
              <a:rPr lang="en-US" altLang="en-US" sz="1300">
                <a:latin typeface="Arial" panose="020B0604020202020204" pitchFamily="34" charset="0"/>
              </a:rPr>
              <a:t> içində qeyd etməsən</a:t>
            </a:r>
            <a:r>
              <a:rPr lang="az-Latn-AZ" altLang="en-US" sz="1300">
                <a:latin typeface="Arial" panose="020B0604020202020204" pitchFamily="34" charset="0"/>
              </a:rPr>
              <a:t> həmin </a:t>
            </a:r>
            <a:r>
              <a:rPr lang="en-US" altLang="en-US" sz="1300">
                <a:latin typeface="Arial" panose="020B0604020202020204" pitchFamily="34" charset="0"/>
              </a:rPr>
              <a:t>route-lar işləməyəcək, Laravel onları tanımayacaq.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A317-E4D3-14EC-87E9-1E61C6CB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88E37-BD48-5C4E-82B8-8345B1E39EDD}"/>
              </a:ext>
            </a:extLst>
          </p:cNvPr>
          <p:cNvSpPr txBox="1"/>
          <p:nvPr/>
        </p:nvSpPr>
        <p:spPr>
          <a:xfrm>
            <a:off x="217714" y="255046"/>
            <a:ext cx="11756571" cy="5321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3. </a:t>
            </a:r>
            <a:r>
              <a:rPr lang="en-US" altLang="en-US" sz="1200" b="1">
                <a:latin typeface="Arial" panose="020B0604020202020204" pitchFamily="34" charset="0"/>
              </a:rPr>
              <a:t>$this-&gt;routes(function () { ... }); </a:t>
            </a:r>
            <a:r>
              <a:rPr lang="en-US" altLang="en-US" sz="1200">
                <a:latin typeface="Arial" panose="020B0604020202020204" pitchFamily="34" charset="0"/>
              </a:rPr>
              <a:t>→ Bu kod nə edir? 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 funksiya içində Laravel-ə deyirik: “Mənim əlavə route qruplarım var. Onları bu parametrlərlə yüklə.”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a) 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Middleware-ləri burada niyə qeyd edirik?</a:t>
            </a:r>
            <a:endParaRPr lang="az-Latn-AZ" altLang="en-US" sz="12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Bu formada yazmaq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>
                <a:latin typeface="Arial" panose="020B0604020202020204" pitchFamily="34" charset="0"/>
              </a:rPr>
              <a:t>Ümumi qaydaları bütün admin </a:t>
            </a:r>
            <a:r>
              <a:rPr lang="az-Latn-AZ" altLang="en-US" sz="1200">
                <a:latin typeface="Arial" panose="020B0604020202020204" pitchFamily="34" charset="0"/>
              </a:rPr>
              <a:t>yaxud vendor </a:t>
            </a:r>
            <a:r>
              <a:rPr lang="en-US" altLang="en-US" sz="1200">
                <a:latin typeface="Arial" panose="020B0604020202020204" pitchFamily="34" charset="0"/>
              </a:rPr>
              <a:t>route-larına tətbiq edir</a:t>
            </a:r>
            <a:r>
              <a:rPr lang="az-Latn-AZ" altLang="en-US" sz="1200">
                <a:latin typeface="Arial" panose="020B0604020202020204" pitchFamily="34" charset="0"/>
              </a:rPr>
              <a:t> və </a:t>
            </a:r>
            <a:r>
              <a:rPr lang="en-US" altLang="en-US" sz="1200" b="1">
                <a:latin typeface="Arial" panose="020B0604020202020204" pitchFamily="34" charset="0"/>
              </a:rPr>
              <a:t>admin.php </a:t>
            </a:r>
            <a:r>
              <a:rPr lang="en-US" altLang="en-US" sz="1200">
                <a:latin typeface="Arial" panose="020B0604020202020204" pitchFamily="34" charset="0"/>
              </a:rPr>
              <a:t>yaxud </a:t>
            </a:r>
            <a:r>
              <a:rPr lang="en-US" altLang="en-US" sz="1200" b="1">
                <a:latin typeface="Arial" panose="020B0604020202020204" pitchFamily="34" charset="0"/>
              </a:rPr>
              <a:t>vendor.php </a:t>
            </a:r>
            <a:r>
              <a:rPr lang="az-Latn-AZ" altLang="en-US" sz="1200">
                <a:latin typeface="Arial" panose="020B0604020202020204" pitchFamily="34" charset="0"/>
              </a:rPr>
              <a:t>faylındakı kodu qısaldaraq oxunmasını asanlaşdırır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200">
                <a:latin typeface="Arial" panose="020B0604020202020204" pitchFamily="34" charset="0"/>
              </a:rPr>
              <a:t>auth </a:t>
            </a:r>
            <a:r>
              <a:rPr lang="az-Latn-AZ" altLang="en-US" sz="1200">
                <a:latin typeface="Arial" panose="020B0604020202020204" pitchFamily="34" charset="0"/>
              </a:rPr>
              <a:t>	           </a:t>
            </a:r>
            <a:r>
              <a:rPr lang="en-US" altLang="en-US" sz="1200">
                <a:latin typeface="Arial" panose="020B0604020202020204" pitchFamily="34" charset="0"/>
              </a:rPr>
              <a:t>→ istifadəçi login olmalıdır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200">
                <a:latin typeface="Arial" panose="020B0604020202020204" pitchFamily="34" charset="0"/>
              </a:rPr>
              <a:t>role:admin </a:t>
            </a:r>
            <a:r>
              <a:rPr lang="az-Latn-AZ" altLang="en-US" sz="1200">
                <a:latin typeface="Arial" panose="020B0604020202020204" pitchFamily="34" charset="0"/>
              </a:rPr>
              <a:t>        </a:t>
            </a:r>
            <a:r>
              <a:rPr lang="en-US" altLang="en-US" sz="1200">
                <a:latin typeface="Arial" panose="020B0604020202020204" pitchFamily="34" charset="0"/>
              </a:rPr>
              <a:t>→ admin roluna sahib olmalıdır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200">
                <a:latin typeface="Arial" panose="020B0604020202020204" pitchFamily="34" charset="0"/>
              </a:rPr>
              <a:t>prefix('admin’)</a:t>
            </a:r>
            <a:r>
              <a:rPr lang="az-Latn-AZ" altLang="en-US" sz="1200">
                <a:latin typeface="Arial" panose="020B0604020202020204" pitchFamily="34" charset="0"/>
              </a:rPr>
              <a:t>   </a:t>
            </a:r>
            <a:r>
              <a:rPr lang="en-US" altLang="en-US" sz="1200">
                <a:latin typeface="Arial" panose="020B0604020202020204" pitchFamily="34" charset="0"/>
              </a:rPr>
              <a:t>→ URL /admin/... ilə başlamalıdır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200">
                <a:latin typeface="Arial" panose="020B0604020202020204" pitchFamily="34" charset="0"/>
              </a:rPr>
              <a:t>as('admin.’)</a:t>
            </a:r>
            <a:r>
              <a:rPr lang="az-Latn-AZ" altLang="en-US" sz="1200">
                <a:latin typeface="Arial" panose="020B0604020202020204" pitchFamily="34" charset="0"/>
              </a:rPr>
              <a:t>       </a:t>
            </a:r>
            <a:r>
              <a:rPr lang="en-US" altLang="en-US" sz="1200">
                <a:latin typeface="Arial" panose="020B0604020202020204" pitchFamily="34" charset="0"/>
              </a:rPr>
              <a:t>→ route adları admin.dashboard, admin.orders və s. olacaq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Faydası</a:t>
            </a:r>
            <a:r>
              <a:rPr lang="en-US" altLang="en-US" sz="1200">
                <a:latin typeface="Arial" panose="020B0604020202020204" pitchFamily="34" charset="0"/>
              </a:rPr>
              <a:t>: Hər bir </a:t>
            </a:r>
            <a:r>
              <a:rPr lang="en-US" altLang="en-US" sz="1200" b="1">
                <a:latin typeface="Arial" panose="020B0604020202020204" pitchFamily="34" charset="0"/>
              </a:rPr>
              <a:t>admin.php </a:t>
            </a:r>
            <a:r>
              <a:rPr lang="en-US" altLang="en-US" sz="1200">
                <a:latin typeface="Arial" panose="020B0604020202020204" pitchFamily="34" charset="0"/>
              </a:rPr>
              <a:t>içindəki route-a ayrıca </a:t>
            </a:r>
            <a:r>
              <a:rPr lang="en-US" altLang="en-US" sz="1200" b="1">
                <a:latin typeface="Arial" panose="020B0604020202020204" pitchFamily="34" charset="0"/>
              </a:rPr>
              <a:t>middleware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və </a:t>
            </a:r>
            <a:r>
              <a:rPr lang="az-Latn-AZ" altLang="en-US" sz="1200" b="1">
                <a:latin typeface="Arial" panose="020B0604020202020204" pitchFamily="34" charset="0"/>
              </a:rPr>
              <a:t>prefix</a:t>
            </a:r>
            <a:r>
              <a:rPr lang="az-Latn-AZ" altLang="en-US" sz="1200">
                <a:latin typeface="Arial" panose="020B0604020202020204" pitchFamily="34" charset="0"/>
              </a:rPr>
              <a:t> </a:t>
            </a:r>
            <a:r>
              <a:rPr lang="en-US" altLang="en-US" sz="1200">
                <a:latin typeface="Arial" panose="020B0604020202020204" pitchFamily="34" charset="0"/>
              </a:rPr>
              <a:t>yazmağa ehtiyac qalmır.</a:t>
            </a:r>
            <a:r>
              <a:rPr lang="az-Latn-AZ" altLang="en-US" sz="1200">
                <a:latin typeface="Arial" panose="020B0604020202020204" pitchFamily="34" charset="0"/>
              </a:rPr>
              <a:t> Yəni aşağıdakı kimi yazmağa ehtiyac yoxdur:</a:t>
            </a:r>
            <a:endParaRPr kumimoji="0" lang="en-US" altLang="en-US" sz="12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AD00E-5E8E-DCCC-5592-E4AA0739C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523"/>
            <a:ext cx="3896269" cy="1124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8F8B88-8B2F-A136-68CE-40932578F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76183"/>
            <a:ext cx="4124901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8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7410-E883-7997-1379-039759FE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A47434-805A-8A1B-53BC-815ADCBF771B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prefix()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as() </a:t>
            </a:r>
            <a:r>
              <a:rPr lang="en-US" altLang="en-US" sz="1300">
                <a:latin typeface="Arial" panose="020B0604020202020204" pitchFamily="34" charset="0"/>
              </a:rPr>
              <a:t>funksiyaları nə üçündür?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prefix('admin') </a:t>
            </a:r>
            <a:r>
              <a:rPr lang="en-US" altLang="en-US" sz="1300">
                <a:latin typeface="Arial" panose="020B0604020202020204" pitchFamily="34" charset="0"/>
              </a:rPr>
              <a:t>— URL önündə </a:t>
            </a:r>
            <a:r>
              <a:rPr lang="en-US" altLang="en-US" sz="1300" b="1">
                <a:latin typeface="Arial" panose="020B0604020202020204" pitchFamily="34" charset="0"/>
              </a:rPr>
              <a:t>/admin </a:t>
            </a:r>
            <a:r>
              <a:rPr lang="en-US" altLang="en-US" sz="1300">
                <a:latin typeface="Arial" panose="020B0604020202020204" pitchFamily="34" charset="0"/>
              </a:rPr>
              <a:t>yaz</a:t>
            </a:r>
            <a:r>
              <a:rPr lang="az-Latn-AZ" altLang="en-US" sz="1300">
                <a:latin typeface="Arial" panose="020B0604020202020204" pitchFamily="34" charset="0"/>
              </a:rPr>
              <a:t>maq üçündür.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Əslində belə olur: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altLang="en-US" sz="1300" b="1">
                <a:latin typeface="Arial" panose="020B0604020202020204" pitchFamily="34" charset="0"/>
              </a:rPr>
              <a:t>as('admin.') </a:t>
            </a:r>
            <a:r>
              <a:rPr lang="pt-BR" altLang="en-US" sz="1300">
                <a:latin typeface="Arial" panose="020B0604020202020204" pitchFamily="34" charset="0"/>
              </a:rPr>
              <a:t>— Route adlarına prefix əlavə edir</a:t>
            </a:r>
            <a:r>
              <a:rPr lang="az-Latn-AZ" altLang="en-US" sz="1300">
                <a:latin typeface="Arial" panose="020B0604020202020204" pitchFamily="34" charset="0"/>
              </a:rPr>
              <a:t>. Əgər route belə yazılıbsa: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O zaman bu route-ın tam adı olacaq:</a:t>
            </a:r>
            <a:r>
              <a:rPr lang="az-Latn-AZ" altLang="en-US" sz="1300">
                <a:latin typeface="Arial" panose="020B0604020202020204" pitchFamily="34" charset="0"/>
              </a:rPr>
              <a:t> Beləliklə, </a:t>
            </a:r>
            <a:r>
              <a:rPr lang="az-Latn-AZ" altLang="en-US" sz="1300" b="1">
                <a:latin typeface="Arial" panose="020B0604020202020204" pitchFamily="34" charset="0"/>
              </a:rPr>
              <a:t>route('admin.dashboard') </a:t>
            </a:r>
            <a:r>
              <a:rPr lang="az-Latn-AZ" altLang="en-US" sz="1300">
                <a:latin typeface="Arial" panose="020B0604020202020204" pitchFamily="34" charset="0"/>
              </a:rPr>
              <a:t>deyə çağırmaq mümkün olur.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E0A5E-39F4-EE20-DED6-DB1A35781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901"/>
            <a:ext cx="2400635" cy="362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613E40-001D-3C84-67BB-F9B7338A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0810"/>
            <a:ext cx="1552792" cy="447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04B4EF-AACC-1152-1AA6-98CA7738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92187"/>
            <a:ext cx="3810532" cy="400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46952E-CE32-751F-B9C4-10C5425B1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88223"/>
            <a:ext cx="1467055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0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9A6AE-9C42-6B14-1E63-E209DF52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1B2109-4C7A-9C3B-3FA5-02F40FEC00FA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Sadə dildə izah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routes/web.php </a:t>
            </a:r>
            <a:r>
              <a:rPr lang="en-US" altLang="en-US" sz="1300">
                <a:latin typeface="Arial" panose="020B0604020202020204" pitchFamily="34" charset="0"/>
              </a:rPr>
              <a:t>— sadə bir otaqdır, amma hər kəs oradadır: </a:t>
            </a:r>
            <a:r>
              <a:rPr lang="en-US" altLang="en-US" sz="1300" b="1">
                <a:latin typeface="Arial" panose="020B0604020202020204" pitchFamily="34" charset="0"/>
              </a:rPr>
              <a:t>admin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vendor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user</a:t>
            </a:r>
            <a:r>
              <a:rPr lang="en-US" altLang="en-US" sz="1300">
                <a:latin typeface="Arial" panose="020B0604020202020204" pitchFamily="34" charset="0"/>
              </a:rPr>
              <a:t>... qarışıqlıqdır! Amma biz </a:t>
            </a:r>
            <a:r>
              <a:rPr lang="en-US" altLang="en-US" sz="1300" b="1">
                <a:latin typeface="Arial" panose="020B0604020202020204" pitchFamily="34" charset="0"/>
              </a:rPr>
              <a:t>routes/admin.php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routes/vendor.php </a:t>
            </a:r>
            <a:r>
              <a:rPr lang="en-US" altLang="en-US" sz="1300">
                <a:latin typeface="Arial" panose="020B0604020202020204" pitchFamily="34" charset="0"/>
              </a:rPr>
              <a:t>yaradaraq hər kəsi öz otağına salırıq. Daha səliqəli və təhlükəsiz olur.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RouteServiceProvider</a:t>
            </a:r>
            <a:r>
              <a:rPr lang="en-US" altLang="en-US" sz="1300">
                <a:latin typeface="Arial" panose="020B0604020202020204" pitchFamily="34" charset="0"/>
              </a:rPr>
              <a:t> rolu: Laravelə deyirik: “Ay admin!</a:t>
            </a:r>
            <a:r>
              <a:rPr lang="az-Latn-AZ" altLang="en-US" sz="1300">
                <a:latin typeface="Arial" panose="020B0604020202020204" pitchFamily="34" charset="0"/>
              </a:rPr>
              <a:t> Ay vendor! və.s</a:t>
            </a:r>
            <a:r>
              <a:rPr lang="en-US" altLang="en-US" sz="1300">
                <a:latin typeface="Arial" panose="020B0604020202020204" pitchFamily="34" charset="0"/>
              </a:rPr>
              <a:t> Bu otağın qapısı bur</a:t>
            </a:r>
            <a:r>
              <a:rPr lang="az-Latn-AZ" altLang="en-US" sz="1300">
                <a:latin typeface="Arial" panose="020B0604020202020204" pitchFamily="34" charset="0"/>
              </a:rPr>
              <a:t>a</a:t>
            </a:r>
            <a:r>
              <a:rPr lang="en-US" altLang="en-US" sz="1300">
                <a:latin typeface="Arial" panose="020B0604020202020204" pitchFamily="34" charset="0"/>
              </a:rPr>
              <a:t>dadır. Bu fayldan daxil ol!”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prefix() </a:t>
            </a:r>
            <a:r>
              <a:rPr lang="en-US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as() </a:t>
            </a:r>
            <a:r>
              <a:rPr lang="en-US" altLang="en-US" sz="1300">
                <a:latin typeface="Arial" panose="020B0604020202020204" pitchFamily="34" charset="0"/>
              </a:rPr>
              <a:t>izah: 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prefix</a:t>
            </a:r>
            <a:r>
              <a:rPr lang="en-US" altLang="en-US" sz="1300">
                <a:latin typeface="Arial" panose="020B0604020202020204" pitchFamily="34" charset="0"/>
              </a:rPr>
              <a:t> → URL-lərin önünə etiket yapışdır: </a:t>
            </a:r>
            <a:r>
              <a:rPr lang="en-US" altLang="en-US" sz="1300" b="1">
                <a:latin typeface="Arial" panose="020B0604020202020204" pitchFamily="34" charset="0"/>
              </a:rPr>
              <a:t>/admin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/vendor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as</a:t>
            </a:r>
            <a:r>
              <a:rPr lang="en-US" altLang="en-US" sz="1300">
                <a:latin typeface="Arial" panose="020B0604020202020204" pitchFamily="34" charset="0"/>
              </a:rPr>
              <a:t> → route adlarının önünə etiket yapışdır: </a:t>
            </a:r>
            <a:r>
              <a:rPr lang="en-US" altLang="en-US" sz="1300" b="1">
                <a:latin typeface="Arial" panose="020B0604020202020204" pitchFamily="34" charset="0"/>
              </a:rPr>
              <a:t>admin.dashboard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vendor.orders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və.s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5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4758</TotalTime>
  <Words>561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359</cp:revision>
  <dcterms:created xsi:type="dcterms:W3CDTF">2025-04-12T11:00:44Z</dcterms:created>
  <dcterms:modified xsi:type="dcterms:W3CDTF">2025-07-23T20:55:28Z</dcterms:modified>
</cp:coreProperties>
</file>