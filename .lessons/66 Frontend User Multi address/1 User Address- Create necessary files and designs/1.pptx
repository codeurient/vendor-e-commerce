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0" r:id="rId3"/>
    <p:sldId id="416" r:id="rId4"/>
    <p:sldId id="417" r:id="rId5"/>
    <p:sldId id="421" r:id="rId6"/>
    <p:sldId id="422" r:id="rId7"/>
    <p:sldId id="418" r:id="rId8"/>
    <p:sldId id="423" r:id="rId9"/>
    <p:sldId id="424" r:id="rId10"/>
    <p:sldId id="419" r:id="rId11"/>
    <p:sldId id="42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D86813-B295-733C-F96B-40307D76D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95" y="0"/>
            <a:ext cx="115866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7474-59CA-B666-9B28-FAA3D6049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7F460D-6D03-B12D-8BBC-4BF1FB01F66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557AFB-DD37-822E-6F10-814A0A3CB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87" y="0"/>
            <a:ext cx="6088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70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777DBB-331E-80FB-2092-25B1D785E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2278"/>
            <a:ext cx="12192000" cy="3213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85E54-AAD7-2398-0FBE-6295714E76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569" y="0"/>
            <a:ext cx="66688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9F8C9-D4CA-6A80-0EC3-C74EC2C3F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F9C79E-8CFD-C0BE-B67C-19BC4A8C601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4D6CBF-FE5B-6E66-22D4-E0B66DCFE9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493" y="2647841"/>
            <a:ext cx="9593014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7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A5D4-55C9-EF0D-9EC5-CDDB3F0CA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1A27B5F-3292-8DA8-9279-60EF3673C7A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3BDD0-EF56-8655-DA17-997074F8A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661" y="0"/>
            <a:ext cx="641667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525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C44718-6BB0-0E58-E3A7-BE605E5574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21" y="0"/>
            <a:ext cx="107507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7484D-EA29-2480-6519-DAEDC663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7658F9-51C1-15F1-FB85-7492DD7A43C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283423-AA96-D606-F158-7ECB6B722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067" y="0"/>
            <a:ext cx="93938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608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FD711-8D26-A274-F9EA-B611C0B9F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1FD501-EE59-71FE-5239-93815BFEC052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9CA9D-4725-786A-9D5E-C5F636CE8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6" y="0"/>
            <a:ext cx="111669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780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0C696-7EAC-2745-6FA6-6607E866F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51" y="0"/>
            <a:ext cx="10269898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1B06-FAE2-141B-4811-D57EE9282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7D9525-8DE6-83E6-C9E7-4BFF622DD45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6715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5617</TotalTime>
  <Words>11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391</cp:revision>
  <dcterms:created xsi:type="dcterms:W3CDTF">2025-04-12T11:00:44Z</dcterms:created>
  <dcterms:modified xsi:type="dcterms:W3CDTF">2025-12-31T12:51:15Z</dcterms:modified>
</cp:coreProperties>
</file>