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16" r:id="rId3"/>
    <p:sldId id="420" r:id="rId4"/>
    <p:sldId id="421" r:id="rId5"/>
    <p:sldId id="417" r:id="rId6"/>
    <p:sldId id="418" r:id="rId7"/>
    <p:sldId id="422" r:id="rId8"/>
    <p:sldId id="425" r:id="rId9"/>
    <p:sldId id="426" r:id="rId10"/>
    <p:sldId id="423" r:id="rId11"/>
    <p:sldId id="424" r:id="rId12"/>
    <p:sldId id="428" r:id="rId13"/>
    <p:sldId id="427" r:id="rId14"/>
    <p:sldId id="429" r:id="rId15"/>
    <p:sldId id="431" r:id="rId16"/>
    <p:sldId id="430" r:id="rId17"/>
    <p:sldId id="432" r:id="rId18"/>
    <p:sldId id="433" r:id="rId19"/>
    <p:sldId id="434" r:id="rId20"/>
    <p:sldId id="436" r:id="rId21"/>
    <p:sldId id="435" r:id="rId22"/>
    <p:sldId id="437" r:id="rId23"/>
    <p:sldId id="438" r:id="rId24"/>
    <p:sldId id="439" r:id="rId25"/>
    <p:sldId id="419" r:id="rId26"/>
    <p:sldId id="440" r:id="rId27"/>
    <p:sldId id="44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235039-3E0C-5B2D-4E03-ACF15A2AA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957" y="0"/>
            <a:ext cx="59240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CB75D7-CE27-2266-6A0E-CA632E7ED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357" y="0"/>
            <a:ext cx="74032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EEFC-2B95-D974-787D-049534E61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167462-24D7-E373-0E0F-28384DEC41EA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7B7F1A-57F2-1F2A-1E09-3CFE99424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046" y="0"/>
            <a:ext cx="84519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394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02F0C-6EEB-EB2D-7A47-6D18CFEA5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252568-7D85-ED51-14E1-614265BC9406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B8A3AF-8609-D72A-160E-0395AB039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876" y="0"/>
            <a:ext cx="80302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499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AEEC64-659A-A4F5-4B11-CE385FFC2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703" y="0"/>
            <a:ext cx="98045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75D491-C3E3-856A-B5DB-0D4D54E6A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9588"/>
            <a:ext cx="12192000" cy="44988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B0769-E157-ED54-98D8-382AE58C2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ACB9CC-C0D6-D3E2-FC62-EA5F56D624E0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66F8A9-06F3-C82F-161A-B5EF11573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1" y="2514472"/>
            <a:ext cx="10050278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771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EDFE5-C65F-2314-32E5-AB816F80C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0DDAD9-8A1C-ACEA-4431-904C6DD14ACD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93B9B4-3DD4-D08A-AE59-959869652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514" y="0"/>
            <a:ext cx="89909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6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AA9BD-F232-BE99-7817-D9528B5C3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AD342D-B55D-A600-8870-50C55FCB1944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4A6755-8E39-D70B-1D02-F0D831D3D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460" y="0"/>
            <a:ext cx="68790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023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F3E4D-F155-FCFB-CBFC-A52A8F66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C1AAFE-DEE2-FA58-E41A-143711AAC92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719216-26CA-E674-1230-F943EA4E3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2203"/>
            <a:ext cx="12192000" cy="457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F816D-A4BF-D978-E7B0-A292097B9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55427F-1AC4-F481-B8EB-02BFC5BC5C3D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AD9813-2C50-FBA8-8333-D44D956A7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5033"/>
            <a:ext cx="12192000" cy="48079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18529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B020F-B938-DE1D-8188-3D732E913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6C0905-57DA-E8FA-3EC4-0B87E3EE13A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3C511A-56F4-1E75-210C-F050B3F87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2764"/>
            <a:ext cx="12192000" cy="40724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839686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A9DDF-CB06-1E3D-5A3B-54EA2ACCE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9ABF4B-8411-16D9-A852-F8B2B1C60E15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BFE759-E7D2-4783-D73A-139608426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651" y="0"/>
            <a:ext cx="70886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642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21BF1-63CC-86E7-403B-04D6719FD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329668-BCDD-E429-F883-2DD4069B253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AA671B-7DE4-2145-ABA7-9FC45116C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717"/>
            <a:ext cx="12192000" cy="660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539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09966-0DA3-AFF0-832A-0A49C2018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BF29BD-87A3-97A9-B088-93D37451834A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92AFC7-5202-FA07-C958-C10224B67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25" y="0"/>
            <a:ext cx="10074349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38400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E0137-CCCE-C273-FFDB-77559232E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727487-4B19-9D17-9E7E-39EE7AF5E31C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E76D43-9113-C28D-1DF7-CE2351C1E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976" y="0"/>
            <a:ext cx="82940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072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6253F-D313-86CE-382B-7226FB857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4E2950-2DCF-D011-2EA8-BF9E5EAE0BD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4CE54A-9451-DDC1-8D93-FC0DDB773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0"/>
            <a:ext cx="895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930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7D32C-CF21-5DF8-000E-B7A8A7ADD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00B2EA-D5DA-630B-87D5-1DEF11433B7F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42080B-F7C4-3438-6B44-1581E8BC9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795" y="0"/>
            <a:ext cx="79684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63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3BC4B-7B85-2AF8-08DB-A1EEA234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9B7501-FD08-7EA9-86D7-23DDA26D8036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B7EB63-5CFB-5271-6347-22B2B36F4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620" y="0"/>
            <a:ext cx="67947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118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CD0A7-6AF5-5D5D-B77A-BC087C30D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91428A-E97F-D55C-D8DB-2FC76F3C0BF2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6F9CEA-2B31-1B5B-C5FC-6CB978366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15" y="0"/>
            <a:ext cx="100779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164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69193-9322-D7F1-A5CA-15B0FE19C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941568-30E6-EE23-0CD7-9808768EC53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028F27-B524-C3D4-9231-18BD0E230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9483"/>
            <a:ext cx="12192000" cy="5699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958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EDA53-BE45-E2B7-3069-3405D6231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7C9413-36C7-7EDB-8576-9F3CBE878C1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278705-E010-F352-E1D4-C0B40E1FD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1818"/>
            <a:ext cx="12192000" cy="30543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760927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3E3B1-6EBD-B494-8725-C6D72E41E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3A8524-3B7B-6233-2F82-850D560A08C5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0AF705-3C98-A827-C19A-44520CE9D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075" y="0"/>
            <a:ext cx="73758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963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67A58-B252-503F-7645-D7062F05C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5D9AD7-FB17-8F28-545E-6267D11ECE0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1F20B9-A767-44A4-C216-6F1CC9E1F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296" y="0"/>
            <a:ext cx="8109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2581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87EF9E-A0A9-952D-533E-816C44B1F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81" y="0"/>
            <a:ext cx="112992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ADA9B-CF14-1B7E-F3E8-2B1FC74BC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DEA50B-0669-BC50-EECD-FECF4C75080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9840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59C01-B1BE-7DE3-FECE-8DE232127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97E22F-6576-E49B-3EC6-EF697DF249D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6204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6646</TotalTime>
  <Words>27</Words>
  <Application>Microsoft Office PowerPoint</Application>
  <PresentationFormat>Widescreen</PresentationFormat>
  <Paragraphs>27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402</cp:revision>
  <dcterms:created xsi:type="dcterms:W3CDTF">2025-04-12T11:00:44Z</dcterms:created>
  <dcterms:modified xsi:type="dcterms:W3CDTF">2026-01-05T13:37:52Z</dcterms:modified>
</cp:coreProperties>
</file>