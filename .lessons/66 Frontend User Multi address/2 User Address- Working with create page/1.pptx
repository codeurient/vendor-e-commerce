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415" r:id="rId2"/>
    <p:sldId id="416" r:id="rId3"/>
    <p:sldId id="420" r:id="rId4"/>
    <p:sldId id="421" r:id="rId5"/>
    <p:sldId id="417" r:id="rId6"/>
    <p:sldId id="418" r:id="rId7"/>
    <p:sldId id="422" r:id="rId8"/>
    <p:sldId id="425" r:id="rId9"/>
    <p:sldId id="426" r:id="rId10"/>
    <p:sldId id="423" r:id="rId11"/>
    <p:sldId id="424" r:id="rId12"/>
    <p:sldId id="428" r:id="rId13"/>
    <p:sldId id="427" r:id="rId14"/>
    <p:sldId id="429" r:id="rId15"/>
    <p:sldId id="431" r:id="rId16"/>
    <p:sldId id="430" r:id="rId17"/>
    <p:sldId id="432" r:id="rId18"/>
    <p:sldId id="433" r:id="rId19"/>
    <p:sldId id="434" r:id="rId20"/>
    <p:sldId id="436" r:id="rId21"/>
    <p:sldId id="435" r:id="rId22"/>
    <p:sldId id="437" r:id="rId23"/>
    <p:sldId id="438" r:id="rId24"/>
    <p:sldId id="439" r:id="rId25"/>
    <p:sldId id="419" r:id="rId26"/>
    <p:sldId id="440" r:id="rId27"/>
    <p:sldId id="441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158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4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749C7-6AF1-F06A-A691-2D0904BC135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02C4716-5D11-E496-5DF5-AB93EA15A6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9E0E94-60F8-08A9-8583-85A6278ED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25D2C0-6A6A-1795-39EA-D2B99B15C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32BA17-B8CF-C956-3BAE-ECF2A41AEF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018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4E4FAB-ECDB-6D53-0A07-84E133763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D70C78-0369-C0BE-6BB2-D67C83ABE7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245DE9-8F3A-CEAA-D1C2-306A5613FB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87178-B98A-D066-38E8-24CFB058B2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8799-3851-FC31-4E82-08089736B3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047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6F875-BFB8-8FD8-5E3C-9416CDA7F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7153BA-D9CE-5922-6C11-CD376A01D2F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0B4814-23D3-15D6-6FC3-433D733281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22266-9332-467E-4D53-2BF8ADEAB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3D8434-DD44-C9A5-27D2-7EAC962FFA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70815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52CAE-DE06-341E-4399-D3247E99F3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86EC78-459D-1859-3A8C-23C97043401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3B2326-0B17-AA7E-37C9-A0D57E0C65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513603-CDC7-61E2-FB0D-6BFB6A6BEB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2E2347-24BA-CF10-BC28-F28F7AE142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6F73D2A-6545-8CE3-BDFF-97D03FCBC9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56422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EFA89-75CF-B6F5-A695-BFFAAFD112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A1A08A-C068-1A71-3E79-E547D624D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07B05D-38DE-BE94-FB07-AF9D6A161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4A06C2E-89D4-EB35-B9D0-D351F33095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2F05CDE-AC67-E8D7-9D6D-BBF762834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7A69AD-C843-7C5D-7182-A36BD90FB2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AD254B3-794E-4494-3B5E-DE1DCA6284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F1B43F-C92B-F0FA-656F-E92189BB63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77483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67411-FE25-2681-09D5-DB935A99D5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FE1B3A5-4F90-10A7-0566-08E4450E4C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0FF90D-049A-DFA9-BF23-68E4966B2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7E56F7-4F2A-4C51-9C5C-8835FCB77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699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551AC7A-E461-EE51-26F7-CC09117CBE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7B81DB4-6D20-0BDA-3385-6BAF06508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46EFEC-DC5C-F46F-8EAA-04375E470A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0958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6A0668-6121-1429-0432-B6BF09E5A7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0563FA-56A9-8E9A-BBD8-686661F6B1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B7CC895-906C-F45F-5CF8-150E2C9C7C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5A91AD-B0E4-CDF7-6232-9A3A1A150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17564E2-A2A5-D9F9-8BFF-1300F609D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45CD0-4772-47CB-4E04-C6E1952F21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1013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21F8D-8D32-EE70-E8EA-1B8866D776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BA5BE0A-1E41-E609-EAB4-29C2E47F28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4500F1B-75F9-957E-DE9A-C579A7559B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26E0FB2-7BBC-670C-2E5E-848B63895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857B450-FBA6-ECFA-FC03-FD289B7CBA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DBAF75-0F56-6503-A5C3-92BF31819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50777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92E606-DAB7-60A0-54A7-30C3B8D68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1B87FE-1B87-46EA-24B0-72582C4553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D04BF-24D2-C545-C9B2-9D42CE13E4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C46315-527C-6299-AC4E-6D94F83BF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08BB5-AB62-C6DE-F7E6-DBC2A73985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85049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4A6F75-369E-75A6-2EAF-D30696F1A1C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2A90A5E-6EAE-2D15-39D7-94A9D9813F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7F4FAA-D770-59F8-C832-3F0381432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C525A2-B955-B961-6D9D-FF5E6ADFB2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D88462-29D7-245D-2CD3-BDC0A85CB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018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2A55957-9CB8-8100-91C5-8B38A9747F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A7E82F-E202-0B0E-3ADE-494F7BD719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383FE4-32CA-3C26-A3E2-C7EF744D7AD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E102D2E-813C-461C-9963-687A650C48C0}" type="datetimeFigureOut">
              <a:rPr lang="en-US" smtClean="0"/>
              <a:t>12/31/2025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086C83-EFC7-D225-20F1-0A98A0F57A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0307030-86F5-318F-153D-C5B50107E1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53492E2-EBB2-495F-9EA7-B52B4F712D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217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AE5AA-517F-F260-892A-328B0CAF8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4478110-B690-C635-530D-DC4FBFAD36C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235039-3E0C-5B2D-4E03-ACF15A2AA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3957" y="0"/>
            <a:ext cx="5924085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4E730A5-C5F7-A624-46A2-1CA13CF498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6357" y="152400"/>
            <a:ext cx="59240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71273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2F10-9265-F04A-C9FB-46DD1043B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7B2C65A-F981-FD3E-2E62-CA943357A05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7CB75D7-CE27-2266-6A0E-CA632E7ED3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4357" y="0"/>
            <a:ext cx="740328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97723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1EEFC-2B95-D974-787D-049534E61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167462-24D7-E373-0E0F-28384DEC41EA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07B7F1A-57F2-1F2A-1E09-3CFE99424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0046" y="0"/>
            <a:ext cx="84519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3949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02F0C-6EEB-EB2D-7A47-6D18CFEA5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252568-7D85-ED51-14E1-614265BC940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5B8A3AF-8609-D72A-160E-0395AB0397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0876" y="0"/>
            <a:ext cx="803024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54992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2B7394-F255-C7DA-F333-43FC302D2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F7E9B06-8F0F-17C6-6925-A2FDDE1785E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5AEEC64-659A-A4F5-4B11-CE385FFC2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703" y="0"/>
            <a:ext cx="980459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82336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1775F-562C-A9D4-8460-8992899D7D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8BDD00B-7046-B6FD-9AA4-2D558362BD59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75D491-C3E3-856A-B5DB-0D4D54E6A8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79588"/>
            <a:ext cx="12192000" cy="449882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15543207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CB0769-E157-ED54-98D8-382AE58C22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8ACB9CC-C0D6-D3E2-FC62-EA5F56D624E0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066F8A9-06F3-C82F-161A-B5EF115730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861" y="2514472"/>
            <a:ext cx="10050278" cy="18290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77156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EEDFE5-C65F-2314-32E5-AB816F80C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90DDAD9-8A1C-ACEA-4431-904C6DD14ACD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593B9B4-3DD4-D08A-AE59-959869652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514" y="0"/>
            <a:ext cx="89909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06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AA9BD-F232-BE99-7817-D9528B5C3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1AD342D-B55D-A600-8870-50C55FCB1944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4A6755-8E39-D70B-1D02-F0D831D3D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6460" y="0"/>
            <a:ext cx="687908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002369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9F3E4D-F155-FCFB-CBFC-A52A8F66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C1AAFE-DEE2-FA58-E41A-143711AAC92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E719216-26CA-E674-1230-F943EA4E3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142203"/>
            <a:ext cx="12192000" cy="4573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658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DF816D-A4BF-D978-E7B0-A292097B9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55427F-1AC4-F481-B8EB-02BFC5BC5C3D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7AD9813-2C50-FBA8-8333-D44D956A7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25033"/>
            <a:ext cx="12192000" cy="480793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7185295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B020F-B938-DE1D-8188-3D732E9139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A6C0905-57DA-E8FA-3EC4-0B87E3EE13A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3C511A-56F4-1E75-210C-F050B3F871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2764"/>
            <a:ext cx="12192000" cy="407247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18396867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4A9DDF-CB06-1E3D-5A3B-54EA2ACCE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59ABF4B-8411-16D9-A852-F8B2B1C60E15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BFE759-E7D2-4783-D73A-1396084266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651" y="0"/>
            <a:ext cx="708869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6428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221BF1-63CC-86E7-403B-04D6719FD1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0329668-BCDD-E429-F883-2DD4069B253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AAA671B-7DE4-2145-ABA7-9FC45116CB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26717"/>
            <a:ext cx="12192000" cy="6604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45391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209966-0DA3-AFF0-832A-0A49C2018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BBF29BD-87A3-97A9-B088-93D37451834A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92AFC7-5202-FA07-C958-C10224B67D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8825" y="0"/>
            <a:ext cx="10074349" cy="68580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23384009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E0137-CCCE-C273-FFDB-77559232E0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F727487-4B19-9D17-9E7E-39EE7AF5E31C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E76D43-9113-C28D-1DF7-CE2351C1E4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8976" y="0"/>
            <a:ext cx="82940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607284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6253F-D313-86CE-382B-7226FB857D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4E2950-2DCF-D011-2EA8-BF9E5EAE0BD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C4CE54A-9451-DDC1-8D93-FC0DDB773D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9250" y="0"/>
            <a:ext cx="89535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9305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A7D32C-CF21-5DF8-000E-B7A8A7ADD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00B2EA-D5DA-630B-87D5-1DEF11433B7F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E42080B-F7C4-3438-6B44-1581E8BC9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1795" y="0"/>
            <a:ext cx="796840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9634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BC4B-7B85-2AF8-08DB-A1EEA234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9B7501-FD08-7EA9-86D7-23DDA26D8036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9B7EB63-5CFB-5271-6347-22B2B36F41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8620" y="0"/>
            <a:ext cx="679476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11872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CD0A7-6AF5-5D5D-B77A-BC087C30D4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291428A-E97F-D55C-D8DB-2FC76F3C0BF2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A6F9CEA-2B31-1B5B-C5FC-6CB9783666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015" y="0"/>
            <a:ext cx="1007796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164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69193-9322-D7F1-A5CA-15B0FE19C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D941568-30E6-EE23-0CD7-9808768EC53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1028F27-B524-C3D4-9231-18BD0E2305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79483"/>
            <a:ext cx="12192000" cy="56990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095832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4EDA53-BE45-E2B7-3069-3405D6231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7C9413-36C7-7EDB-8576-9F3CBE878C13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8278705-E010-F352-E1D4-C0B40E1FD3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901818"/>
            <a:ext cx="12192000" cy="3054363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337609271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F3E3B1-6EBD-B494-8725-C6D72E41E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63A8524-3B7B-6233-2F82-850D560A08C5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00AF705-3C98-A827-C19A-44520CE9D2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8075" y="0"/>
            <a:ext cx="737584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9632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67A58-B252-503F-7645-D7062F05C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D5D9AD7-FB17-8F28-545E-6267D11ECE01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E1F20B9-A767-44A4-C216-6F1CC9E1FD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296" y="0"/>
            <a:ext cx="810940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2581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FC578-E916-157D-9E34-98C92603E5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E910EB-F8CF-72DB-1654-E9E111A3D87E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287EF9E-A0A9-952D-533E-816C44B1FD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381" y="0"/>
            <a:ext cx="1129923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314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6ADA9B-CF14-1B7E-F3E8-2B1FC74BCE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DEA50B-0669-BC50-EECD-FECF4C750807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6098405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559C01-B1BE-7DE3-FECE-8DE232127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497E22F-6576-E49B-3EC6-EF697DF249DB}"/>
              </a:ext>
            </a:extLst>
          </p:cNvPr>
          <p:cNvSpPr txBox="1"/>
          <p:nvPr/>
        </p:nvSpPr>
        <p:spPr>
          <a:xfrm>
            <a:off x="0" y="0"/>
            <a:ext cx="12192000" cy="355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kumimoji="0" lang="en-US" altLang="en-US" sz="13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04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6645</TotalTime>
  <Words>27</Words>
  <Application>Microsoft Office PowerPoint</Application>
  <PresentationFormat>Widescreen</PresentationFormat>
  <Paragraphs>27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Admin</dc:creator>
  <cp:lastModifiedBy>Admin</cp:lastModifiedBy>
  <cp:revision>401</cp:revision>
  <dcterms:created xsi:type="dcterms:W3CDTF">2025-04-12T11:00:44Z</dcterms:created>
  <dcterms:modified xsi:type="dcterms:W3CDTF">2026-01-01T06:58:30Z</dcterms:modified>
</cp:coreProperties>
</file>