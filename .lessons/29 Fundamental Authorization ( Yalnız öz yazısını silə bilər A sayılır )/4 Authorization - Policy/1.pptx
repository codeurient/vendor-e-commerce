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3" r:id="rId2"/>
    <p:sldId id="402" r:id="rId3"/>
    <p:sldId id="400" r:id="rId4"/>
    <p:sldId id="406" r:id="rId5"/>
    <p:sldId id="404" r:id="rId6"/>
    <p:sldId id="405" r:id="rId7"/>
    <p:sldId id="407" r:id="rId8"/>
    <p:sldId id="408" r:id="rId9"/>
    <p:sldId id="411" r:id="rId10"/>
    <p:sldId id="409" r:id="rId11"/>
    <p:sldId id="412" r:id="rId12"/>
    <p:sldId id="413" r:id="rId13"/>
    <p:sldId id="41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5" y="255046"/>
            <a:ext cx="5878286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dərsə başlamadan, `</a:t>
            </a:r>
            <a:r>
              <a:rPr lang="az-Latn-AZ" altLang="en-US" sz="1300" b="1">
                <a:latin typeface="Arial" panose="020B0604020202020204" pitchFamily="34" charset="0"/>
              </a:rPr>
              <a:t>app\Providers\AuthServiceProvider.php</a:t>
            </a:r>
            <a:r>
              <a:rPr lang="az-Latn-AZ" altLang="en-US" sz="1300">
                <a:latin typeface="Arial" panose="020B0604020202020204" pitchFamily="34" charset="0"/>
              </a:rPr>
              <a:t>` faylındakı əvvəl yazdığımız kodları kommentə alırıq.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16CD41-F97A-9B43-CBA6-63EC09AF1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38" y="0"/>
            <a:ext cx="5745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92364" y="255046"/>
            <a:ext cx="4692072" cy="6408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 b="1">
                <a:latin typeface="Arial" panose="020B0604020202020204" pitchFamily="34" charset="0"/>
              </a:rPr>
              <a:t>Sonra yazırıq</a:t>
            </a:r>
            <a:r>
              <a:rPr lang="az-Latn-AZ" altLang="en-US" sz="1100">
                <a:latin typeface="Arial" panose="020B0604020202020204" pitchFamily="34" charset="0"/>
              </a:rPr>
              <a:t>: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php artisan make:policy PostPolicy --model=Post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 b="1">
                <a:latin typeface="Arial" panose="020B0604020202020204" pitchFamily="34" charset="0"/>
              </a:rPr>
              <a:t>Bu komanda Laravel-ə deyir</a:t>
            </a:r>
            <a:r>
              <a:rPr lang="az-Latn-AZ" altLang="en-US" sz="11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✅ Yeni </a:t>
            </a:r>
            <a:r>
              <a:rPr lang="az-Latn-AZ" altLang="en-US" sz="1100" b="1">
                <a:latin typeface="Arial" panose="020B0604020202020204" pitchFamily="34" charset="0"/>
              </a:rPr>
              <a:t>Policy</a:t>
            </a:r>
            <a:r>
              <a:rPr lang="az-Latn-AZ" altLang="en-US" sz="1100">
                <a:latin typeface="Arial" panose="020B0604020202020204" pitchFamily="34" charset="0"/>
              </a:rPr>
              <a:t> faylı yarat – adı: </a:t>
            </a:r>
            <a:r>
              <a:rPr lang="az-Latn-AZ" altLang="en-US" sz="1100" b="1">
                <a:latin typeface="Arial" panose="020B0604020202020204" pitchFamily="34" charset="0"/>
              </a:rPr>
              <a:t>PostPolicy</a:t>
            </a:r>
            <a:r>
              <a:rPr lang="az-Latn-AZ" altLang="en-US" sz="1100">
                <a:latin typeface="Arial" panose="020B0604020202020204" pitchFamily="34" charset="0"/>
              </a:rPr>
              <a:t> olsun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✅ Bu Policy </a:t>
            </a:r>
            <a:r>
              <a:rPr lang="az-Latn-AZ" altLang="en-US" sz="1100" b="1">
                <a:latin typeface="Arial" panose="020B0604020202020204" pitchFamily="34" charset="0"/>
              </a:rPr>
              <a:t>Post</a:t>
            </a:r>
            <a:r>
              <a:rPr lang="az-Latn-AZ" altLang="en-US" sz="1100">
                <a:latin typeface="Arial" panose="020B0604020202020204" pitchFamily="34" charset="0"/>
              </a:rPr>
              <a:t> modelinə bağlı olsun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Nəticədə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Laravel avtomatik olaraq bu faylı yaradacaq:  </a:t>
            </a:r>
            <a:r>
              <a:rPr kumimoji="0" lang="az-Latn-AZ" altLang="en-US" sz="11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app/Policies/PostPolicy.php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içində sağ şəkildəki kimi method skeletləri olacaq.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method-lar,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modeli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üçün icazə yoxlamalarını təyin etmək üçündür.</a:t>
            </a:r>
            <a:endParaRPr kumimoji="0" lang="ru-RU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ru-RU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ru-RU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ru-RU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ru-RU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PostPolicy faylının izahı</a:t>
            </a:r>
            <a:r>
              <a:rPr lang="ru-RU" altLang="en-US" sz="1100">
                <a:latin typeface="Arial" panose="020B0604020202020204" pitchFamily="34" charset="0"/>
              </a:rPr>
              <a:t>: </a:t>
            </a:r>
            <a:r>
              <a:rPr lang="en-US" altLang="en-US" sz="1100">
                <a:latin typeface="Arial" panose="020B0604020202020204" pitchFamily="34" charset="0"/>
              </a:rPr>
              <a:t>Bu </a:t>
            </a:r>
            <a:r>
              <a:rPr lang="en-US" altLang="en-US" sz="1100" b="1">
                <a:latin typeface="Arial" panose="020B0604020202020204" pitchFamily="34" charset="0"/>
              </a:rPr>
              <a:t>class</a:t>
            </a:r>
            <a:r>
              <a:rPr lang="en-US" altLang="en-US" sz="1100">
                <a:latin typeface="Arial" panose="020B0604020202020204" pitchFamily="34" charset="0"/>
              </a:rPr>
              <a:t>, </a:t>
            </a:r>
            <a:r>
              <a:rPr lang="en-US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Post modeli üçün </a:t>
            </a:r>
            <a:r>
              <a:rPr lang="en-US" altLang="en-US" sz="1100">
                <a:latin typeface="Arial" panose="020B0604020202020204" pitchFamily="34" charset="0"/>
              </a:rPr>
              <a:t>"kim nə edə bilər" sualını cavablayır.</a:t>
            </a:r>
            <a:endParaRPr lang="ru-RU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ru-RU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ru-RU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ru-RU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ru-RU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ru-RU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kod </a:t>
            </a:r>
            <a:r>
              <a:rPr lang="en-US" altLang="en-US" sz="1100">
                <a:latin typeface="Arial" panose="020B0604020202020204" pitchFamily="34" charset="0"/>
              </a:rPr>
              <a:t>o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deməkdir ki, yalnız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olan istifadəçilər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yarada bilər.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F7ED7-3362-5BAB-3A2E-01843AF89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645" y="0"/>
            <a:ext cx="7334355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87C465-7015-2B1D-509F-75F3E98D4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4" y="5217766"/>
            <a:ext cx="3086531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107264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Ümumi kod strukturu bu cürdür. </a:t>
            </a:r>
            <a:r>
              <a:rPr lang="az-Latn-AZ" altLang="en-US" sz="1300" b="1">
                <a:latin typeface="Arial" panose="020B0604020202020204" pitchFamily="34" charset="0"/>
              </a:rPr>
              <a:t>PostController</a:t>
            </a:r>
            <a:r>
              <a:rPr lang="az-Latn-AZ" altLang="en-US" sz="1300">
                <a:latin typeface="Arial" panose="020B0604020202020204" pitchFamily="34" charset="0"/>
              </a:rPr>
              <a:t> -in ardı var. Sadəcə uzun olduğu üçün sığmadı.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CD0B2-3AEC-6304-870D-6CB58363E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2145"/>
            <a:ext cx="12192000" cy="632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643DE-700D-6C36-6863-2B3C9764B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6E34F6-00C0-C62D-8924-26DAC0F849F8}"/>
              </a:ext>
            </a:extLst>
          </p:cNvPr>
          <p:cNvSpPr txBox="1"/>
          <p:nvPr/>
        </p:nvSpPr>
        <p:spPr>
          <a:xfrm>
            <a:off x="92364" y="255046"/>
            <a:ext cx="12053454" cy="2854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PostPolicy faylının izahı</a:t>
            </a:r>
            <a:r>
              <a:rPr lang="ru-RU" altLang="en-US" sz="1100">
                <a:latin typeface="Arial" panose="020B0604020202020204" pitchFamily="34" charset="0"/>
              </a:rPr>
              <a:t>: </a:t>
            </a:r>
            <a:r>
              <a:rPr lang="en-US" altLang="en-US" sz="1100">
                <a:latin typeface="Arial" panose="020B0604020202020204" pitchFamily="34" charset="0"/>
              </a:rPr>
              <a:t>Bu </a:t>
            </a:r>
            <a:r>
              <a:rPr lang="en-US" altLang="en-US" sz="1100" b="1">
                <a:latin typeface="Arial" panose="020B0604020202020204" pitchFamily="34" charset="0"/>
              </a:rPr>
              <a:t>class</a:t>
            </a:r>
            <a:r>
              <a:rPr lang="en-US" altLang="en-US" sz="1100">
                <a:latin typeface="Arial" panose="020B0604020202020204" pitchFamily="34" charset="0"/>
              </a:rPr>
              <a:t>, </a:t>
            </a:r>
            <a:r>
              <a:rPr lang="en-US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Post modeli üçün </a:t>
            </a:r>
            <a:r>
              <a:rPr lang="en-US" altLang="en-US" sz="1100">
                <a:latin typeface="Arial" panose="020B0604020202020204" pitchFamily="34" charset="0"/>
              </a:rPr>
              <a:t>"kim nə edə bilər" sualını cavablayır.</a:t>
            </a:r>
            <a:endParaRPr lang="ru-RU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ru-RU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ru-RU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ru-RU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ru-RU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ru-RU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kod </a:t>
            </a:r>
            <a:r>
              <a:rPr lang="en-US" altLang="en-US" sz="1100">
                <a:latin typeface="Arial" panose="020B0604020202020204" pitchFamily="34" charset="0"/>
              </a:rPr>
              <a:t>o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deməkdir ki, yalnız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olan istifadəçilər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yarada bilər.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Bütün method-ların funksiyası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09875F-6487-C62D-CF88-525387EEB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" y="721739"/>
            <a:ext cx="3086531" cy="90500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1CF685-7A55-626B-1F3B-AB1440ED7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888489"/>
              </p:ext>
            </p:extLst>
          </p:nvPr>
        </p:nvGraphicFramePr>
        <p:xfrm>
          <a:off x="92364" y="3135440"/>
          <a:ext cx="5784596" cy="3150210"/>
        </p:xfrm>
        <a:graphic>
          <a:graphicData uri="http://schemas.openxmlformats.org/drawingml/2006/table">
            <a:tbl>
              <a:tblPr/>
              <a:tblGrid>
                <a:gridCol w="1930400">
                  <a:extLst>
                    <a:ext uri="{9D8B030D-6E8A-4147-A177-3AD203B41FA5}">
                      <a16:colId xmlns:a16="http://schemas.microsoft.com/office/drawing/2014/main" val="1255299776"/>
                    </a:ext>
                  </a:extLst>
                </a:gridCol>
                <a:gridCol w="3854196">
                  <a:extLst>
                    <a:ext uri="{9D8B030D-6E8A-4147-A177-3AD203B41FA5}">
                      <a16:colId xmlns:a16="http://schemas.microsoft.com/office/drawing/2014/main" val="1149491574"/>
                    </a:ext>
                  </a:extLst>
                </a:gridCol>
              </a:tblGrid>
              <a:tr h="589890">
                <a:tc>
                  <a:txBody>
                    <a:bodyPr/>
                    <a:lstStyle/>
                    <a:p>
                      <a:r>
                        <a:rPr lang="en-US" b="1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İcazə yoxlaması üçün istifadə olunur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203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viewAny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Bütün postları görmək icazəsi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335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Müəyyən postu görmək icazəsi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01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create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Yeni post yaratmaq icazəsi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449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Post redaktə icazəsi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395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Post silmək icazəsi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756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restore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Silinmiş postu bərpa etmək icazəsi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506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forceDelete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Qəti şəkildə postu silmək (DB-dən tam)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19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86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118E2-AF3F-4D8B-CEFF-325A8593F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701C19-F922-A4FE-145E-5152F9ED9B7B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Post::class =&gt; PostPolicy::class - nə deməkdir?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3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app\Providers\AuthServiceProvider.php</a:t>
            </a:r>
            <a:endParaRPr kumimoji="0" lang="az-Latn-AZ" altLang="en-US" sz="1300" b="0" i="0" u="sng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sətir Laravel-ə deyir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"Əgər kimsə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modelinə aid bir əməliyyat üçün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authorize()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metodunu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çağırırsa, get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PostPolicy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class-ına bax." Yəni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 ilə əlaqəli bütün icazələr bu class ilə idarə olunur.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FDF36-B074-AF62-EC38-36095CF08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349159"/>
            <a:ext cx="3419952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24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9B50C-5E76-C01E-D360-51A13DEFA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A89BFA-D61C-356F-9A92-8BBD7FADDF4D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$this-&gt;authorize('create', Post::class); nədir?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z-Latn-AZ" altLang="en-US" sz="13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app\Http\Controllers\PostController.php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sətir Laravel-ə deyir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“Cari istifadəçiyə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PostPolicy::create()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icazəsi verilibmi?”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'create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’ →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içindəki method adıdır.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Post::class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Yəni bu Policy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sadəcə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modelinə aiddir.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15060-3A6C-7473-8C54-D22C56A35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421643"/>
            <a:ext cx="3648584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6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54002-D9DD-E788-78C8-75CB3115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30A409-6738-4902-D06A-DE109B165B5F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@can('update', $post) – Blade içində icazə yoxlaması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3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resources\views\index.blade.php</a:t>
            </a:r>
            <a:endParaRPr kumimoji="0" lang="az-Latn-AZ" altLang="en-US" sz="1300" b="0" i="0" u="sng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deyir ki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Əgər cari istifadəçiyə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$post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üzərində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əməliyyatı üçün icazə varsa,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-ı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göstər.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Niyə $post verilir?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Çünki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PostPolicy::update(User $user, Post $post)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formada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iki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parametr tələb edir: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Cari istifadəçi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Müəyyən post obyekti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$post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göndərilməsəydi, Laravel bilməzdi hansı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redaktə olunur.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ADE058-2C49-B848-B32C-ED94E9752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428393"/>
            <a:ext cx="2372056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C8EC7-D35A-F8C8-DA55-EBE21DF54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FF1630-D92E-E2D6-C287-F5EFBD4232AD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Praktiki Yadda Saxla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B4A2CE-2276-6383-7034-C97F737A4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001278"/>
              </p:ext>
            </p:extLst>
          </p:nvPr>
        </p:nvGraphicFramePr>
        <p:xfrm>
          <a:off x="217714" y="842457"/>
          <a:ext cx="7522359" cy="2344090"/>
        </p:xfrm>
        <a:graphic>
          <a:graphicData uri="http://schemas.openxmlformats.org/drawingml/2006/table">
            <a:tbl>
              <a:tblPr/>
              <a:tblGrid>
                <a:gridCol w="2785670">
                  <a:extLst>
                    <a:ext uri="{9D8B030D-6E8A-4147-A177-3AD203B41FA5}">
                      <a16:colId xmlns:a16="http://schemas.microsoft.com/office/drawing/2014/main" val="306992178"/>
                    </a:ext>
                  </a:extLst>
                </a:gridCol>
                <a:gridCol w="4736689">
                  <a:extLst>
                    <a:ext uri="{9D8B030D-6E8A-4147-A177-3AD203B41FA5}">
                      <a16:colId xmlns:a16="http://schemas.microsoft.com/office/drawing/2014/main" val="1172055413"/>
                    </a:ext>
                  </a:extLst>
                </a:gridCol>
              </a:tblGrid>
              <a:tr h="468818">
                <a:tc>
                  <a:txBody>
                    <a:bodyPr/>
                    <a:lstStyle/>
                    <a:p>
                      <a:r>
                        <a:rPr lang="en-US" b="1" i="0"/>
                        <a:t>Əməliyyat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i="0"/>
                        <a:t>Kod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7788"/>
                  </a:ext>
                </a:extLst>
              </a:tr>
              <a:tr h="468818">
                <a:tc>
                  <a:txBody>
                    <a:bodyPr/>
                    <a:lstStyle/>
                    <a:p>
                      <a:r>
                        <a:rPr lang="en-US"/>
                        <a:t>Yeni policy yaratmaq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php artisan make:policy PostPolicy --model=Post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12127"/>
                  </a:ext>
                </a:extLst>
              </a:tr>
              <a:tr h="468818">
                <a:tc>
                  <a:txBody>
                    <a:bodyPr/>
                    <a:lstStyle/>
                    <a:p>
                      <a:r>
                        <a:rPr lang="en-US"/>
                        <a:t>Policy qeydiyyatı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Post::class =&gt; PostPolicy::class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419620"/>
                  </a:ext>
                </a:extLst>
              </a:tr>
              <a:tr h="468818">
                <a:tc>
                  <a:txBody>
                    <a:bodyPr/>
                    <a:lstStyle/>
                    <a:p>
                      <a:r>
                        <a:rPr lang="en-US"/>
                        <a:t>Controller icazə yoxlaması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$this-&gt;authorize('delete', $post);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810885"/>
                  </a:ext>
                </a:extLst>
              </a:tr>
              <a:tr h="468818">
                <a:tc>
                  <a:txBody>
                    <a:bodyPr/>
                    <a:lstStyle/>
                    <a:p>
                      <a:r>
                        <a:rPr lang="en-US"/>
                        <a:t>View içində icazə yoxlaması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@can('delete', $post)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307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103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221DF-0C07-A204-8F7E-E8DD91E9A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B0A972-1389-D215-6E2A-F568E74A789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B67D42-7A9A-3249-A212-DD0EBD037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3987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04D577-CDEB-6C97-C83B-16AF5D2F0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236" y="2787678"/>
            <a:ext cx="9134764" cy="39779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5715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12AE9-2BAD-EE2D-B4AA-D5BFE8C1C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FE0F2D-99F8-35C8-33A1-C706508B31E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36675-9504-AF9A-09D2-44FAB1785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24440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9FD201-D3E5-817D-B1E2-857329D5E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403" y="2922953"/>
            <a:ext cx="9087596" cy="39350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1073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17AB6-4AA9-7735-7363-A162168F1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0EB384-ADDB-F25C-C3F7-FAD14B6E3B54}"/>
              </a:ext>
            </a:extLst>
          </p:cNvPr>
          <p:cNvSpPr txBox="1"/>
          <p:nvPr/>
        </p:nvSpPr>
        <p:spPr>
          <a:xfrm>
            <a:off x="217713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arada hal</a:t>
            </a:r>
            <a:r>
              <a:rPr lang="az-Latn-AZ" altLang="en-US" sz="1300">
                <a:latin typeface="Arial" panose="020B0604020202020204" pitchFamily="34" charset="0"/>
              </a:rPr>
              <a:t>-hazırki mövzudan kənar qeyd etmək istədiyim bir nöqtə var ki, əgər DELETE düyməsini klikləsəz proqram datanı siləcək acnaq həmin data cari səhifədə görsənməyə dəvam edəcək.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Bunun səbəbi bizim dataları keşləməyimiz ilə əlaqədardır. İstəsəniz elə edə bilərsiniz ki, </a:t>
            </a:r>
            <a:r>
              <a:rPr lang="az-Latn-AZ" altLang="en-US" sz="1300" b="1">
                <a:latin typeface="Arial" panose="020B0604020202020204" pitchFamily="34" charset="0"/>
              </a:rPr>
              <a:t>data</a:t>
            </a:r>
            <a:r>
              <a:rPr lang="az-Latn-AZ" altLang="en-US" sz="1300">
                <a:latin typeface="Arial" panose="020B0604020202020204" pitchFamily="34" charset="0"/>
              </a:rPr>
              <a:t> silindikdən sonra </a:t>
            </a:r>
            <a:r>
              <a:rPr lang="az-Latn-AZ" altLang="en-US" sz="1300" b="1">
                <a:latin typeface="Arial" panose="020B0604020202020204" pitchFamily="34" charset="0"/>
              </a:rPr>
              <a:t>keş</a:t>
            </a:r>
            <a:r>
              <a:rPr lang="az-Latn-AZ" altLang="en-US" sz="1300">
                <a:latin typeface="Arial" panose="020B0604020202020204" pitchFamily="34" charset="0"/>
              </a:rPr>
              <a:t> təmizlənsin və yeniliklər qüvvəyə minsin. Mən indi bunu etməyə ehtiyac duymuram. Sadəcə bu məqam haqqında bildirmək istədim.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A253D4-6589-F9DA-820D-5673F56CA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273489"/>
            <a:ext cx="12192000" cy="25845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5044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63BB8-C43D-B6CE-1253-53F6E80DF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32EF0D-AE96-2673-9527-15B02BC7859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7383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C94F5-8CA5-562E-1F45-95A981956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09721E-C847-042C-9C58-5304173D253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255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3639</TotalTime>
  <Words>553</Words>
  <Application>Microsoft Office PowerPoint</Application>
  <PresentationFormat>Widescreen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353</cp:revision>
  <dcterms:created xsi:type="dcterms:W3CDTF">2025-04-12T11:00:44Z</dcterms:created>
  <dcterms:modified xsi:type="dcterms:W3CDTF">2025-06-03T14:51:29Z</dcterms:modified>
</cp:coreProperties>
</file>