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  <p:sldId id="406" r:id="rId7"/>
    <p:sldId id="407" r:id="rId8"/>
    <p:sldId id="408" r:id="rId9"/>
    <p:sldId id="40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dərsimiz `</a:t>
            </a:r>
            <a:r>
              <a:rPr lang="az-Latn-AZ" altLang="en-US" sz="1300" b="1">
                <a:latin typeface="Arial" panose="020B0604020202020204" pitchFamily="34" charset="0"/>
              </a:rPr>
              <a:t>Authorization - Role</a:t>
            </a:r>
            <a:r>
              <a:rPr lang="az-Latn-AZ" altLang="en-US" sz="1300">
                <a:latin typeface="Arial" panose="020B0604020202020204" pitchFamily="34" charset="0"/>
              </a:rPr>
              <a:t>` haqqında olacaq. Bunun üçün ilk öncə </a:t>
            </a:r>
            <a:r>
              <a:rPr lang="az-Latn-AZ" altLang="en-US" sz="1300" b="1">
                <a:latin typeface="Arial" panose="020B0604020202020204" pitchFamily="34" charset="0"/>
              </a:rPr>
              <a:t>ROLE</a:t>
            </a:r>
            <a:r>
              <a:rPr lang="az-Latn-AZ" altLang="en-US" sz="1300">
                <a:latin typeface="Arial" panose="020B0604020202020204" pitchFamily="34" charset="0"/>
              </a:rPr>
              <a:t> adında bir model və onun </a:t>
            </a:r>
            <a:r>
              <a:rPr lang="az-Latn-AZ" altLang="en-US" sz="1300" b="1">
                <a:latin typeface="Arial" panose="020B0604020202020204" pitchFamily="34" charset="0"/>
              </a:rPr>
              <a:t>migration</a:t>
            </a:r>
            <a:r>
              <a:rPr lang="az-Latn-AZ" altLang="en-US" sz="1300">
                <a:latin typeface="Arial" panose="020B0604020202020204" pitchFamily="34" charset="0"/>
              </a:rPr>
              <a:t> -nını yaradırıq.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İzahı sonra edəcəm.....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3E1F3B-97B9-1E91-4EE0-029A280E6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934" y="4295417"/>
            <a:ext cx="9612066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cədvəlinə ( modelinə ) `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adında sütun əlavə edərək həmin cədvəli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migrate</a:t>
            </a:r>
            <a:r>
              <a:rPr lang="az-Latn-AZ" altLang="en-US" sz="1300">
                <a:latin typeface="Arial" panose="020B0604020202020204" pitchFamily="34" charset="0"/>
              </a:rPr>
              <a:t> edirik.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Sonra </a:t>
            </a:r>
            <a:r>
              <a:rPr lang="az-Latn-AZ" altLang="en-US" sz="1300">
                <a:latin typeface="Arial" panose="020B0604020202020204" pitchFamily="34" charset="0"/>
              </a:rPr>
              <a:t>isə </a:t>
            </a:r>
            <a:r>
              <a:rPr lang="az-Latn-AZ" altLang="en-US" sz="1300" b="1">
                <a:latin typeface="Arial" panose="020B0604020202020204" pitchFamily="34" charset="0"/>
              </a:rPr>
              <a:t>MANUL</a:t>
            </a:r>
            <a:r>
              <a:rPr lang="az-Latn-AZ" altLang="en-US" sz="1300">
                <a:latin typeface="Arial" panose="020B0604020202020204" pitchFamily="34" charset="0"/>
              </a:rPr>
              <a:t> olaraq </a:t>
            </a:r>
            <a:r>
              <a:rPr lang="az-Latn-AZ" altLang="en-US" sz="1300" b="1">
                <a:latin typeface="Arial" panose="020B0604020202020204" pitchFamily="34" charset="0"/>
              </a:rPr>
              <a:t>3</a:t>
            </a:r>
            <a:r>
              <a:rPr lang="az-Latn-AZ" altLang="en-US" sz="1300">
                <a:latin typeface="Arial" panose="020B0604020202020204" pitchFamily="34" charset="0"/>
              </a:rPr>
              <a:t> dənə data əlavə edirik </a:t>
            </a:r>
            <a:r>
              <a:rPr lang="az-Latn-AZ" altLang="en-US" sz="1300" b="1">
                <a:latin typeface="Arial" panose="020B0604020202020204" pitchFamily="34" charset="0"/>
              </a:rPr>
              <a:t>ROLE</a:t>
            </a:r>
            <a:r>
              <a:rPr lang="az-Latn-AZ" altLang="en-US" sz="1300">
                <a:latin typeface="Arial" panose="020B0604020202020204" pitchFamily="34" charset="0"/>
              </a:rPr>
              <a:t> cədvəlinə.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rollar </a:t>
            </a:r>
            <a:r>
              <a:rPr lang="az-Latn-AZ" altLang="en-US" sz="1300">
                <a:latin typeface="Arial" panose="020B0604020202020204" pitchFamily="34" charset="0"/>
              </a:rPr>
              <a:t>istifadəçilər üçün istifadə ediləcək. Ardı növbəti slaydda....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3135C9-A951-89ED-BEB2-D4A8374B0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683" y="0"/>
            <a:ext cx="4704317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D4207B-3D90-14F5-0EF8-7A6664757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" y="3611417"/>
            <a:ext cx="6120289" cy="31504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üçün </a:t>
            </a:r>
            <a:r>
              <a:rPr lang="az-Latn-AZ" altLang="en-US" sz="1300" b="1">
                <a:latin typeface="Arial" panose="020B0604020202020204" pitchFamily="34" charset="0"/>
              </a:rPr>
              <a:t>rollar</a:t>
            </a:r>
            <a:r>
              <a:rPr lang="az-Latn-AZ" altLang="en-US" sz="1300">
                <a:latin typeface="Arial" panose="020B0604020202020204" pitchFamily="34" charset="0"/>
              </a:rPr>
              <a:t> təyin etmək üçün gərək </a:t>
            </a:r>
            <a:r>
              <a:rPr lang="az-Latn-AZ" altLang="en-US" sz="1300" b="1">
                <a:latin typeface="Arial" panose="020B0604020202020204" pitchFamily="34" charset="0"/>
              </a:rPr>
              <a:t>USERS</a:t>
            </a:r>
            <a:r>
              <a:rPr lang="az-Latn-AZ" altLang="en-US" sz="1300">
                <a:latin typeface="Arial" panose="020B0604020202020204" pitchFamily="34" charset="0"/>
              </a:rPr>
              <a:t> cədvəlinə </a:t>
            </a:r>
            <a:r>
              <a:rPr lang="az-Latn-AZ" altLang="en-US" sz="1300" b="1">
                <a:latin typeface="Arial" panose="020B0604020202020204" pitchFamily="34" charset="0"/>
              </a:rPr>
              <a:t>role_id </a:t>
            </a:r>
            <a:r>
              <a:rPr lang="az-Latn-AZ" altLang="en-US" sz="1300">
                <a:latin typeface="Arial" panose="020B0604020202020204" pitchFamily="34" charset="0"/>
              </a:rPr>
              <a:t>adında yeni bir </a:t>
            </a:r>
            <a:r>
              <a:rPr lang="az-Latn-AZ" altLang="en-US" sz="1300" b="1">
                <a:latin typeface="Arial" panose="020B0604020202020204" pitchFamily="34" charset="0"/>
              </a:rPr>
              <a:t>sütun</a:t>
            </a:r>
            <a:r>
              <a:rPr lang="az-Latn-AZ" altLang="en-US" sz="1300">
                <a:latin typeface="Arial" panose="020B0604020202020204" pitchFamily="34" charset="0"/>
              </a:rPr>
              <a:t> əlavə edək.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DB2360-03B0-B463-FF07-F24D28A13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7418"/>
            <a:ext cx="12192000" cy="604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95B7F-181A-5795-C65F-4B4933854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9B3660-63D5-6325-B857-09319D0388E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İstifadəçi sayımız az olduğu üçün 2 dənədə əlavə </a:t>
            </a: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 qeydiyyatdan keçiririk.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F460CA-36F1-A232-BBD4-9043DEFAB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7608"/>
            <a:ext cx="4640228" cy="45703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8ED69B-3998-EA13-F278-3E1B589F3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095" y="2287608"/>
            <a:ext cx="4239905" cy="457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13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57108-4346-2E35-15E8-B8CA6A846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92FD5F-FD28-9E4C-661B-ED2FE504FC95}"/>
              </a:ext>
            </a:extLst>
          </p:cNvPr>
          <p:cNvSpPr txBox="1"/>
          <p:nvPr/>
        </p:nvSpPr>
        <p:spPr>
          <a:xfrm>
            <a:off x="217714" y="84626"/>
            <a:ext cx="11756571" cy="822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Sonra isə hər </a:t>
            </a:r>
            <a:r>
              <a:rPr lang="az-Latn-AZ" altLang="en-US" sz="1100" b="1">
                <a:latin typeface="Arial" panose="020B0604020202020204" pitchFamily="34" charset="0"/>
              </a:rPr>
              <a:t>USERS</a:t>
            </a:r>
            <a:r>
              <a:rPr lang="az-Latn-AZ" altLang="en-US" sz="1100">
                <a:latin typeface="Arial" panose="020B0604020202020204" pitchFamily="34" charset="0"/>
              </a:rPr>
              <a:t> üçün bir </a:t>
            </a:r>
            <a:r>
              <a:rPr lang="az-Latn-AZ" altLang="en-US" sz="1100" b="1">
                <a:latin typeface="Arial" panose="020B0604020202020204" pitchFamily="34" charset="0"/>
              </a:rPr>
              <a:t>ROLE</a:t>
            </a:r>
            <a:r>
              <a:rPr lang="az-Latn-AZ" altLang="en-US" sz="1100">
                <a:latin typeface="Arial" panose="020B0604020202020204" pitchFamily="34" charset="0"/>
              </a:rPr>
              <a:t> təyin edirik. Yəni </a:t>
            </a:r>
            <a:r>
              <a:rPr lang="az-Latn-AZ" altLang="en-US" sz="1100" b="1">
                <a:latin typeface="Arial" panose="020B0604020202020204" pitchFamily="34" charset="0"/>
              </a:rPr>
              <a:t>ROLE</a:t>
            </a:r>
            <a:r>
              <a:rPr lang="az-Latn-AZ" altLang="en-US" sz="1100">
                <a:latin typeface="Arial" panose="020B0604020202020204" pitchFamily="34" charset="0"/>
              </a:rPr>
              <a:t> cədvəlinin </a:t>
            </a:r>
            <a:r>
              <a:rPr lang="az-Latn-AZ" altLang="en-US" sz="1100" b="1">
                <a:latin typeface="Arial" panose="020B0604020202020204" pitchFamily="34" charset="0"/>
              </a:rPr>
              <a:t>İD</a:t>
            </a:r>
            <a:r>
              <a:rPr lang="az-Latn-AZ" altLang="en-US" sz="1100">
                <a:latin typeface="Arial" panose="020B0604020202020204" pitchFamily="34" charset="0"/>
              </a:rPr>
              <a:t> </a:t>
            </a:r>
            <a:r>
              <a:rPr lang="en-US" altLang="en-US" sz="1100">
                <a:latin typeface="Arial" panose="020B0604020202020204" pitchFamily="34" charset="0"/>
              </a:rPr>
              <a:t>-</a:t>
            </a:r>
            <a:r>
              <a:rPr lang="az-Latn-AZ" altLang="en-US" sz="1100">
                <a:latin typeface="Arial" panose="020B0604020202020204" pitchFamily="34" charset="0"/>
              </a:rPr>
              <a:t>lərindən hər birini </a:t>
            </a:r>
            <a:r>
              <a:rPr lang="az-Latn-AZ" altLang="en-US" sz="1100" b="1">
                <a:latin typeface="Arial" panose="020B0604020202020204" pitchFamily="34" charset="0"/>
              </a:rPr>
              <a:t>USERS</a:t>
            </a:r>
            <a:r>
              <a:rPr lang="az-Latn-AZ" altLang="en-US" sz="1100">
                <a:latin typeface="Arial" panose="020B0604020202020204" pitchFamily="34" charset="0"/>
              </a:rPr>
              <a:t> cədvəlinin </a:t>
            </a:r>
            <a:r>
              <a:rPr lang="az-Latn-AZ" altLang="en-US" sz="1100" b="1">
                <a:latin typeface="Arial" panose="020B0604020202020204" pitchFamily="34" charset="0"/>
              </a:rPr>
              <a:t>ROLE_İD</a:t>
            </a:r>
            <a:r>
              <a:rPr lang="az-Latn-AZ" altLang="en-US" sz="1100">
                <a:latin typeface="Arial" panose="020B0604020202020204" pitchFamily="34" charset="0"/>
              </a:rPr>
              <a:t> sütununa </a:t>
            </a:r>
            <a:r>
              <a:rPr lang="en-US" altLang="en-US" sz="1100">
                <a:latin typeface="Arial" panose="020B0604020202020204" pitchFamily="34" charset="0"/>
              </a:rPr>
              <a:t>manual </a:t>
            </a:r>
            <a:r>
              <a:rPr lang="az-Latn-AZ" altLang="en-US" sz="1100">
                <a:latin typeface="Arial" panose="020B0604020202020204" pitchFamily="34" charset="0"/>
              </a:rPr>
              <a:t>yazırıq. </a:t>
            </a: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Nəzərə alın ki, </a:t>
            </a:r>
            <a:r>
              <a:rPr lang="az-Latn-AZ" altLang="en-US" sz="1100" b="1">
                <a:latin typeface="Arial" panose="020B0604020202020204" pitchFamily="34" charset="0"/>
              </a:rPr>
              <a:t>ROLE</a:t>
            </a:r>
            <a:r>
              <a:rPr lang="az-Latn-AZ" altLang="en-US" sz="1100">
                <a:latin typeface="Arial" panose="020B0604020202020204" pitchFamily="34" charset="0"/>
              </a:rPr>
              <a:t> adlı cədvəl nümunə üçün yaradılıbdır. Yəni </a:t>
            </a:r>
            <a:r>
              <a:rPr lang="az-Latn-AZ" altLang="en-US" sz="1100" b="1">
                <a:latin typeface="Arial" panose="020B0604020202020204" pitchFamily="34" charset="0"/>
              </a:rPr>
              <a:t>USERS</a:t>
            </a:r>
            <a:r>
              <a:rPr lang="az-Latn-AZ" altLang="en-US" sz="1100">
                <a:latin typeface="Arial" panose="020B0604020202020204" pitchFamily="34" charset="0"/>
              </a:rPr>
              <a:t> modelində heçbir </a:t>
            </a:r>
            <a:r>
              <a:rPr lang="az-Latn-AZ" altLang="en-US" sz="1100" b="1">
                <a:latin typeface="Arial" panose="020B0604020202020204" pitchFamily="34" charset="0"/>
              </a:rPr>
              <a:t>relation</a:t>
            </a:r>
            <a:r>
              <a:rPr lang="az-Latn-AZ" altLang="en-US" sz="1100">
                <a:latin typeface="Arial" panose="020B0604020202020204" pitchFamily="34" charset="0"/>
              </a:rPr>
              <a:t> metodu yaradılmayıbdır. Yaxud </a:t>
            </a:r>
            <a:r>
              <a:rPr lang="az-Latn-AZ" altLang="en-US" sz="1100" b="1">
                <a:latin typeface="Arial" panose="020B0604020202020204" pitchFamily="34" charset="0"/>
              </a:rPr>
              <a:t>Controllerdə</a:t>
            </a:r>
            <a:r>
              <a:rPr lang="az-Latn-AZ" altLang="en-US" sz="1100">
                <a:latin typeface="Arial" panose="020B0604020202020204" pitchFamily="34" charset="0"/>
              </a:rPr>
              <a:t> bununla bağlı heçnə yoxdur....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Əvvəlki dərslərdən bunları artıq bilirik. 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7A01DD-3551-9769-8FB0-30D6B809A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8794"/>
            <a:ext cx="12192000" cy="26645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14F956-235D-3CB5-4048-E4821AE96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9133"/>
            <a:ext cx="12192000" cy="26678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0690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566A-0954-54CC-1405-AD99E8C0C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AE2D87-3D40-B02D-1848-49E3CB3B82FF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role_id = 1 </a:t>
            </a:r>
            <a:r>
              <a:rPr lang="az-Latn-AZ" altLang="en-US" sz="1300">
                <a:latin typeface="Arial" panose="020B0604020202020204" pitchFamily="34" charset="0"/>
              </a:rPr>
              <a:t>olanlar </a:t>
            </a:r>
            <a:r>
              <a:rPr lang="az-Latn-AZ" altLang="en-US" sz="1300" b="1">
                <a:latin typeface="Arial" panose="020B0604020202020204" pitchFamily="34" charset="0"/>
              </a:rPr>
              <a:t>CREATE, UPDATE, DELETE  </a:t>
            </a:r>
            <a:r>
              <a:rPr lang="az-Latn-AZ" altLang="en-US" sz="1300">
                <a:latin typeface="Arial" panose="020B0604020202020204" pitchFamily="34" charset="0"/>
              </a:rPr>
              <a:t>edə biləcəklər.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 b="1">
                <a:latin typeface="Arial" panose="020B0604020202020204" pitchFamily="34" charset="0"/>
              </a:rPr>
              <a:t>role_id = 2 </a:t>
            </a:r>
            <a:r>
              <a:rPr lang="az-Latn-AZ" altLang="en-US" sz="1300">
                <a:latin typeface="Arial" panose="020B0604020202020204" pitchFamily="34" charset="0"/>
              </a:rPr>
              <a:t>olanlar </a:t>
            </a:r>
            <a:r>
              <a:rPr lang="az-Latn-AZ" altLang="en-US" sz="1300" b="1">
                <a:latin typeface="Arial" panose="020B0604020202020204" pitchFamily="34" charset="0"/>
              </a:rPr>
              <a:t>CREATE, UPDATE</a:t>
            </a:r>
            <a:r>
              <a:rPr lang="az-Latn-AZ" altLang="en-US" sz="1300">
                <a:latin typeface="Arial" panose="020B0604020202020204" pitchFamily="34" charset="0"/>
              </a:rPr>
              <a:t> edə biləcəklər.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 b="1">
                <a:latin typeface="Arial" panose="020B0604020202020204" pitchFamily="34" charset="0"/>
              </a:rPr>
              <a:t>role_id = 3 </a:t>
            </a:r>
            <a:r>
              <a:rPr lang="az-Latn-AZ" altLang="en-US" sz="1300">
                <a:latin typeface="Arial" panose="020B0604020202020204" pitchFamily="34" charset="0"/>
              </a:rPr>
              <a:t>olanlar heçnə edə bilməyəcəklər.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7ABFD4-CF04-B556-D241-DEDF3CE80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574" y="0"/>
            <a:ext cx="41074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09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D6B32-53C1-5ECE-DF6F-BFAC0BFA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CCE976-9FE5-0B92-ADE9-1E6A97766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8122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E2F2BA-F2F0-79BB-752E-384CA1DC9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181" y="2530038"/>
            <a:ext cx="9097818" cy="43279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26A74C-1376-C14F-D49E-C12F93D76C6F}"/>
              </a:ext>
            </a:extLst>
          </p:cNvPr>
          <p:cNvSpPr txBox="1"/>
          <p:nvPr/>
        </p:nvSpPr>
        <p:spPr>
          <a:xfrm>
            <a:off x="88405" y="2915118"/>
            <a:ext cx="2802577" cy="1230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Sistemə </a:t>
            </a:r>
            <a:r>
              <a:rPr lang="az-Latn-AZ" altLang="en-US" sz="1300" b="1">
                <a:latin typeface="Arial" panose="020B0604020202020204" pitchFamily="34" charset="0"/>
              </a:rPr>
              <a:t>TEST</a:t>
            </a:r>
            <a:r>
              <a:rPr lang="az-Latn-AZ" altLang="en-US" sz="1300">
                <a:latin typeface="Arial" panose="020B0604020202020204" pitchFamily="34" charset="0"/>
              </a:rPr>
              <a:t> ilə giriş edirik və </a:t>
            </a:r>
            <a:r>
              <a:rPr lang="az-Latn-AZ" altLang="en-US" sz="1300" b="1">
                <a:latin typeface="Arial" panose="020B0604020202020204" pitchFamily="34" charset="0"/>
              </a:rPr>
              <a:t>DELETE</a:t>
            </a:r>
            <a:r>
              <a:rPr lang="az-Latn-AZ" altLang="en-US" sz="1300">
                <a:latin typeface="Arial" panose="020B0604020202020204" pitchFamily="34" charset="0"/>
              </a:rPr>
              <a:t> düyməsini görmüyəcəyik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UPDATE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ilə </a:t>
            </a:r>
            <a:r>
              <a:rPr lang="az-Latn-AZ" altLang="en-US" sz="1300" b="1">
                <a:latin typeface="Arial" panose="020B0604020202020204" pitchFamily="34" charset="0"/>
              </a:rPr>
              <a:t>CREATE</a:t>
            </a:r>
            <a:r>
              <a:rPr lang="az-Latn-AZ" altLang="en-US" sz="1300">
                <a:latin typeface="Arial" panose="020B0604020202020204" pitchFamily="34" charset="0"/>
              </a:rPr>
              <a:t> -i görəcəyik.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122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107C5-EF8D-CAA7-13D4-CD893B7E5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C4DF8D-DA0C-2DA9-B13A-F4AFCBF7313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058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567C1-5161-636D-7C2C-A742C35A9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2923A7-D6DE-DABF-1E45-D8EF2F488D3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4795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2663</TotalTime>
  <Words>214</Words>
  <Application>Microsoft Office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354</cp:revision>
  <dcterms:created xsi:type="dcterms:W3CDTF">2025-04-12T11:00:44Z</dcterms:created>
  <dcterms:modified xsi:type="dcterms:W3CDTF">2025-06-03T19:43:04Z</dcterms:modified>
</cp:coreProperties>
</file>