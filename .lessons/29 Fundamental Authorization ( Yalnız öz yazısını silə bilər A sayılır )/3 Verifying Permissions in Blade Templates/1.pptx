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402" r:id="rId2"/>
    <p:sldId id="403" r:id="rId3"/>
    <p:sldId id="404" r:id="rId4"/>
    <p:sldId id="405" r:id="rId5"/>
    <p:sldId id="400" r:id="rId6"/>
    <p:sldId id="406" r:id="rId7"/>
    <p:sldId id="407" r:id="rId8"/>
    <p:sldId id="408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158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24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5749C7-6AF1-F06A-A691-2D0904BC13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2C4716-5D11-E496-5DF5-AB93EA15A6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9E0E94-60F8-08A9-8583-85A6278ED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6/3/2025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25D2C0-6A6A-1795-39EA-D2B99B15C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32BA17-B8CF-C956-3BAE-ECF2A41AE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0189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E4FAB-ECDB-6D53-0A07-84E133763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D70C78-0369-C0BE-6BB2-D67C83ABE7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245DE9-8F3A-CEAA-D1C2-306A5613F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6/3/2025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587178-B98A-D066-38E8-24CFB058B2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BB8799-3851-FC31-4E82-08089736B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0476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76F875-BFB8-8FD8-5E3C-9416CDA7F1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7153BA-D9CE-5922-6C11-CD376A01D2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0B4814-23D3-15D6-6FC3-433D733281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6/3/2025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E22266-9332-467E-4D53-2BF8ADEAB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3D8434-DD44-C9A5-27D2-7EAC962FF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70815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52CAE-DE06-341E-4399-D3247E99F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6EC78-459D-1859-3A8C-23C9704340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3B2326-0B17-AA7E-37C9-A0D57E0C65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513603-CDC7-61E2-FB0D-6BFB6A6BEB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6/3/2025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2E2347-24BA-CF10-BC28-F28F7AE142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F73D2A-6545-8CE3-BDFF-97D03FCBC9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6422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5EFA89-75CF-B6F5-A695-BFFAAFD11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A1A08A-C068-1A71-3E79-E547D624D6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07B05D-38DE-BE94-FB07-AF9D6A161D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4A06C2E-89D4-EB35-B9D0-D351F33095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2F05CDE-AC67-E8D7-9D6D-BBF7628348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7A69AD-C843-7C5D-7182-A36BD90FB2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6/3/2025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AD254B3-794E-4494-3B5E-DE1DCA6284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4F1B43F-C92B-F0FA-656F-E92189BB6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77483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67411-FE25-2681-09D5-DB935A99D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E1B3A5-4F90-10A7-0566-08E4450E4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6/3/2025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0FF90D-049A-DFA9-BF23-68E4966B2D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7E56F7-4F2A-4C51-9C5C-8835FCB77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6995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551AC7A-E461-EE51-26F7-CC09117CBE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6/3/2025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7B81DB4-6D20-0BDA-3385-6BAF06508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46EFEC-DC5C-F46F-8EAA-04375E470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0958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A0668-6121-1429-0432-B6BF09E5A7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0563FA-56A9-8E9A-BBD8-686661F6B1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7CC895-906C-F45F-5CF8-150E2C9C7C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5A91AD-B0E4-CDF7-6232-9A3A1A150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6/3/2025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7564E2-A2A5-D9F9-8BFF-1300F609D4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45CD0-4772-47CB-4E04-C6E1952F2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51013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F21F8D-8D32-EE70-E8EA-1B8866D776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BA5BE0A-1E41-E609-EAB4-29C2E47F28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500F1B-75F9-957E-DE9A-C579A7559B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6E0FB2-7BBC-670C-2E5E-848B63895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6/3/2025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57B450-FBA6-ECFA-FC03-FD289B7CBA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DBAF75-0F56-6503-A5C3-92BF31819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50777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92E606-DAB7-60A0-54A7-30C3B8D68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1B87FE-1B87-46EA-24B0-72582C4553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D04BF-24D2-C545-C9B2-9D42CE13E4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6/3/2025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C46315-527C-6299-AC4E-6D94F83BF4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08BB5-AB62-C6DE-F7E6-DBC2A7398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5049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4A6F75-369E-75A6-2EAF-D30696F1A1C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A90A5E-6EAE-2D15-39D7-94A9D9813F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7F4FAA-D770-59F8-C832-3F0381432E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6/3/2025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C525A2-B955-B961-6D9D-FF5E6ADFB2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D88462-29D7-245D-2CD3-BDC0A85CB5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12018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2A55957-9CB8-8100-91C5-8B38A9747F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A7E82F-E202-0B0E-3ADE-494F7BD719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383FE4-32CA-3C26-A3E2-C7EF744D7AD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102D2E-813C-461C-9963-687A650C48C0}" type="datetimeFigureOut">
              <a:rPr lang="en-US" smtClean="0"/>
              <a:t>6/3/2025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086C83-EFC7-D225-20F1-0A98A0F57A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307030-86F5-318F-153D-C5B50107E1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72178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1AB92-A397-BC65-20DF-C145E27445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221A0AE-1D66-0150-514C-CE1A6B8F7766}"/>
              </a:ext>
            </a:extLst>
          </p:cNvPr>
          <p:cNvSpPr txBox="1"/>
          <p:nvPr/>
        </p:nvSpPr>
        <p:spPr>
          <a:xfrm>
            <a:off x="217714" y="255046"/>
            <a:ext cx="11756571" cy="1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Alternativ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İcazəni Blade içində yoxlamaq</a:t>
            </a:r>
          </a:p>
          <a:p>
            <a:pPr>
              <a:lnSpc>
                <a:spcPct val="150000"/>
              </a:lnSpc>
              <a:buNone/>
            </a:pPr>
            <a:endParaRPr lang="en-US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Blade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faylınızda belə də yoxlaya bilərsiniz:   bu, görünüş səviyyəsində icazə yoxlamasıdır – icazəsi olmayanlara link belə göstərilmir.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6B2A3B8-2F2A-2B52-F5D5-928D89F661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00430"/>
            <a:ext cx="4620270" cy="1000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66113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C13FCC-E5C4-2350-20C6-89DF22D1F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1782941-0DB4-B0DA-A36A-31CA5EC69992}"/>
              </a:ext>
            </a:extLst>
          </p:cNvPr>
          <p:cNvSpPr txBox="1"/>
          <p:nvPr/>
        </p:nvSpPr>
        <p:spPr>
          <a:xfrm>
            <a:off x="217715" y="255046"/>
            <a:ext cx="3486068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Şəkildəki kimi şablonda qeyd edirik. 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08B97CE-E95E-B544-846B-30E82921F2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0647" y="0"/>
            <a:ext cx="731135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76073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2E4D83-581C-73EF-E0E5-5818A7D474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C7414CE-E6FA-B100-7DCF-251FFB3EE7B5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Əgər `is_admin` sıfır ( 0 ) olarsa onda elementlər görünməyəcək. 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D666BF3-9B21-3CCC-DCD7-CC5291E4ED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375413"/>
            <a:ext cx="12192000" cy="2107173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239295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73033B-8620-CE2C-B6F1-68D0555233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6F1420D-2FA6-F98E-0606-2D910F32729F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D67849E-E4F5-A04B-325E-1D1EF50F9B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70805"/>
            <a:ext cx="12192000" cy="628719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425581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25D7D-A080-F22B-7E8D-36EC82728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33F16A3-A6E8-401E-847B-09570DC6E4CB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958383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DE4F0-6482-D074-24CE-E356D4CAAF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1DBC34D-403F-3448-3BB3-7E35DC0E644D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037975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8A9A63-9DB0-DDC0-0539-2C51E0AAAF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8F2405F-6EB8-516D-CFCA-64F8ACA50DDC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659379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0ACD1F-7576-333E-89F2-342A21B4CA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BCB5DA4-6905-DA06-8EB7-2BE11C5C02EC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417374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2422</TotalTime>
  <Words>52</Words>
  <Application>Microsoft Office PowerPoint</Application>
  <PresentationFormat>Widescreen</PresentationFormat>
  <Paragraphs>11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</dc:creator>
  <cp:lastModifiedBy>Admin</cp:lastModifiedBy>
  <cp:revision>337</cp:revision>
  <dcterms:created xsi:type="dcterms:W3CDTF">2025-04-12T11:00:44Z</dcterms:created>
  <dcterms:modified xsi:type="dcterms:W3CDTF">2025-06-02T20:54:23Z</dcterms:modified>
</cp:coreProperties>
</file>