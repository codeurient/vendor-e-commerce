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0" r:id="rId6"/>
    <p:sldId id="406" r:id="rId7"/>
    <p:sldId id="407" r:id="rId8"/>
    <p:sldId id="40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Alternativ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İcazəni Blade içində yoxlamaq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Blade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faylınızda belə də yoxlaya bilərsiniz:   bu, görünüş səviyyəsində icazə yoxlamasıdır – icazəsi olmayanlara link belə göstərilmir.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B2A3B8-2F2A-2B52-F5D5-928D89F66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0430"/>
            <a:ext cx="4620270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5" y="255046"/>
            <a:ext cx="3486068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Şəkildəki kimi şablonda qeyd edirik.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428858-A02E-3997-813A-5E52760A9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836" y="0"/>
            <a:ext cx="8125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4D83-581C-73EF-E0E5-5818A7D47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7414CE-E6FA-B100-7DCF-251FFB3EE7B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`is_admin` sıfır ( 0 ) olarsa onda elementlər görünməyəcək.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666BF3-9B21-3CCC-DCD7-CC5291E4E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5413"/>
            <a:ext cx="12192000" cy="21071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3929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3033B-8620-CE2C-B6F1-68D055523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F1420D-2FA6-F98E-0606-2D910F32729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67849E-E4F5-A04B-325E-1D1EF50F9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805"/>
            <a:ext cx="12192000" cy="62871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2558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DE4F0-6482-D074-24CE-E356D4CAA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DBC34D-403F-3448-3BB3-7E35DC0E644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3797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A9A63-9DB0-DDC0-0539-2C51E0AAA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F2405F-6EB8-516D-CFCA-64F8ACA50DD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593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ACD1F-7576-333E-89F2-342A21B4C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CB5DA4-6905-DA06-8EB7-2BE11C5C02E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1737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2420</TotalTime>
  <Words>52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336</cp:revision>
  <dcterms:created xsi:type="dcterms:W3CDTF">2025-04-12T11:00:44Z</dcterms:created>
  <dcterms:modified xsi:type="dcterms:W3CDTF">2025-06-02T17:49:26Z</dcterms:modified>
</cp:coreProperties>
</file>