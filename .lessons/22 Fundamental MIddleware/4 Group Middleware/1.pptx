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5" r:id="rId4"/>
    <p:sldId id="404" r:id="rId5"/>
    <p:sldId id="406" r:id="rId6"/>
    <p:sldId id="407" r:id="rId7"/>
    <p:sldId id="400" r:id="rId8"/>
    <p:sldId id="408" r:id="rId9"/>
    <p:sldId id="409" r:id="rId10"/>
    <p:sldId id="411" r:id="rId11"/>
    <p:sldId id="412" r:id="rId12"/>
    <p:sldId id="4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dərsə başlamadan əvvəl </a:t>
            </a:r>
            <a:r>
              <a:rPr lang="az-Latn-AZ" altLang="en-US" sz="1300" b="1">
                <a:latin typeface="Arial" panose="020B0604020202020204" pitchFamily="34" charset="0"/>
              </a:rPr>
              <a:t>CheckCountry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middleware -</a:t>
            </a:r>
            <a:r>
              <a:rPr lang="az-Latn-AZ" altLang="en-US" sz="1300">
                <a:latin typeface="Arial" panose="020B0604020202020204" pitchFamily="34" charset="0"/>
              </a:rPr>
              <a:t>ni, commentə alırıq. Yəni qapadırıq lazım olmadığı üçün.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08486-654D-7F32-9BD2-298E7B282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646" y="1225485"/>
            <a:ext cx="7179354" cy="5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BE4D55-1801-76E9-1B75-EFE07E680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375"/>
            <a:ext cx="12192000" cy="5313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729C23-7DD5-02B4-C302-9BA140B7D63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Sonra, test üçün aşağı şəkildəki kimi şablonlar və onlar üçün routerlər yaradırıq.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B613-78DC-4C3B-193C-551EA8F45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FC53A-F55C-B8D3-BEE1-EFEAF67140F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unavailable.blade.php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 faylındakı yazını dəyişdirək. 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2D9C66-4053-FEDE-BD5E-B859E90F4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239565"/>
            <a:ext cx="628737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1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CDEAF-BD0A-AC3F-18EF-CBB62C18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C51FCF-3002-3351-124B-D566F8909FB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İndidə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AuthCheck</a:t>
            </a:r>
            <a:r>
              <a:rPr lang="az-Latn-AZ" altLang="en-US" sz="1300">
                <a:latin typeface="Arial" panose="020B0604020202020204" pitchFamily="34" charset="0"/>
              </a:rPr>
              <a:t>` adında yeni bir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2D779-ADA9-B64A-CCE3-3621BA5A4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3367"/>
            <a:ext cx="7792537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8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DB91-F1B8-C8C0-5604-6D8B6355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6D680-5CFA-7A24-8910-3C82EB60372A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 AuthCheck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adlı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əlavə edirik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$middlewareGroups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massivinə.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göstərəcəyimiz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nümunə</a:t>
            </a:r>
            <a:r>
              <a:rPr lang="az-Latn-AZ" altLang="en-US" sz="1300">
                <a:latin typeface="Arial" panose="020B0604020202020204" pitchFamily="34" charset="0"/>
              </a:rPr>
              <a:t> ilə,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Laravel-də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middleware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edərək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qruplarına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 group ) həmin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middleware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necə tətbiq olunduğunu gö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rəcəyik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app/Http/Kernel.php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Middleware Qrupları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İzah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müxtəlif middleware qrupları tanınır.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Laravel-in daxili default qruplarıdır.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authCheck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yeni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qrupu yaradılıb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AuthCheck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middleware-i ora əlavə edilib.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o deməkdir ki,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authCheck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middleware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istədiyin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qrupuna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tətbiq edə bilərsən (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Route::group(['middleware' =&gt; 'authCheck'], ...)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D1DC2-A378-06A9-5E65-2397F62D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7619"/>
            <a:ext cx="3877216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60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6CCF-4FBB-9077-41EE-EC9446F1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494D02-9CC2-2F9F-66E0-083B35FF7E55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app/Http/Middleware/AuthCheck.php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İzah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az-Latn-AZ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sadə bir yoxlama aparır: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Ətraflı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$request-&gt;has('auth')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yoxlayır ki,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parametri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gəlirmi? Məsələn:</a:t>
            </a:r>
            <a:r>
              <a:rPr kumimoji="0" lang="az-Latn-AZ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http://localhost:8000/dashboard?auth=1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$request-&gt;auth == 1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həmin parametrin dəyəri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olmalıdır.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bu şərtlər ödənməzsə →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redirect ol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uruq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/unavailable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793406-E6AA-F476-5BE8-FC5EDA50F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44" y="0"/>
            <a:ext cx="4204355" cy="206857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2662AA-DCCC-9AF4-9D44-270F4B2C8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371807"/>
              </p:ext>
            </p:extLst>
          </p:nvPr>
        </p:nvGraphicFramePr>
        <p:xfrm>
          <a:off x="291445" y="2877674"/>
          <a:ext cx="8296374" cy="1119291"/>
        </p:xfrm>
        <a:graphic>
          <a:graphicData uri="http://schemas.openxmlformats.org/drawingml/2006/table">
            <a:tbl>
              <a:tblPr/>
              <a:tblGrid>
                <a:gridCol w="962124">
                  <a:extLst>
                    <a:ext uri="{9D8B030D-6E8A-4147-A177-3AD203B41FA5}">
                      <a16:colId xmlns:a16="http://schemas.microsoft.com/office/drawing/2014/main" val="3442980969"/>
                    </a:ext>
                  </a:extLst>
                </a:gridCol>
                <a:gridCol w="7334250">
                  <a:extLst>
                    <a:ext uri="{9D8B030D-6E8A-4147-A177-3AD203B41FA5}">
                      <a16:colId xmlns:a16="http://schemas.microsoft.com/office/drawing/2014/main" val="2156703607"/>
                    </a:ext>
                  </a:extLst>
                </a:gridCol>
              </a:tblGrid>
              <a:tr h="373097">
                <a:tc>
                  <a:txBody>
                    <a:bodyPr/>
                    <a:lstStyle/>
                    <a:p>
                      <a:r>
                        <a:rPr lang="en-US" sz="1400"/>
                        <a:t>Şərt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Əgər auth parametri sorğuda varsa</a:t>
                      </a:r>
                      <a:r>
                        <a:rPr lang="az-Latn-AZ" sz="1400"/>
                        <a:t>  ( </a:t>
                      </a:r>
                      <a:r>
                        <a:rPr lang="az-Latn-AZ" sz="1400" b="1">
                          <a:solidFill>
                            <a:srgbClr val="0070C0"/>
                          </a:solidFill>
                        </a:rPr>
                        <a:t>$request-&gt;has('auth’) </a:t>
                      </a:r>
                      <a:r>
                        <a:rPr lang="az-Latn-AZ" sz="1400"/>
                        <a:t>)</a:t>
                      </a:r>
                      <a:r>
                        <a:rPr lang="en-US" sz="1400"/>
                        <a:t> və 1-dirsə</a:t>
                      </a:r>
                      <a:r>
                        <a:rPr lang="az-Latn-AZ" sz="1400"/>
                        <a:t> ( </a:t>
                      </a:r>
                      <a:r>
                        <a:rPr lang="az-Latn-AZ" sz="1400" b="1">
                          <a:solidFill>
                            <a:srgbClr val="0070C0"/>
                          </a:solidFill>
                        </a:rPr>
                        <a:t>$request-&gt;auth == 1 </a:t>
                      </a:r>
                      <a:r>
                        <a:rPr lang="az-Latn-AZ" sz="1400"/>
                        <a:t>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78977"/>
                  </a:ext>
                </a:extLst>
              </a:tr>
              <a:tr h="373097">
                <a:tc>
                  <a:txBody>
                    <a:bodyPr/>
                    <a:lstStyle/>
                    <a:p>
                      <a:r>
                        <a:rPr lang="en-US" sz="14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next($request) – Sorğu davam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766534"/>
                  </a:ext>
                </a:extLst>
              </a:tr>
              <a:tr h="373097">
                <a:tc>
                  <a:txBody>
                    <a:bodyPr/>
                    <a:lstStyle/>
                    <a:p>
                      <a:r>
                        <a:rPr lang="en-US" sz="1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Redirect to unavailable route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383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5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yerində bir şeylər yazaraq test edək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-in işləyib işləmədiyini: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1) Bizdə mövcud olmayan URL yazdıqda 404 Not Found səhifəsi yüklənir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F7410-0AC8-743B-F55D-FE329663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157235"/>
            <a:ext cx="4706007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224E-606F-5B7D-725B-122E0CDE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AEC543-7DBB-63A5-F4A3-8929D1AD542F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Dashboard</a:t>
            </a:r>
            <a:r>
              <a:rPr lang="az-Latn-AZ" altLang="en-US" sz="1300">
                <a:latin typeface="Arial" panose="020B0604020202020204" pitchFamily="34" charset="0"/>
              </a:rPr>
              <a:t>` yaxud `</a:t>
            </a:r>
            <a:r>
              <a:rPr lang="az-Latn-AZ" altLang="en-US" sz="1300" b="1">
                <a:latin typeface="Arial" panose="020B0604020202020204" pitchFamily="34" charset="0"/>
              </a:rPr>
              <a:t>Profile</a:t>
            </a:r>
            <a:r>
              <a:rPr lang="az-Latn-AZ" altLang="en-US" sz="1300">
                <a:latin typeface="Arial" panose="020B0604020202020204" pitchFamily="34" charset="0"/>
              </a:rPr>
              <a:t>` yazdıqda yüklənir: </a:t>
            </a:r>
            <a:r>
              <a:rPr lang="az-Latn-AZ" altLang="en-US" sz="1300" b="1" u="sng">
                <a:solidFill>
                  <a:srgbClr val="0070C0"/>
                </a:solidFill>
                <a:latin typeface="Arial" panose="020B0604020202020204" pitchFamily="34" charset="0"/>
              </a:rPr>
              <a:t>http://vendor-e-commerce.test/dashboard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AuthCheck</a:t>
            </a:r>
            <a:r>
              <a:rPr lang="az-Latn-AZ" altLang="en-US" sz="1300">
                <a:latin typeface="Arial" panose="020B0604020202020204" pitchFamily="34" charset="0"/>
              </a:rPr>
              <a:t>` adlı </a:t>
            </a:r>
            <a:r>
              <a:rPr lang="en-US" altLang="en-US" sz="1300">
                <a:latin typeface="Arial" panose="020B0604020202020204" pitchFamily="34" charset="0"/>
              </a:rPr>
              <a:t>middleware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dən gələn sorğunun </a:t>
            </a:r>
            <a:r>
              <a:rPr lang="az-Latn-AZ" altLang="en-US" sz="1300" b="1">
                <a:latin typeface="Arial" panose="020B0604020202020204" pitchFamily="34" charset="0"/>
              </a:rPr>
              <a:t>auth</a:t>
            </a:r>
            <a:r>
              <a:rPr lang="az-Latn-AZ" altLang="en-US" sz="1300">
                <a:latin typeface="Arial" panose="020B0604020202020204" pitchFamily="34" charset="0"/>
              </a:rPr>
              <a:t> adlı </a:t>
            </a:r>
            <a:r>
              <a:rPr lang="az-Latn-AZ" altLang="en-US" sz="1300" b="1">
                <a:latin typeface="Arial" panose="020B0604020202020204" pitchFamily="34" charset="0"/>
              </a:rPr>
              <a:t>parametrə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dəyərinin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1</a:t>
            </a:r>
            <a:r>
              <a:rPr lang="az-Latn-AZ" altLang="en-US" sz="1300">
                <a:latin typeface="Arial" panose="020B0604020202020204" pitchFamily="34" charset="0"/>
              </a:rPr>
              <a:t> olub olmadığını yoxlayır. Əgər belə bir şey yoxdursa onda </a:t>
            </a:r>
            <a:r>
              <a:rPr lang="az-Latn-AZ" altLang="en-US" sz="1300" b="1">
                <a:latin typeface="Arial" panose="020B0604020202020204" pitchFamily="34" charset="0"/>
              </a:rPr>
              <a:t>redirect</a:t>
            </a:r>
            <a:r>
              <a:rPr lang="az-Latn-AZ" altLang="en-US" sz="1300">
                <a:latin typeface="Arial" panose="020B0604020202020204" pitchFamily="34" charset="0"/>
              </a:rPr>
              <a:t> oluruq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/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unavailable </a:t>
            </a:r>
            <a:r>
              <a:rPr lang="az-Latn-AZ" altLang="en-US" sz="1300">
                <a:latin typeface="Arial" panose="020B0604020202020204" pitchFamily="34" charset="0"/>
              </a:rPr>
              <a:t>səhifəsinə. </a:t>
            </a: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Əks halda bu səhifələr (şablon) yüklənəcək.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25473E-8663-5AD9-EFB2-A72BA8C9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83" y="2304575"/>
            <a:ext cx="3722690" cy="16377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63804-881E-80D7-665B-1355C5B05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83" y="4553425"/>
            <a:ext cx="5325218" cy="22291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081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BFDF-1D92-EFA7-736A-B965750CB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E5E12-6EBD-183A-A3B9-32F6D03C92D1}"/>
              </a:ext>
            </a:extLst>
          </p:cNvPr>
          <p:cNvSpPr txBox="1"/>
          <p:nvPr/>
        </p:nvSpPr>
        <p:spPr>
          <a:xfrm>
            <a:off x="217714" y="255046"/>
            <a:ext cx="11756571" cy="209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Yerdə qalan digər route -lar da, hər zaman normal yükləndiyi kimi yüklənməyə dəvam edəcək.</a:t>
            </a: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Və hətta URL yerində</a:t>
            </a:r>
            <a:r>
              <a:rPr lang="az-Latn-AZ" altLang="en-US" sz="1100">
                <a:latin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http://vendor-e-commerce.test/posts?auth=1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http://vendor-e-commerce.test/posts?test=1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	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http://vendor-e-commerce.test/posts?mmmmm=17         və.s yazmağın fərqi olmadan yüklənir yerdə qalan həmin bu route -lar.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Çünki burada yazılan </a:t>
            </a:r>
            <a:r>
              <a:rPr lang="az-Latn-AZ" altLang="en-US" sz="1100" b="1">
                <a:latin typeface="Arial" panose="020B0604020202020204" pitchFamily="34" charset="0"/>
              </a:rPr>
              <a:t>AUTH</a:t>
            </a:r>
            <a:r>
              <a:rPr lang="az-Latn-AZ" altLang="en-US" sz="1100">
                <a:latin typeface="Arial" panose="020B0604020202020204" pitchFamily="34" charset="0"/>
              </a:rPr>
              <a:t> parametrinin `</a:t>
            </a:r>
            <a:r>
              <a:rPr lang="az-Latn-AZ" altLang="en-US" sz="1100" b="1">
                <a:latin typeface="Arial" panose="020B0604020202020204" pitchFamily="34" charset="0"/>
              </a:rPr>
              <a:t>AuthCheck</a:t>
            </a:r>
            <a:r>
              <a:rPr lang="az-Latn-AZ" altLang="en-US" sz="1100">
                <a:latin typeface="Arial" panose="020B0604020202020204" pitchFamily="34" charset="0"/>
              </a:rPr>
              <a:t>` </a:t>
            </a:r>
            <a:r>
              <a:rPr lang="en-US" altLang="en-US" sz="1100" b="1">
                <a:latin typeface="Arial" panose="020B0604020202020204" pitchFamily="34" charset="0"/>
              </a:rPr>
              <a:t>middleware</a:t>
            </a:r>
            <a:r>
              <a:rPr lang="en-US" altLang="en-US" sz="1100">
                <a:latin typeface="Arial" panose="020B0604020202020204" pitchFamily="34" charset="0"/>
              </a:rPr>
              <a:t> il</a:t>
            </a:r>
            <a:r>
              <a:rPr lang="az-Latn-AZ" altLang="en-US" sz="1100">
                <a:latin typeface="Arial" panose="020B0604020202020204" pitchFamily="34" charset="0"/>
              </a:rPr>
              <a:t>ə heç bir əlaqəsi yoxdur.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4B7BE-027B-4ACE-2247-379417590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0" y="2600104"/>
            <a:ext cx="11555438" cy="4172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36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9D31-8AE5-9C86-BE9D-E731E9F4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D6ABA2-1D5D-1107-B48F-9BE95064BB0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3842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7B41-5D02-C15E-AB8F-B42870D6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D7EC3-104A-CFE3-87AB-153EC0E8732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367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637E-3C6D-657F-02E6-AE2BB6D2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43A03-E140-C958-5F70-C10477DBBE9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7277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3157</TotalTime>
  <Words>457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349</cp:revision>
  <dcterms:created xsi:type="dcterms:W3CDTF">2025-04-12T11:00:44Z</dcterms:created>
  <dcterms:modified xsi:type="dcterms:W3CDTF">2025-05-24T06:04:44Z</dcterms:modified>
</cp:coreProperties>
</file>