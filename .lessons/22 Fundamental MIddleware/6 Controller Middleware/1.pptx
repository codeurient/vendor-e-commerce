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7" r:id="rId5"/>
    <p:sldId id="404" r:id="rId6"/>
    <p:sldId id="405" r:id="rId7"/>
    <p:sldId id="40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controller səviyyəsində </a:t>
            </a:r>
            <a:r>
              <a:rPr lang="en-US" altLang="en-US" sz="1300">
                <a:latin typeface="Arial" panose="020B0604020202020204" pitchFamily="34" charset="0"/>
              </a:rPr>
              <a:t>middleware </a:t>
            </a:r>
            <a:r>
              <a:rPr lang="az-Latn-AZ" altLang="en-US" sz="1300">
                <a:latin typeface="Arial" panose="020B0604020202020204" pitchFamily="34" charset="0"/>
              </a:rPr>
              <a:t>tətbiq etmək istəyiriksə onda aşağıdakı kimi yazırıq.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A007A-71BB-5640-4F10-98EE58CC3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241"/>
            <a:ext cx="12192000" cy="609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5" y="255046"/>
            <a:ext cx="7286022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bütün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-lara yox sadəcə məsələn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 ilə əlaqəli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-a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tətbiq etmək istəyiriksə onda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only() </a:t>
            </a:r>
            <a:r>
              <a:rPr lang="az-Latn-AZ" altLang="en-US" sz="1300">
                <a:latin typeface="Arial" panose="020B0604020202020204" pitchFamily="34" charset="0"/>
              </a:rPr>
              <a:t>metodunu əlavə edərək həmin </a:t>
            </a:r>
            <a:r>
              <a:rPr lang="az-Latn-AZ" altLang="en-US" sz="1300" b="1">
                <a:latin typeface="Arial" panose="020B0604020202020204" pitchFamily="34" charset="0"/>
              </a:rPr>
              <a:t>metodun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adını</a:t>
            </a:r>
            <a:r>
              <a:rPr lang="az-Latn-AZ" altLang="en-US" sz="1300">
                <a:latin typeface="Arial" panose="020B0604020202020204" pitchFamily="34" charset="0"/>
              </a:rPr>
              <a:t> bu </a:t>
            </a:r>
            <a:r>
              <a:rPr lang="az-Latn-AZ" altLang="en-US" sz="1300" b="1">
                <a:latin typeface="Arial" panose="020B0604020202020204" pitchFamily="34" charset="0"/>
              </a:rPr>
              <a:t>only() </a:t>
            </a:r>
            <a:r>
              <a:rPr lang="az-Latn-AZ" altLang="en-US" sz="1300">
                <a:latin typeface="Arial" panose="020B0604020202020204" pitchFamily="34" charset="0"/>
              </a:rPr>
              <a:t>funksiyanın içində </a:t>
            </a:r>
            <a:r>
              <a:rPr lang="az-Latn-AZ" altLang="en-US" sz="1300" b="1">
                <a:latin typeface="Arial" panose="020B0604020202020204" pitchFamily="34" charset="0"/>
              </a:rPr>
              <a:t>string</a:t>
            </a:r>
            <a:r>
              <a:rPr lang="az-Latn-AZ" altLang="en-US" sz="1300">
                <a:latin typeface="Arial" panose="020B0604020202020204" pitchFamily="34" charset="0"/>
              </a:rPr>
              <a:t> kimi yazmaq lazımdır.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E2FF8-873B-42FF-FFC3-B0F86CCFB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237" y="0"/>
            <a:ext cx="4509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 b="1">
                <a:latin typeface="Arial" panose="020B0604020202020204" pitchFamily="34" charset="0"/>
              </a:rPr>
              <a:t> -a</a:t>
            </a:r>
            <a:r>
              <a:rPr lang="en-US" altLang="en-US" sz="1300">
                <a:latin typeface="Arial" panose="020B0604020202020204" pitchFamily="34" charset="0"/>
              </a:rPr>
              <a:t> ancaq a</a:t>
            </a:r>
            <a:r>
              <a:rPr lang="az-Latn-AZ" altLang="en-US" sz="1300">
                <a:latin typeface="Arial" panose="020B0604020202020204" pitchFamily="34" charset="0"/>
              </a:rPr>
              <a:t>şağı şəkildə olduğu kimi yazdıqda daxil olmaq mümkün olacaq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D8E98-1754-BF13-874D-3F4D7A07D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9200"/>
            <a:ext cx="12192000" cy="5868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FDA9-2843-D24B-5EFA-1F1019FB4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A8A77-A49E-E568-4B70-3D7237513FAC}"/>
              </a:ext>
            </a:extLst>
          </p:cNvPr>
          <p:cNvSpPr txBox="1"/>
          <p:nvPr/>
        </p:nvSpPr>
        <p:spPr>
          <a:xfrm>
            <a:off x="217714" y="255046"/>
            <a:ext cx="7182327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bir neçə route üçün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tətbiq etmək lazımdırsa onda metodların adlarını,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array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içində sadalamaq lazımdır.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D6107-6212-DB85-699D-9A7509E6F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874" y="-11784"/>
            <a:ext cx="4524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4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27769-FC42-3F1B-BBE8-58220F84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8D051-0065-3DC8-858F-E0F443F2C5A5}"/>
              </a:ext>
            </a:extLst>
          </p:cNvPr>
          <p:cNvSpPr txBox="1"/>
          <p:nvPr/>
        </p:nvSpPr>
        <p:spPr>
          <a:xfrm>
            <a:off x="217714" y="255046"/>
            <a:ext cx="764424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Yaxud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EXCEPT() </a:t>
            </a:r>
            <a:r>
              <a:rPr lang="az-Latn-AZ" altLang="en-US" sz="1300">
                <a:latin typeface="Arial" panose="020B0604020202020204" pitchFamily="34" charset="0"/>
              </a:rPr>
              <a:t>funksiyası ilə deyə bilərik ki, </a:t>
            </a:r>
            <a:r>
              <a:rPr lang="az-Latn-AZ" altLang="en-US" sz="1300" b="1">
                <a:latin typeface="Arial" panose="020B0604020202020204" pitchFamily="34" charset="0"/>
              </a:rPr>
              <a:t>İNDEX</a:t>
            </a:r>
            <a:r>
              <a:rPr lang="az-Latn-AZ" altLang="en-US" sz="1300">
                <a:latin typeface="Arial" panose="020B0604020202020204" pitchFamily="34" charset="0"/>
              </a:rPr>
              <a:t> şablonu </a:t>
            </a:r>
            <a:r>
              <a:rPr lang="az-Latn-AZ" altLang="en-US" sz="1300" b="1" i="1">
                <a:solidFill>
                  <a:srgbClr val="0070C0"/>
                </a:solidFill>
                <a:latin typeface="Arial" panose="020B0604020202020204" pitchFamily="34" charset="0"/>
              </a:rPr>
              <a:t>istisna olmaqla </a:t>
            </a:r>
            <a:r>
              <a:rPr lang="az-Latn-AZ" altLang="en-US" sz="1300">
                <a:latin typeface="Arial" panose="020B0604020202020204" pitchFamily="34" charset="0"/>
              </a:rPr>
              <a:t>yerdə qalan digər şablonlara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tətbiq edilsin.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97D8A-3521-EDB0-4402-5B0217813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626" y="0"/>
            <a:ext cx="4113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681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EC119-AD7A-E3E7-2654-2FF8B865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34A133-9C59-34DB-C354-3E899767E8A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085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EF4D-1DEA-8B21-F2AD-52B05CD4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9C8E66-4243-35FA-F107-646FF44E96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887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105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338</cp:revision>
  <dcterms:created xsi:type="dcterms:W3CDTF">2025-04-12T11:00:44Z</dcterms:created>
  <dcterms:modified xsi:type="dcterms:W3CDTF">2025-05-24T12:11:58Z</dcterms:modified>
</cp:coreProperties>
</file>