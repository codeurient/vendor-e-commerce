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6" r:id="rId3"/>
    <p:sldId id="403" r:id="rId4"/>
    <p:sldId id="404" r:id="rId5"/>
    <p:sldId id="405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5" y="255046"/>
            <a:ext cx="5061296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$middlewareGroups</a:t>
            </a:r>
            <a:r>
              <a:rPr lang="az-Latn-AZ" altLang="en-US" sz="1300">
                <a:latin typeface="Arial" panose="020B0604020202020204" pitchFamily="34" charset="0"/>
              </a:rPr>
              <a:t>` massivindəki `</a:t>
            </a:r>
            <a:r>
              <a:rPr lang="az-Latn-AZ" altLang="en-US" sz="1300" b="1">
                <a:latin typeface="Arial" panose="020B0604020202020204" pitchFamily="34" charset="0"/>
              </a:rPr>
              <a:t>authCheck</a:t>
            </a:r>
            <a:r>
              <a:rPr lang="az-Latn-AZ" altLang="en-US" sz="1300">
                <a:latin typeface="Arial" panose="020B0604020202020204" pitchFamily="34" charset="0"/>
              </a:rPr>
              <a:t>` -i kommentə alırıq və </a:t>
            </a:r>
            <a:r>
              <a:rPr lang="az-Latn-AZ" altLang="en-US" sz="1300" b="1">
                <a:latin typeface="Arial" panose="020B0604020202020204" pitchFamily="34" charset="0"/>
              </a:rPr>
              <a:t>authCheck2</a:t>
            </a:r>
            <a:r>
              <a:rPr lang="az-Latn-AZ" altLang="en-US" sz="1300">
                <a:latin typeface="Arial" panose="020B0604020202020204" pitchFamily="34" charset="0"/>
              </a:rPr>
              <a:t> adı ilə əlavə edirik </a:t>
            </a:r>
            <a:r>
              <a:rPr lang="az-Latn-AZ" altLang="en-US" sz="1300" b="1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$middlewareAliases</a:t>
            </a:r>
            <a:r>
              <a:rPr lang="az-Latn-AZ" altLang="en-US" sz="1300">
                <a:latin typeface="Arial" panose="020B0604020202020204" pitchFamily="34" charset="0"/>
              </a:rPr>
              <a:t>` massivinə.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massivə əlavə edilən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-</a:t>
            </a:r>
            <a:r>
              <a:rPr lang="az-Latn-AZ" altLang="en-US" sz="1300">
                <a:latin typeface="Arial" panose="020B0604020202020204" pitchFamily="34" charset="0"/>
              </a:rPr>
              <a:t>lər həm </a:t>
            </a:r>
            <a:r>
              <a:rPr lang="az-Latn-AZ" altLang="en-US" sz="1300" b="1" i="1">
                <a:latin typeface="Arial" panose="020B0604020202020204" pitchFamily="34" charset="0"/>
              </a:rPr>
              <a:t>group</a:t>
            </a:r>
            <a:r>
              <a:rPr lang="az-Latn-AZ" altLang="en-US" sz="1300">
                <a:latin typeface="Arial" panose="020B0604020202020204" pitchFamily="34" charset="0"/>
              </a:rPr>
              <a:t> halında həmdə </a:t>
            </a:r>
            <a:r>
              <a:rPr lang="az-Latn-AZ" altLang="en-US" sz="1300" b="1" i="1">
                <a:latin typeface="Arial" panose="020B0604020202020204" pitchFamily="34" charset="0"/>
              </a:rPr>
              <a:t>individual</a:t>
            </a:r>
            <a:r>
              <a:rPr lang="az-Latn-AZ" altLang="en-US" sz="1300">
                <a:latin typeface="Arial" panose="020B0604020202020204" pitchFamily="34" charset="0"/>
              </a:rPr>
              <a:t> olaraq istifadə edilə bilər.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Laravel-də middleware alias (ləqəb) istifadə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edərək icazələri kontrol etməyə kömək edir.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B9236-471E-BE44-6247-2C30CE3BA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807" y="-11796"/>
            <a:ext cx="6766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5F46F-8FED-AFFE-6BED-FC9B1714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01FB3A-CACF-D1F8-C93A-3D8C6E2A5AE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Kod hissəsinə toxunmuruq olduğu kimi qalır. Keçid edirik </a:t>
            </a:r>
            <a:r>
              <a:rPr lang="en-US" altLang="en-US" sz="1300" b="1">
                <a:latin typeface="Arial" panose="020B0604020202020204" pitchFamily="34" charset="0"/>
              </a:rPr>
              <a:t>web.php </a:t>
            </a:r>
            <a:r>
              <a:rPr lang="az-Latn-AZ" altLang="en-US" sz="1300">
                <a:latin typeface="Arial" panose="020B0604020202020204" pitchFamily="34" charset="0"/>
              </a:rPr>
              <a:t>faylına.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E7619-23E9-4A60-82B2-3BB59DCDF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307" y="2523520"/>
            <a:ext cx="6039693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5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Route-da istifadə: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yazı nə edir?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resursuna aid bütün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-lar (index, create, store, edit, update, destroy, show)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authCheck2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middleware-i ilə qorunur. Yəni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AuthCheck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hər bir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sorğunu yoxlayacaq və yalnız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auth=1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query varsa, keçməyə icazə verəcək.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authCheck2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aliasını istifadə etməsəydi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belə yazmalı idi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bu isə uzun və kodun oxunuşunu çətinləşdirir.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71BA2-94D6-376A-AEED-B12EAA40F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096"/>
            <a:ext cx="6258798" cy="485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C85C71-9EE4-4BC5-CC57-8D58D6683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1228"/>
            <a:ext cx="4877481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1751-AD28-634C-D207-3DAD243D1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32869-09A6-DBC8-44CC-32C081238B56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Necə işləyir?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URL -də aşağıdakı kimi yazsaq onda nəticə bu cür olacaq.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Çünki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AuthCheck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middleware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bunu təmin edir: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1BFFB-81CD-906D-FFE9-CDA00C8C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094"/>
            <a:ext cx="7068536" cy="685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9A2159-0C19-92AD-CF89-249AAC1ED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5038"/>
            <a:ext cx="4410691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98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D824-4460-FC45-0A54-E99AF355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B33499-A9B1-B50D-97A0-F430E5B7CC7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116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171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2025-05-24T11:50:52Z</dcterms:modified>
</cp:coreProperties>
</file>