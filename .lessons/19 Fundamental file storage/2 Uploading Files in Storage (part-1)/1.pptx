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  <p:sldId id="404" r:id="rId6"/>
    <p:sldId id="405" r:id="rId7"/>
    <p:sldId id="406" r:id="rId8"/>
    <p:sldId id="4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Şəkildə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göstərilən kod parçaları Laravel-də fayl yükləmə (file upload) funksiyasının əsas hissələridir.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C583B-9E7C-B407-D469-917D075EA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7598"/>
            <a:ext cx="12192000" cy="426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resources\views\home.blade.php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Form hissəsi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action="{{ route('upload-file') }}" method="POST" enctype=“multipart/form-data”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action="{{ route('upload-file') }}"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formun məlumatları hara göndərəcəyini göstərir.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route('upload-file')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Laravel-ə deyir ki, adı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upload-file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olan route-a müraciət et.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route bizdə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routes/web.php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 təyin olunub.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method="POST"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forma, serverə məlumat göndərmək üçün istifadə olunur.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 yükləmək üçün mütləq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ya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metodu olmalıdır (çünki məlumat göndəririk).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enctype="multipart/form-data"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HTML form atributu fayl yükləmək üçün mütləq lazımdır.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bu olmasa, yüklənən fayl göndərilməz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0" lvl="1"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Yekun mənası: Bu form, faylı upload-file adlı route-a POST metodu ilə və düzgün formatda göndərir.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@csrf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Laravel direktividir. HTML-də belə görünür: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sistemində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CSRF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(Cross-Site Request Forgery) hücumlarına qarşı qoruma təmin edir.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serveri, yalnız doğru token-lə gələn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istəklərini qəbul edir. Yəni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@csrf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etməsən, forma göndərilməz və Laravel "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419 Page Expired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xətası verər.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624FF-30A0-476A-EFBF-31B0A0483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4136"/>
            <a:ext cx="420111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routes\web.php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Sadə izah: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sətr Laravel-ə deyir: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POST istəyi /upload-file ünvanına gəlsə,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ImageController içindəki handleImage() funksiyasını işə sal.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route-un adı upload-file olsun.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funksiyasında necə istifadə olunur?</a:t>
            </a:r>
          </a:p>
          <a:p>
            <a:pPr>
              <a:lnSpc>
                <a:spcPct val="150000"/>
              </a:lnSpc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Bu yolla Laravel formanın hara göndəriləcəyini avtomatik URL şəklində yaradır (məs: /upload-file).</a:t>
            </a: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64309-4C00-9B24-7013-3608BF0C0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195"/>
            <a:ext cx="6982799" cy="628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5C1F69-6391-13A3-A76F-C41C996F0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6881"/>
            <a:ext cx="3086531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A8464-0830-7A6F-D0E6-BC7C9CCE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541E77-32E0-F1BA-E38F-9C0D9C4B139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370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44FFF-4ED0-0A40-B9EE-AB606419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FF9A10-F3DB-B0F5-73B4-4BEC158BD6A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3092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6AF6-0E60-AD3C-AC66-C29FD068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35C68A-F37C-0512-20AF-EB48669A3A4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5251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521C-23E7-75F4-2092-91E41950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E3DB77-4996-7FEF-C277-1A5821EBF72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156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2419</TotalTime>
  <Words>281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333</cp:revision>
  <dcterms:created xsi:type="dcterms:W3CDTF">2025-04-12T11:00:44Z</dcterms:created>
  <dcterms:modified xsi:type="dcterms:W3CDTF">2025-05-09T19:04:12Z</dcterms:modified>
</cp:coreProperties>
</file>