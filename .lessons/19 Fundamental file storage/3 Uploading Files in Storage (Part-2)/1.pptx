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12" r:id="rId9"/>
    <p:sldId id="407" r:id="rId10"/>
    <p:sldId id="409" r:id="rId11"/>
    <p:sldId id="411" r:id="rId12"/>
    <p:sldId id="4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İnput</a:t>
            </a:r>
            <a:r>
              <a:rPr lang="az-Latn-AZ" altLang="en-US" sz="1300">
                <a:latin typeface="Arial" panose="020B0604020202020204" pitchFamily="34" charset="0"/>
              </a:rPr>
              <a:t> ilə əldə edilən fayl haqqında ətraflı məlumat sahibi olmaq üçün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$REQUEST </a:t>
            </a:r>
            <a:r>
              <a:rPr lang="az-Latn-AZ" altLang="en-US" sz="1300">
                <a:latin typeface="Arial" panose="020B0604020202020204" pitchFamily="34" charset="0"/>
              </a:rPr>
              <a:t>obyektinin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file()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 bilərik. </a:t>
            </a:r>
            <a:r>
              <a:rPr lang="az-Latn-AZ" altLang="en-US" sz="1300" b="1">
                <a:latin typeface="Arial" panose="020B0604020202020204" pitchFamily="34" charset="0"/>
              </a:rPr>
              <a:t>Request</a:t>
            </a:r>
            <a:r>
              <a:rPr lang="az-Latn-AZ" altLang="en-US" sz="1300">
                <a:latin typeface="Arial" panose="020B0604020202020204" pitchFamily="34" charset="0"/>
              </a:rPr>
              <a:t> haqqında </a:t>
            </a:r>
            <a:r>
              <a:rPr lang="az-Latn-AZ" altLang="en-US" sz="1300" b="1">
                <a:latin typeface="Arial" panose="020B0604020202020204" pitchFamily="34" charset="0"/>
              </a:rPr>
              <a:t>13-2</a:t>
            </a:r>
            <a:r>
              <a:rPr lang="az-Latn-AZ" altLang="en-US" sz="1300">
                <a:latin typeface="Arial" panose="020B0604020202020204" pitchFamily="34" charset="0"/>
              </a:rPr>
              <a:t> nömrəli dərsin qovluğunda oxumuşduq.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FCB83-E46C-7602-0BBF-5C869333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2054"/>
            <a:ext cx="3608969" cy="4095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7F404A-9F12-3551-E8D5-D99851969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399" y="2762054"/>
            <a:ext cx="3490509" cy="4187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5E6D7-10C2-8F74-505B-938680B9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338" y="2762054"/>
            <a:ext cx="3598890" cy="4187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BCA090-E2B2-76A3-6929-AA9A352A0142}"/>
              </a:ext>
            </a:extLst>
          </p:cNvPr>
          <p:cNvSpPr txBox="1"/>
          <p:nvPr/>
        </p:nvSpPr>
        <p:spPr>
          <a:xfrm>
            <a:off x="294699" y="182146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dd( </a:t>
            </a:r>
            <a:r>
              <a:rPr lang="en-US" altLang="en-US" sz="1300">
                <a:latin typeface="Arial" panose="020B0604020202020204" pitchFamily="34" charset="0"/>
              </a:rPr>
              <a:t>$request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				 dd( </a:t>
            </a:r>
            <a:r>
              <a:rPr lang="en-US" altLang="en-US" sz="1300">
                <a:latin typeface="Arial" panose="020B0604020202020204" pitchFamily="34" charset="0"/>
              </a:rPr>
              <a:t>$request-&gt;all()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		                              dd( </a:t>
            </a:r>
            <a:r>
              <a:rPr lang="en-US" altLang="en-US" sz="1300">
                <a:latin typeface="Arial" panose="020B0604020202020204" pitchFamily="34" charset="0"/>
              </a:rPr>
              <a:t>$request-&gt;file()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FILE</a:t>
            </a:r>
            <a:r>
              <a:rPr lang="en-US" altLang="en-US" sz="1300">
                <a:latin typeface="Arial" panose="020B0604020202020204" pitchFamily="34" charset="0"/>
              </a:rPr>
              <a:t> -lar</a:t>
            </a:r>
            <a:r>
              <a:rPr lang="az-Latn-AZ" altLang="en-US" sz="1300">
                <a:latin typeface="Arial" panose="020B0604020202020204" pitchFamily="34" charset="0"/>
              </a:rPr>
              <a:t>ı ayrıca əldə etmək üçün demişdik ki,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file()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etmək lazımdır.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request-&gt;all()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sadəcə text məlumatları və query-ləri göstərir. Fayllar üçün isə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request-&gt;file()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dd($request-&gt;all());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Formdan gələn bütün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məlumatlarını (text, checkbox, select və s.)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şəklində göstərir.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F6EF8-7E31-9E21-7388-0532F397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219156"/>
            <a:ext cx="3077004" cy="1209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E8DECC-3993-15D1-A89A-81DE17601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280270"/>
            <a:ext cx="2800741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dd($request-&gt;file());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Sadəcə faylları verir.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type="file"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gələn faylları göstərir.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UploadedFile obyektidir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İçində bu metodlar var: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getClientOriginalName()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Faylın orijinal adı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getSize()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Baytla ölçüsü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Faylı yaddaşa yazmaq üçün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move()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Faylı istədiyin yerə köçürmək üçün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və.s</a:t>
            </a: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85B4F-84BA-4FA4-0A8F-1F5E3EF4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71450"/>
            <a:ext cx="3143689" cy="55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AFC8D3-A2F3-4379-257D-CE0B39DE6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512875"/>
            <a:ext cx="2943636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dd($request-&gt;input('username'));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Yalnız müəyyən bir input sahəsini göstərir.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dd($request-&gt;hasFile('image'));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Formdan fayl gəlib-gəlmədiyini true/false ilə göstərir.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dd($request-&gt;method());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İstəyin metodunu qaytarır: GET, POST, PUT, s.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A892-B850-2073-08E5-D3666FA2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33B08-4AC8-6E1F-9021-0528DFDDE18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8ECC0-E80F-51FD-893D-87B1956C9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767" y="0"/>
            <a:ext cx="7139233" cy="3371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1CB2C5-F764-9A6A-FCB5-FDE849DA3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0578"/>
            <a:ext cx="5052767" cy="443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3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0875-D451-DC1D-0A11-4104ED58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7AA19-C70A-16EC-0EAB-2504DCB59C9C}"/>
              </a:ext>
            </a:extLst>
          </p:cNvPr>
          <p:cNvSpPr txBox="1"/>
          <p:nvPr/>
        </p:nvSpPr>
        <p:spPr>
          <a:xfrm>
            <a:off x="217714" y="264473"/>
            <a:ext cx="11756571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$request-&gt;image-&gt;store('/')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edir? 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C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avab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 əmr,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formdan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gələn faylı 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Laravel-in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sistemində bir yerə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 yaddaşa yazır.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$request-&gt;image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type="file"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olan form sahəsinin name atributuna uyğun gəlir.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halda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$request-&gt;image </a:t>
            </a:r>
            <a:r>
              <a:rPr lang="az-Latn-AZ" altLang="en-US" sz="1100">
                <a:latin typeface="Arial" panose="020B0604020202020204" pitchFamily="34" charset="0"/>
              </a:rPr>
              <a:t>ilə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$request-&gt;file('image')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eyni məna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nı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verir. Laravel bu faylı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avtomatik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UploadedFile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obyektinə çevirir.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D9035-2D2E-9433-142A-013C7E5A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49409"/>
            <a:ext cx="3029373" cy="504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726A0E-504F-96E1-A376-797C0189A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59576"/>
            <a:ext cx="12192000" cy="408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8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F6A0-72EE-3BC0-3031-2055CBDA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D289AF-C080-4786-680A-3111609D338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Şəkli seçirik və </a:t>
            </a:r>
            <a:r>
              <a:rPr lang="az-Latn-AZ" altLang="en-US" sz="1300" b="1">
                <a:latin typeface="Arial" panose="020B0604020202020204" pitchFamily="34" charset="0"/>
              </a:rPr>
              <a:t>UPLOAD</a:t>
            </a:r>
            <a:r>
              <a:rPr lang="az-Latn-AZ" altLang="en-US" sz="1300">
                <a:latin typeface="Arial" panose="020B0604020202020204" pitchFamily="34" charset="0"/>
              </a:rPr>
              <a:t> yazısına klikləyirik. Şəkil yükləndikdən sonra slayda </a:t>
            </a:r>
            <a:r>
              <a:rPr lang="az-Latn-AZ" altLang="en-US" sz="1300" b="1">
                <a:latin typeface="Arial" panose="020B0604020202020204" pitchFamily="34" charset="0"/>
              </a:rPr>
              <a:t>6</a:t>
            </a:r>
            <a:r>
              <a:rPr lang="az-Latn-AZ" altLang="en-US" sz="1300">
                <a:latin typeface="Arial" panose="020B0604020202020204" pitchFamily="34" charset="0"/>
              </a:rPr>
              <a:t> -da olduğu kimi: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storage\app\public</a:t>
            </a:r>
            <a:r>
              <a:rPr lang="az-Latn-AZ" altLang="en-US" sz="1300">
                <a:latin typeface="Arial" panose="020B0604020202020204" pitchFamily="34" charset="0"/>
              </a:rPr>
              <a:t>` qovluğuna </a:t>
            </a:r>
            <a:r>
              <a:rPr lang="az-Latn-AZ" altLang="en-US" sz="1300" b="1">
                <a:latin typeface="Arial" panose="020B0604020202020204" pitchFamily="34" charset="0"/>
              </a:rPr>
              <a:t>avtomatik</a:t>
            </a:r>
            <a:r>
              <a:rPr lang="az-Latn-AZ" altLang="en-US" sz="1300">
                <a:latin typeface="Arial" panose="020B0604020202020204" pitchFamily="34" charset="0"/>
              </a:rPr>
              <a:t> yüklənəcək.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6403C-FBE0-1F12-0348-D11E3DDD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" y="3428999"/>
            <a:ext cx="5341413" cy="3391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A878D5-79E7-E893-90B9-A8CAFC093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87" y="3429000"/>
            <a:ext cx="6211167" cy="3391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838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EFE4-12D7-631C-8834-ABA2EC21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4ED01A-608D-D373-218D-51E29E255DCC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İstəsəz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İMAGES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adında qovluq yaradar</a:t>
            </a:r>
            <a:r>
              <a:rPr lang="az-Latn-AZ" altLang="en-US" sz="1300">
                <a:latin typeface="Arial" panose="020B0604020202020204" pitchFamily="34" charset="0"/>
              </a:rPr>
              <a:t>aq, bura yükləyə bilərsiniz. Daha məntiqli olar. Şəklin adı </a:t>
            </a:r>
            <a:r>
              <a:rPr lang="az-Latn-AZ" altLang="en-US" sz="1300" b="1">
                <a:latin typeface="Arial" panose="020B0604020202020204" pitchFamily="34" charset="0"/>
              </a:rPr>
              <a:t>random</a:t>
            </a:r>
            <a:r>
              <a:rPr lang="az-Latn-AZ" altLang="en-US" sz="1300">
                <a:latin typeface="Arial" panose="020B0604020202020204" pitchFamily="34" charset="0"/>
              </a:rPr>
              <a:t> olaraq təyin edilir. Ancaq özünüz istəyən adı vermək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storeAs() </a:t>
            </a:r>
            <a:r>
              <a:rPr lang="az-Latn-AZ" altLang="en-US" sz="1300">
                <a:latin typeface="Arial" panose="020B0604020202020204" pitchFamily="34" charset="0"/>
              </a:rPr>
              <a:t>funksiyasından istifadə etmək olar.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22BFE-E16E-F0F8-434D-D8AF91232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6917"/>
            <a:ext cx="6456463" cy="2911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50142-C6B2-2EE9-7EBD-18D2A2E2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23" y="3933104"/>
            <a:ext cx="5150177" cy="292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5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A246-6072-22D4-AFE2-62F4188A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87D1DF-E560-6ACD-F35D-93DFB19C5C78}"/>
              </a:ext>
            </a:extLst>
          </p:cNvPr>
          <p:cNvSpPr txBox="1"/>
          <p:nvPr/>
        </p:nvSpPr>
        <p:spPr>
          <a:xfrm>
            <a:off x="217714" y="255046"/>
            <a:ext cx="11756571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Şəkillər artıq yükləndiyi üçün onları </a:t>
            </a:r>
            <a:r>
              <a:rPr lang="az-Latn-AZ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İMG</a:t>
            </a: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 tag -indən istifadə edərək ekrana yerləşdirə bilərik. Ancaq ekranda şəkil görməyəcəyik.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Laravel-də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fayl yükləmə və faylı göstərmək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mövzusunda ən çox anlaşılmazlıq yaradan hissələrdən biri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bu hissədir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Bu cür yazmaq səhvdir, çünki:</a:t>
            </a:r>
            <a:endParaRPr lang="en-US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Laravel-in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asset() </a:t>
            </a:r>
            <a:r>
              <a:rPr kumimoji="0" lang="az-Latn-AZ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funksiyası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public/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qovluğunu əsas olaraq götürür.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storage\app\public\...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yolu Laravel-in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daxili storage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qovluğudur, birbaşa web-dən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görünmür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88313-978A-AD9E-6257-27130E20F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406" y="2304174"/>
            <a:ext cx="5976594" cy="4553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1AD29C-9E02-A7F7-16CC-E30F756D0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9170"/>
            <a:ext cx="5976594" cy="208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78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31C1-479D-A47A-777D-03EAF211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C1E04-2476-E50D-3171-A1D935854F73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Bu problemi həll etmək üçün: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storage:link </a:t>
            </a:r>
            <a:r>
              <a:rPr lang="az-Latn-AZ" altLang="en-US" sz="1300">
                <a:latin typeface="Arial" panose="020B0604020202020204" pitchFamily="34" charset="0"/>
              </a:rPr>
              <a:t>əmrini terminalda yazmaq lazımdır.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adında bir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symbolic link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(shortcut) yaradır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link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qovluğuna işarə edir: Yəni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public/storage/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storage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/app/public/</a:t>
            </a:r>
            <a:endParaRPr lang="az-Latn-AZ" altLang="en-US" sz="1300" b="1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lavə edilən bütün şəkillər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storage/app/public/images/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içində saxlanılsada belə, biz yolumuzu həmin simbolik link üzərindən gösətərəcyik. Bunun üçündə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funksiyasından istifadə etməliyik. Çünki bu funksiya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qovluğundakı faylların tam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ünvanını avtomatik yaradır və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sözünü yazmaq məcburiyyətində qalmırıq. Yəni: </a:t>
            </a:r>
          </a:p>
          <a:p>
            <a:pPr marL="2571750" lvl="5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storage/app/public/images/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saxlanır</a:t>
            </a:r>
          </a:p>
          <a:p>
            <a:pPr marL="2571750" lvl="5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artisan storage:link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qovluğu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public/storage/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altına göstərir</a:t>
            </a:r>
          </a:p>
          <a:p>
            <a:pPr marL="2571750" lvl="5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 yalnız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altını tanıyır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9B014-CBC9-FE24-7CEC-F71FD3050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429" y="4616662"/>
            <a:ext cx="3811571" cy="224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46F39-0C2B-2FE0-D7A4-EE46DB34C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616662"/>
            <a:ext cx="7243112" cy="224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59C0-932C-36D7-7CB1-939FE0CC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04B4C-91A3-5C50-98FC-CDE1661F906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640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16A8-BFC0-FD12-175A-072C6941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6ED25C-4EBF-44C4-451E-3AD1C2AF73D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88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4447</TotalTime>
  <Words>591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343</cp:revision>
  <dcterms:created xsi:type="dcterms:W3CDTF">2025-04-12T11:00:44Z</dcterms:created>
  <dcterms:modified xsi:type="dcterms:W3CDTF">2025-05-11T05:50:40Z</dcterms:modified>
</cp:coreProperties>
</file>