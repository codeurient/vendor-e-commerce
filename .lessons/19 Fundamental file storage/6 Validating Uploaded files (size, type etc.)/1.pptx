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Biz validation keçmişik ancaq burada şəklin necə validasiya edildiyini ayrıca göstərmək istəyirəm.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4E5CD7-69A5-0B43-8BB9-15A12A7B8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28173"/>
            <a:ext cx="12192000" cy="582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2420</TotalTime>
  <Words>16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328</cp:revision>
  <dcterms:created xsi:type="dcterms:W3CDTF">2025-04-12T11:00:44Z</dcterms:created>
  <dcterms:modified xsi:type="dcterms:W3CDTF">2025-05-13T05:24:41Z</dcterms:modified>
</cp:coreProperties>
</file>