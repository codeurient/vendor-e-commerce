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9" r:id="rId8"/>
    <p:sldId id="411" r:id="rId9"/>
    <p:sldId id="407" r:id="rId10"/>
    <p:sldId id="40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Şəkillərlə işləmək üçün 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Intervention Image</a:t>
            </a:r>
            <a:r>
              <a:rPr lang="az-Latn-AZ" altLang="en-US" sz="1300">
                <a:latin typeface="Arial" panose="020B0604020202020204" pitchFamily="34" charset="0"/>
              </a:rPr>
              <a:t>` kitabxanasının istifadə edilməsi: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1. </a:t>
            </a:r>
            <a:r>
              <a:rPr lang="en-US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https://image.intervention.io/v3</a:t>
            </a:r>
            <a:r>
              <a:rPr lang="en-US" altLang="en-US" sz="1300">
                <a:latin typeface="Arial" panose="020B0604020202020204" pitchFamily="34" charset="0"/>
              </a:rPr>
              <a:t> nədir?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sayt </a:t>
            </a:r>
            <a:r>
              <a:rPr lang="en-US" altLang="en-US" sz="1300" b="1">
                <a:latin typeface="Arial" panose="020B0604020202020204" pitchFamily="34" charset="0"/>
              </a:rPr>
              <a:t>Intervention Image </a:t>
            </a:r>
            <a:r>
              <a:rPr lang="en-US" altLang="en-US" sz="1300">
                <a:latin typeface="Arial" panose="020B0604020202020204" pitchFamily="34" charset="0"/>
              </a:rPr>
              <a:t>kitabxanasının versiya 3 üçün rəsmi sənədləşmə saytıdır. Bu kitabxana, PHP ilə yazılmış və şəkillər üzərində emal (resizing, crop, watermark, rotate və s.) üçün istifadə edilən ən məşhur Open Source image processing kitabxanasıdır.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Backend Engines dəstəyi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Quraşdırma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B3FB5A-9D2F-7DF9-C23B-BBD6429AD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127960"/>
              </p:ext>
            </p:extLst>
          </p:nvPr>
        </p:nvGraphicFramePr>
        <p:xfrm>
          <a:off x="217714" y="2722068"/>
          <a:ext cx="5878285" cy="1097280"/>
        </p:xfrm>
        <a:graphic>
          <a:graphicData uri="http://schemas.openxmlformats.org/drawingml/2006/table">
            <a:tbl>
              <a:tblPr/>
              <a:tblGrid>
                <a:gridCol w="899520">
                  <a:extLst>
                    <a:ext uri="{9D8B030D-6E8A-4147-A177-3AD203B41FA5}">
                      <a16:colId xmlns:a16="http://schemas.microsoft.com/office/drawing/2014/main" val="1009218238"/>
                    </a:ext>
                  </a:extLst>
                </a:gridCol>
                <a:gridCol w="4978765">
                  <a:extLst>
                    <a:ext uri="{9D8B030D-6E8A-4147-A177-3AD203B41FA5}">
                      <a16:colId xmlns:a16="http://schemas.microsoft.com/office/drawing/2014/main" val="2577828232"/>
                    </a:ext>
                  </a:extLst>
                </a:gridCol>
              </a:tblGrid>
              <a:tr h="121916">
                <a:tc>
                  <a:txBody>
                    <a:bodyPr/>
                    <a:lstStyle/>
                    <a:p>
                      <a:r>
                        <a:rPr lang="en-US" sz="1200" b="1"/>
                        <a:t>Engine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037003"/>
                  </a:ext>
                </a:extLst>
              </a:tr>
              <a:tr h="121916">
                <a:tc>
                  <a:txBody>
                    <a:bodyPr/>
                    <a:lstStyle/>
                    <a:p>
                      <a:r>
                        <a:rPr lang="en-US" sz="1200" b="1"/>
                        <a:t>GD 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PHP-nin default şəkil kitabxanası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093601"/>
                  </a:ext>
                </a:extLst>
              </a:tr>
              <a:tr h="121916">
                <a:tc>
                  <a:txBody>
                    <a:bodyPr/>
                    <a:lstStyle/>
                    <a:p>
                      <a:r>
                        <a:rPr lang="en-US" sz="1200" b="1"/>
                        <a:t>Imagick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ImageMagick-in PHP uzantısı, daha güclü effektlər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465651"/>
                  </a:ext>
                </a:extLst>
              </a:tr>
              <a:tr h="121916">
                <a:tc>
                  <a:txBody>
                    <a:bodyPr/>
                    <a:lstStyle/>
                    <a:p>
                      <a:r>
                        <a:rPr lang="en-US" sz="1200" b="1"/>
                        <a:t>libvips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Performans baxımından daha sürətli və az RAM istifadə edən 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6956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F98CE93-C5C8-9B60-548D-8F53F0C7F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4496581"/>
            <a:ext cx="2972215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Test etmək üçün `</a:t>
            </a:r>
            <a:r>
              <a:rPr lang="az-Latn-AZ" altLang="en-US" sz="1300" b="1">
                <a:latin typeface="Arial" panose="020B0604020202020204" pitchFamily="34" charset="0"/>
              </a:rPr>
              <a:t>public</a:t>
            </a:r>
            <a:r>
              <a:rPr lang="az-Latn-AZ" altLang="en-US" sz="1300">
                <a:latin typeface="Arial" panose="020B0604020202020204" pitchFamily="34" charset="0"/>
              </a:rPr>
              <a:t>` qovluğuna bir şəkil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68125-6270-98DE-4255-6E173EC85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2421"/>
            <a:ext cx="12192000" cy="593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4123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İndi isə, həmin şəklin ölçülərini kiçildək.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solidFill>
                  <a:schemeClr val="accent2"/>
                </a:solidFill>
                <a:latin typeface="Arial" panose="020B0604020202020204" pitchFamily="34" charset="0"/>
              </a:rPr>
              <a:t>NOT</a:t>
            </a:r>
            <a:r>
              <a:rPr lang="az-Latn-AZ" altLang="en-US" sz="1100">
                <a:latin typeface="Arial" panose="020B0604020202020204" pitchFamily="34" charset="0"/>
              </a:rPr>
              <a:t>: </a:t>
            </a:r>
            <a:r>
              <a:rPr lang="az-Latn-AZ" altLang="en-US" sz="1100" b="1">
                <a:latin typeface="Arial" panose="020B0604020202020204" pitchFamily="34" charset="0"/>
              </a:rPr>
              <a:t>ImageManager</a:t>
            </a:r>
            <a:r>
              <a:rPr lang="az-Latn-AZ" altLang="en-US" sz="1100">
                <a:latin typeface="Arial" panose="020B0604020202020204" pitchFamily="34" charset="0"/>
              </a:rPr>
              <a:t> -in 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V2</a:t>
            </a:r>
            <a:r>
              <a:rPr lang="az-Latn-AZ" altLang="en-US" sz="1100">
                <a:latin typeface="Arial" panose="020B0604020202020204" pitchFamily="34" charset="0"/>
              </a:rPr>
              <a:t> versiyası ilə </a:t>
            </a:r>
            <a:r>
              <a:rPr lang="az-Latn-AZ" altLang="en-US" sz="1100" b="1">
                <a:solidFill>
                  <a:srgbClr val="0070C0"/>
                </a:solidFill>
                <a:latin typeface="Arial" panose="020B0604020202020204" pitchFamily="34" charset="0"/>
              </a:rPr>
              <a:t>V3</a:t>
            </a:r>
            <a:r>
              <a:rPr lang="az-Latn-AZ" altLang="en-US" sz="1100">
                <a:latin typeface="Arial" panose="020B0604020202020204" pitchFamily="34" charset="0"/>
              </a:rPr>
              <a:t> versiyası arasında fərqliliklər var.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latin typeface="Arial" panose="020B0604020202020204" pitchFamily="34" charset="0"/>
              </a:rPr>
              <a:t>V2 versiyada belə yazılır</a:t>
            </a:r>
            <a:r>
              <a:rPr lang="az-Latn-AZ" altLang="en-US" sz="11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V3 versiyada isə belə yazılır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bizdə bu versiyadır ): 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51AF1C-03DE-07EF-CB7A-C78AC193A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4352575"/>
            <a:ext cx="5306165" cy="2505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7BAA7C-6D0E-14D3-AB53-D5A17E6F9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1632273"/>
            <a:ext cx="3464061" cy="219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6C0F-8CEE-6D19-8EB5-67319175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043229-2167-B2F1-243E-89955B0D90CF}"/>
              </a:ext>
            </a:extLst>
          </p:cNvPr>
          <p:cNvSpPr txBox="1"/>
          <p:nvPr/>
        </p:nvSpPr>
        <p:spPr>
          <a:xfrm>
            <a:off x="217714" y="255046"/>
            <a:ext cx="5716555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 bu cür olacaq.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5D8449-AF76-B7C3-0B2F-8DB13A889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928" y="0"/>
            <a:ext cx="6054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90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CE99-01FC-B445-77EE-8ED4B9961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EE6A20-2D35-F9E7-F91E-9586B72AE602}"/>
              </a:ext>
            </a:extLst>
          </p:cNvPr>
          <p:cNvSpPr txBox="1"/>
          <p:nvPr/>
        </p:nvSpPr>
        <p:spPr>
          <a:xfrm>
            <a:off x="217714" y="255046"/>
            <a:ext cx="7088155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Şəkli düzgün ölçüdə kiçiltmək üçün </a:t>
            </a:r>
            <a:r>
              <a:rPr lang="az-Latn-AZ" altLang="en-US" sz="1300" b="1">
                <a:latin typeface="Arial" panose="020B0604020202020204" pitchFamily="34" charset="0"/>
              </a:rPr>
              <a:t>cover() </a:t>
            </a:r>
            <a:r>
              <a:rPr lang="az-Latn-AZ" altLang="en-US" sz="1300">
                <a:latin typeface="Arial" panose="020B0604020202020204" pitchFamily="34" charset="0"/>
              </a:rPr>
              <a:t>metodundan istifadə edə bilərik.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 i="1">
                <a:latin typeface="Arial" panose="020B0604020202020204" pitchFamily="34" charset="0"/>
              </a:rPr>
              <a:t>V2</a:t>
            </a:r>
            <a:r>
              <a:rPr lang="az-Latn-AZ" altLang="en-US" sz="1300">
                <a:latin typeface="Arial" panose="020B0604020202020204" pitchFamily="34" charset="0"/>
              </a:rPr>
              <a:t> -də isə, </a:t>
            </a:r>
            <a:r>
              <a:rPr lang="az-Latn-AZ" altLang="en-US" sz="1300" b="1">
                <a:latin typeface="Arial" panose="020B0604020202020204" pitchFamily="34" charset="0"/>
              </a:rPr>
              <a:t>fit() </a:t>
            </a:r>
            <a:r>
              <a:rPr lang="az-Latn-AZ" altLang="en-US" sz="1300">
                <a:latin typeface="Arial" panose="020B0604020202020204" pitchFamily="34" charset="0"/>
              </a:rPr>
              <a:t>istifadə edilirdi.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728157-5F4C-1A8C-36BA-A734604E6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941" y="0"/>
            <a:ext cx="4725059" cy="2086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E3499E-46BF-6F31-91A2-AF3F50C16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0138"/>
            <a:ext cx="4795839" cy="504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30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C220E-283A-5F26-569E-877B07E9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79A12C-9BC3-E9D2-0D07-24F926ECA18D}"/>
              </a:ext>
            </a:extLst>
          </p:cNvPr>
          <p:cNvSpPr txBox="1"/>
          <p:nvPr/>
        </p:nvSpPr>
        <p:spPr>
          <a:xfrm>
            <a:off x="217714" y="255046"/>
            <a:ext cx="11756571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400">
                <a:latin typeface="Arial" panose="020B0604020202020204" pitchFamily="34" charset="0"/>
              </a:rPr>
              <a:t>Əgər  şəkli </a:t>
            </a:r>
            <a:r>
              <a:rPr lang="en-US" altLang="en-US" sz="1400" b="1">
                <a:latin typeface="Arial" panose="020B0604020202020204" pitchFamily="34" charset="0"/>
              </a:rPr>
              <a:t>browser</a:t>
            </a:r>
            <a:r>
              <a:rPr lang="en-US" altLang="en-US" sz="1400">
                <a:latin typeface="Arial" panose="020B0604020202020204" pitchFamily="34" charset="0"/>
              </a:rPr>
              <a:t>-də göstərmək  və onu </a:t>
            </a:r>
            <a:r>
              <a:rPr lang="en-US" altLang="en-US" sz="1400" b="1">
                <a:latin typeface="Arial" panose="020B0604020202020204" pitchFamily="34" charset="0"/>
              </a:rPr>
              <a:t>image/jpeg </a:t>
            </a:r>
            <a:r>
              <a:rPr lang="en-US" altLang="en-US" sz="1400">
                <a:latin typeface="Arial" panose="020B0604020202020204" pitchFamily="34" charset="0"/>
              </a:rPr>
              <a:t>kimi qaytarmaq istəyiriksə, onda belə etməliyik. </a:t>
            </a: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400" b="1">
                <a:latin typeface="Arial" panose="020B0604020202020204" pitchFamily="34" charset="0"/>
              </a:rPr>
              <a:t>Variant 1</a:t>
            </a:r>
            <a:r>
              <a:rPr lang="az-Latn-AZ" altLang="en-US" sz="14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400" b="1">
                <a:latin typeface="Arial" panose="020B0604020202020204" pitchFamily="34" charset="0"/>
              </a:rPr>
              <a:t>Variant 2</a:t>
            </a:r>
            <a:r>
              <a:rPr lang="en-US" altLang="en-US" sz="1400">
                <a:latin typeface="Arial" panose="020B0604020202020204" pitchFamily="34" charset="0"/>
              </a:rPr>
              <a:t>: Laravel </a:t>
            </a:r>
            <a:r>
              <a:rPr lang="en-US" altLang="en-US" sz="1400" b="1">
                <a:latin typeface="Arial" panose="020B0604020202020204" pitchFamily="34" charset="0"/>
              </a:rPr>
              <a:t>response()-&gt;file() </a:t>
            </a:r>
            <a:r>
              <a:rPr lang="en-US" altLang="en-US" sz="1400">
                <a:latin typeface="Arial" panose="020B0604020202020204" pitchFamily="34" charset="0"/>
              </a:rPr>
              <a:t>ilə </a:t>
            </a:r>
            <a:r>
              <a:rPr lang="en-US" altLang="en-US" sz="1400" b="1">
                <a:latin typeface="Arial" panose="020B0604020202020204" pitchFamily="34" charset="0"/>
              </a:rPr>
              <a:t>car2.jpg </a:t>
            </a:r>
            <a:r>
              <a:rPr lang="en-US" altLang="en-US" sz="1400">
                <a:latin typeface="Arial" panose="020B0604020202020204" pitchFamily="34" charset="0"/>
              </a:rPr>
              <a:t>göndərmək Əgər artıq yadda saxlamısansa və həmin faylı göstərmək istəyirsənsə:</a:t>
            </a:r>
            <a:r>
              <a:rPr lang="az-Latn-AZ" altLang="en-US" sz="1400">
                <a:latin typeface="Arial" panose="020B0604020202020204" pitchFamily="34" charset="0"/>
              </a:rPr>
              <a:t> Bu halda </a:t>
            </a:r>
            <a:r>
              <a:rPr lang="az-Latn-AZ" altLang="en-US" sz="1400" b="1">
                <a:latin typeface="Arial" panose="020B0604020202020204" pitchFamily="34" charset="0"/>
              </a:rPr>
              <a:t>Content-Type</a:t>
            </a:r>
            <a:r>
              <a:rPr lang="az-Latn-AZ" altLang="en-US" sz="1400">
                <a:latin typeface="Arial" panose="020B0604020202020204" pitchFamily="34" charset="0"/>
              </a:rPr>
              <a:t> avtomatik təyin olunur.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73892E-304F-769B-7881-95BF1B885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293512"/>
            <a:ext cx="6328761" cy="25973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FB265E-CE5D-D4E8-0F6D-840670C80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5188092"/>
            <a:ext cx="3934374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93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83F9B-A2EA-7F6B-812D-DD7F423C0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4B66C0-6A5F-0CE2-EDD0-13DA8E50F167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Əlavə Tövsiyə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istifadəçi şəkli brauzerdə görsün istəyirsənsə → </a:t>
            </a:r>
            <a:r>
              <a:rPr lang="en-US" altLang="en-US" sz="1300" b="1">
                <a:latin typeface="Arial" panose="020B0604020202020204" pitchFamily="34" charset="0"/>
              </a:rPr>
              <a:t>inline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yükləməyi təklif etsin istəyirsənsə → </a:t>
            </a:r>
            <a:r>
              <a:rPr lang="en-US" altLang="en-US" sz="1300" b="1">
                <a:latin typeface="Arial" panose="020B0604020202020204" pitchFamily="34" charset="0"/>
              </a:rPr>
              <a:t>download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24831-1919-7207-116F-0E700BA08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458256"/>
            <a:ext cx="5620534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23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1D07-97AD-CE74-41FB-B257ECE2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E0DFE0-1F09-92E6-01EB-8EE395D58D0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657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6314C-962C-2911-D407-D60DEEDE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1B487F-38A5-BA9D-76D1-7BAD291DCA6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928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1721F-DCAB-969E-E48B-B2B5BB8C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E09D6B-4EC8-A1A8-FC0C-5D6E90CF3E0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000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2557</TotalTime>
  <Words>249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348</cp:revision>
  <dcterms:created xsi:type="dcterms:W3CDTF">2025-04-12T11:00:44Z</dcterms:created>
  <dcterms:modified xsi:type="dcterms:W3CDTF">2025-06-17T18:45:46Z</dcterms:modified>
</cp:coreProperties>
</file>