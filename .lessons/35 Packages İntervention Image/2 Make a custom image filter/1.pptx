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6" r:id="rId3"/>
    <p:sldId id="404" r:id="rId4"/>
    <p:sldId id="405" r:id="rId5"/>
    <p:sldId id="403" r:id="rId6"/>
    <p:sldId id="400" r:id="rId7"/>
    <p:sldId id="407" r:id="rId8"/>
    <p:sldId id="408" r:id="rId9"/>
    <p:sldId id="409" r:id="rId10"/>
    <p:sldId id="410" r:id="rId11"/>
    <p:sldId id="41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171071"/>
            <a:ext cx="8114523" cy="6429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Bu dərs, şəkil (image) üzərində xüsusi emal (processing) əməliyyatlarını mərkəzləşdirmək və təkrar istifadə etmək üçün köməkçinin (helper -in) necə yazıldığını öyrənəcəyik.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✅ </a:t>
            </a:r>
            <a:r>
              <a:rPr lang="en-US" altLang="en-US" sz="1200" b="1">
                <a:latin typeface="Arial" panose="020B0604020202020204" pitchFamily="34" charset="0"/>
              </a:rPr>
              <a:t>Əsas məqsəd </a:t>
            </a:r>
            <a:r>
              <a:rPr lang="az-Latn-AZ" altLang="en-US" sz="1200" b="1">
                <a:latin typeface="Arial" panose="020B0604020202020204" pitchFamily="34" charset="0"/>
              </a:rPr>
              <a:t>k</a:t>
            </a:r>
            <a:r>
              <a:rPr lang="en-US" altLang="en-US" sz="1200" b="1">
                <a:latin typeface="Arial" panose="020B0604020202020204" pitchFamily="34" charset="0"/>
              </a:rPr>
              <a:t>odun təmiz və modulyar olması</a:t>
            </a:r>
            <a:endParaRPr lang="az-Latn-AZ" altLang="en-US" sz="12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2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Laravel-də </a:t>
            </a:r>
            <a:r>
              <a:rPr lang="en-US" altLang="en-US" sz="1200" b="1">
                <a:latin typeface="Arial" panose="020B0604020202020204" pitchFamily="34" charset="0"/>
              </a:rPr>
              <a:t>routes/web.php </a:t>
            </a:r>
            <a:r>
              <a:rPr lang="en-US" altLang="en-US" sz="1200">
                <a:latin typeface="Arial" panose="020B0604020202020204" pitchFamily="34" charset="0"/>
              </a:rPr>
              <a:t>və ya controller daxilində uzun şəkil emal kodlarını yazmaq əvəzinə, bu əməliyyatları </a:t>
            </a:r>
            <a:r>
              <a:rPr lang="en-US" altLang="en-US" sz="1200" b="1">
                <a:latin typeface="Arial" panose="020B0604020202020204" pitchFamily="34" charset="0"/>
              </a:rPr>
              <a:t>app/Helpers/ImageFilter.php </a:t>
            </a:r>
            <a:r>
              <a:rPr lang="en-US" altLang="en-US" sz="1200">
                <a:latin typeface="Arial" panose="020B0604020202020204" pitchFamily="34" charset="0"/>
              </a:rPr>
              <a:t>faylına keçirməklə: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Kod oxunaqlı olur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Funksiya təkrar istifadə oluna bilir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Test yazmaq və dəyişiklik etmək daha asanlaşır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Biz indi,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web.php </a:t>
            </a:r>
            <a:r>
              <a:rPr lang="az-Latn-AZ" altLang="en-US" sz="1200">
                <a:latin typeface="Arial" panose="020B0604020202020204" pitchFamily="34" charset="0"/>
              </a:rPr>
              <a:t>faylında yazılan və şəkli </a:t>
            </a:r>
            <a:r>
              <a:rPr lang="az-Latn-AZ" altLang="en-US" sz="1200" b="1">
                <a:latin typeface="Arial" panose="020B0604020202020204" pitchFamily="34" charset="0"/>
              </a:rPr>
              <a:t>filter</a:t>
            </a:r>
            <a:r>
              <a:rPr lang="az-Latn-AZ" altLang="en-US" sz="1200">
                <a:latin typeface="Arial" panose="020B0604020202020204" pitchFamily="34" charset="0"/>
              </a:rPr>
              <a:t> etmək üçün istifadə edilən artıq kodları `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app\Helpers\ImageFilter.php</a:t>
            </a:r>
            <a:r>
              <a:rPr lang="az-Latn-AZ" altLang="en-US" sz="1200">
                <a:latin typeface="Arial" panose="020B0604020202020204" pitchFamily="34" charset="0"/>
              </a:rPr>
              <a:t>` adında 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helper</a:t>
            </a:r>
            <a:r>
              <a:rPr lang="az-Latn-AZ" altLang="en-US" sz="1200">
                <a:latin typeface="Arial" panose="020B0604020202020204" pitchFamily="34" charset="0"/>
              </a:rPr>
              <a:t> yaradaraq bu faylın içinə yerləşdirəcəyik.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latin typeface="Arial" panose="020B0604020202020204" pitchFamily="34" charset="0"/>
              </a:rPr>
              <a:t>V3</a:t>
            </a:r>
            <a:r>
              <a:rPr lang="az-Latn-AZ" altLang="en-US" sz="1200">
                <a:latin typeface="Arial" panose="020B0604020202020204" pitchFamily="34" charset="0"/>
              </a:rPr>
              <a:t> versiyasında Filter üçün istifadə edilən bölməni tapmaq çətin ola bilər. Ancaq </a:t>
            </a:r>
            <a:r>
              <a:rPr lang="az-Latn-AZ" altLang="en-US" sz="1200" b="1">
                <a:latin typeface="Arial" panose="020B0604020202020204" pitchFamily="34" charset="0"/>
              </a:rPr>
              <a:t>V2</a:t>
            </a:r>
            <a:r>
              <a:rPr lang="az-Latn-AZ" altLang="en-US" sz="1200">
                <a:latin typeface="Arial" panose="020B0604020202020204" pitchFamily="34" charset="0"/>
              </a:rPr>
              <a:t> versiyasında sol tərəfdə `</a:t>
            </a:r>
            <a:r>
              <a:rPr lang="az-Latn-AZ" altLang="en-US" sz="1200" b="1">
                <a:latin typeface="Arial" panose="020B0604020202020204" pitchFamily="34" charset="0"/>
              </a:rPr>
              <a:t>Image Filters</a:t>
            </a:r>
            <a:r>
              <a:rPr lang="az-Latn-AZ" altLang="en-US" sz="1200">
                <a:latin typeface="Arial" panose="020B0604020202020204" pitchFamily="34" charset="0"/>
              </a:rPr>
              <a:t>` deyilən bir yazı var. Bu səhifəyə keçərək kodları kopyala və 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ImageFilter.php </a:t>
            </a:r>
            <a:r>
              <a:rPr lang="az-Latn-AZ" altLang="en-US" sz="1200">
                <a:latin typeface="Arial" panose="020B0604020202020204" pitchFamily="34" charset="0"/>
              </a:rPr>
              <a:t>faylına yerləşdirə bilərik. Təbiki versiya fərqinə görə həmin kodlar üzərində dəyişikliklər etmək lazım gələcək.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Hətta olanları tamamən öz ürəyiniz istiyən kimi dəyişdirə bilərsiz. Çünki bu cür Helperləri heç hardansa kod nümunəsi götürmədən, öz ağlımızdan da yaza bilərik. Əsas lazım olan isə bu Helper -i necə çağırmaq lazımdır necə dəyər ötürə bilərik və.s kimi primitiv məsələlərdir.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D8B8FB-BEB4-FE09-8CE6-E865D4022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855" y="0"/>
            <a:ext cx="3579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79D2A-F25D-8795-3861-DD0D4433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886E52-D248-D598-662B-871DBDB627B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F82AD3-373D-EDB5-3E8E-AE019DE7B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146" y="0"/>
            <a:ext cx="82098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336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38692-BC17-CD2A-1EFF-90359DB6D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7B1BAC-C5CB-8FEC-1466-463F797DAA0C}"/>
              </a:ext>
            </a:extLst>
          </p:cNvPr>
          <p:cNvSpPr txBox="1"/>
          <p:nvPr/>
        </p:nvSpPr>
        <p:spPr>
          <a:xfrm>
            <a:off x="217714" y="40815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Buda bizim modifikasiya edilmiş kodumuz.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14603B-DBD5-60C2-83DF-9CC66151D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4831"/>
            <a:ext cx="12192000" cy="644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69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2FB2B-5F06-6D85-BF43-F61AB2BD8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A27B26-8A17-B541-C669-5148BEA1DB9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İstəsəniz kodu bu cürdə yaza bilərsiz. Dəyişən heç bir şey olmaycaq. Yanaşma fərqli nəticə isə eynidir.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1BDB7B-88CB-09DA-660D-CEF4E7B7E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9416"/>
            <a:ext cx="12192000" cy="585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506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Yaxud </a:t>
            </a:r>
            <a:r>
              <a:rPr lang="en-US" altLang="en-US" sz="1300" b="1">
                <a:latin typeface="Arial" panose="020B0604020202020204" pitchFamily="34" charset="0"/>
              </a:rPr>
              <a:t>$this-&gt; </a:t>
            </a:r>
            <a:r>
              <a:rPr lang="en-US" altLang="en-US" sz="1300">
                <a:latin typeface="Arial" panose="020B0604020202020204" pitchFamily="34" charset="0"/>
              </a:rPr>
              <a:t>ilə </a:t>
            </a:r>
            <a:r>
              <a:rPr lang="en-US" altLang="en-US" sz="1300" b="1">
                <a:latin typeface="Arial" panose="020B0604020202020204" pitchFamily="34" charset="0"/>
              </a:rPr>
              <a:t>non-static</a:t>
            </a:r>
            <a:r>
              <a:rPr lang="en-US" altLang="en-US" sz="1300">
                <a:latin typeface="Arial" panose="020B0604020202020204" pitchFamily="34" charset="0"/>
              </a:rPr>
              <a:t> qaydada da müraciət </a:t>
            </a:r>
            <a:r>
              <a:rPr lang="az-Latn-AZ" altLang="en-US" sz="1300">
                <a:latin typeface="Arial" panose="020B0604020202020204" pitchFamily="34" charset="0"/>
              </a:rPr>
              <a:t>edə bilərik.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32203-F2CF-D33C-AFC7-F976A289A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30378"/>
            <a:ext cx="12192000" cy="582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F18FE-5A4D-2E01-48CB-6572D0F9F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3169BA-9C38-E906-A76F-740811BFC31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6984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B0A1-EAF0-C37D-E8B1-CFB754F96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D34D09-826D-7A42-04AE-709D83465DD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1757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B4391-423E-2FFD-71C1-67DE2648E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BB0D2F-1672-8659-B91B-BCFDDC68107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7205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B4FEA-B2E0-C06D-1599-D41F78621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F63940-17BC-C5EC-6D9E-6A9C05A5A4C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9581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C19A3-37FA-47DA-71AB-E31E2D5FE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5321D6-F220-AB50-EE92-BF9F5F1D346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9035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2775</TotalTime>
  <Words>260</Words>
  <Application>Microsoft Office PowerPoint</Application>
  <PresentationFormat>Widescreen</PresentationFormat>
  <Paragraphs>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345</cp:revision>
  <dcterms:created xsi:type="dcterms:W3CDTF">2025-04-12T11:00:44Z</dcterms:created>
  <dcterms:modified xsi:type="dcterms:W3CDTF">2025-06-18T11:16:59Z</dcterms:modified>
</cp:coreProperties>
</file>