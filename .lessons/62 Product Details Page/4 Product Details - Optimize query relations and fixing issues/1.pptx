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5" r:id="rId2"/>
    <p:sldId id="416" r:id="rId3"/>
    <p:sldId id="417" r:id="rId4"/>
    <p:sldId id="418" r:id="rId5"/>
    <p:sldId id="420" r:id="rId6"/>
    <p:sldId id="41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4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AE5AA-517F-F260-892A-328B0CAF8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478110-B690-C635-530D-DC4FBFAD36C1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Sorğuları izləmək üçün DEBUGBAR quraşdıra bilərsiz.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C6AAB4-BC36-48DE-CF7F-EEFC71FE11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364" y="2538288"/>
            <a:ext cx="6249272" cy="1781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1273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F2F10-9265-F04A-C9FB-46DD1043B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7B2C65A-F981-FD3E-2E62-CA943357A053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Hər şey qaydasındadır.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E1D962-036D-5FBF-906E-4B847BF349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5492"/>
            <a:ext cx="12192000" cy="6242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772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B7394-F255-C7DA-F333-43FC302D2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F7E9B06-8F0F-17C6-6925-A2FDDE1785E7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963C04-EEDA-AFF3-1549-9BF8FFBDE2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5729" y="0"/>
            <a:ext cx="752054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2336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1775F-562C-A9D4-8460-8992899D7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BDD00B-7046-B6FD-9AA4-2D558362BD59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İşarələnən hissə ən üstdə dayanmırdı deyə onu z-index ilə üstə çıxardıq.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F041E8-8268-7EE1-8522-9D86CEDBD5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72461"/>
            <a:ext cx="9435875" cy="5485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4320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E8913-7021-E9C5-ACC5-EF970BFD1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B77BE30-08A1-16DE-FE90-62E3C5FD5D61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510506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FC578-E916-157D-9E34-98C92603E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4E910EB-F8CF-72DB-1654-E9E111A3D87E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163149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5584</TotalTime>
  <Words>26</Words>
  <Application>Microsoft Office PowerPoint</Application>
  <PresentationFormat>Widescreen</PresentationFormat>
  <Paragraphs>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394</cp:revision>
  <dcterms:created xsi:type="dcterms:W3CDTF">2025-04-12T11:00:44Z</dcterms:created>
  <dcterms:modified xsi:type="dcterms:W3CDTF">2025-12-29T07:39:41Z</dcterms:modified>
</cp:coreProperties>
</file>