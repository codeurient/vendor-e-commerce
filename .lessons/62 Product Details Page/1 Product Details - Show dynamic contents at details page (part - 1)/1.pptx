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20" r:id="rId6"/>
    <p:sldId id="421" r:id="rId7"/>
    <p:sldId id="422" r:id="rId8"/>
    <p:sldId id="419" r:id="rId9"/>
    <p:sldId id="424" r:id="rId10"/>
    <p:sldId id="423" r:id="rId11"/>
    <p:sldId id="42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626BE7-481D-DE8C-7FFB-158CC23DF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4" y="2414244"/>
            <a:ext cx="11554691" cy="202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1A2706-6320-4B93-0FA3-10DE02DF1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070" y="0"/>
            <a:ext cx="9085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A4445D-9327-915B-6A92-3EBA57EA6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937" y="0"/>
            <a:ext cx="97941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C09865-7EB9-D7DC-8718-73A308A3E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646" y="0"/>
            <a:ext cx="97067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CC28B-D7D4-4129-A40C-B507BB977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19CAD6-1941-63D3-5444-4708FBD15B3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9742C-74A1-5715-B02D-4680A7DCB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073" y="199574"/>
            <a:ext cx="7725853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66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5E0F8-6F13-57D6-91AE-768E0DB2D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EEB6D4-3C1B-BFE2-7A93-B869A5B9300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Sonra SLUG il</a:t>
            </a:r>
            <a:r>
              <a:rPr lang="az-Latn-AZ" altLang="en-US" sz="1300">
                <a:latin typeface="Arial" panose="020B0604020202020204" pitchFamily="34" charset="0"/>
              </a:rPr>
              <a:t>ə lazımlı məhsulu əldə edəcəyik</a:t>
            </a:r>
            <a:r>
              <a:rPr lang="en-US" altLang="en-US" sz="1300">
                <a:latin typeface="Arial" panose="020B0604020202020204" pitchFamily="34" charset="0"/>
              </a:rPr>
              <a:t>:  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-&gt;where('slug', $slug)    </a:t>
            </a:r>
            <a:r>
              <a:rPr lang="en-US" altLang="en-US" sz="1300">
                <a:latin typeface="Arial" panose="020B0604020202020204" pitchFamily="34" charset="0"/>
              </a:rPr>
              <a:t>yazaraq.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5EC8C5-3145-F185-09BD-1558FEF59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1008"/>
            <a:ext cx="12192000" cy="539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36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83ED6-F762-C17D-B0AA-A796F4699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A59607-A41E-F42D-9811-906CD77B609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401E9A-3E63-9A7F-BE87-8BDC55196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10" y="0"/>
            <a:ext cx="101965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2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E28F6-5793-B6F4-98E7-B1D92647B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254" y="0"/>
            <a:ext cx="6603491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4E46B-398D-851B-E24C-9885F6E21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F66CF0-F52B-833C-4AB4-6DF094FE2B6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650FE0-424A-5CCE-D66A-15CB90B52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1875"/>
            <a:ext cx="12192000" cy="63342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93385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E4B0-5295-0AFF-CB03-A583C995B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A1D5FC-9C34-B8F7-3AAD-1DDC001D46D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6455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21A4-1796-651E-F1F4-60E2A9A3E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507621-70D7-B107-F4D4-0A5D2613AA2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9970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5598</TotalTime>
  <Words>29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398</cp:revision>
  <dcterms:created xsi:type="dcterms:W3CDTF">2025-04-12T11:00:44Z</dcterms:created>
  <dcterms:modified xsi:type="dcterms:W3CDTF">2025-12-28T10:32:05Z</dcterms:modified>
</cp:coreProperties>
</file>