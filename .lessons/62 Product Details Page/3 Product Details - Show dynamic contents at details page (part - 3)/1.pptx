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19" r:id="rId9"/>
    <p:sldId id="423" r:id="rId10"/>
    <p:sldId id="4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FEB36-8820-F62D-B1D0-AF46F54EA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37" y="0"/>
            <a:ext cx="9595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81B3D2-9B0A-537F-5116-31D1702D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39" y="0"/>
            <a:ext cx="83719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17AAC-7A6D-546F-A0EC-88088DC14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63" y="0"/>
            <a:ext cx="8326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39D09D-9ECB-5D1A-F45E-AFD3D304F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506" y="0"/>
            <a:ext cx="8650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B30B6-790E-E2CB-CA87-FB1FFCB2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BC58E0-B46B-6D3B-AF7F-FBACF77F1A4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5EDAB-2B5B-014E-F311-1535393CF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10" y="318653"/>
            <a:ext cx="7735380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2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337C-123D-31BD-C00D-52797435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52AED1-AC6A-8F4E-F63A-C5A55A63776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8F836-45F4-9B04-5CB5-39D7489E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32" y="0"/>
            <a:ext cx="10210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7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43ED-D374-FECD-8328-11F8C101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E7FC7F-ACA1-894C-E72A-B42F150BC8D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77DE6-6B44-7B5F-072E-58D195FE7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619" y="0"/>
            <a:ext cx="9242762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7670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2897D-E1F9-D8AB-A3AB-A4D387E2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D7117-27A8-61DF-870E-B19AFEEE8BA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858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B4F9-CE7F-58C4-C5E6-A12AB1E2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BCCB8C-FC96-DC58-435A-CFF237B368D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210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5631</TotalTime>
  <Words>10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392</cp:revision>
  <dcterms:created xsi:type="dcterms:W3CDTF">2025-04-12T11:00:44Z</dcterms:created>
  <dcterms:modified xsi:type="dcterms:W3CDTF">2025-12-29T05:41:19Z</dcterms:modified>
</cp:coreProperties>
</file>