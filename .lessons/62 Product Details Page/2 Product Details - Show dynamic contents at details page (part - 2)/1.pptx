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20" r:id="rId4"/>
    <p:sldId id="421" r:id="rId5"/>
    <p:sldId id="417" r:id="rId6"/>
    <p:sldId id="423" r:id="rId7"/>
    <p:sldId id="424" r:id="rId8"/>
    <p:sldId id="425" r:id="rId9"/>
    <p:sldId id="426" r:id="rId10"/>
    <p:sldId id="427" r:id="rId11"/>
    <p:sldId id="418" r:id="rId12"/>
    <p:sldId id="41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E8A8A-B749-A2B6-B7A9-E4B0C5350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184" y="0"/>
            <a:ext cx="5705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D01157-6D76-875C-C6AE-B089BA6BB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9947"/>
            <a:ext cx="12192000" cy="499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798DC-F52B-12B8-E10D-1B67CD078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8BAC01-0BA0-4E85-C400-212538BC6A5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E8C6A4-3188-F3E2-9F7B-44DFF6F10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272" y="0"/>
            <a:ext cx="100914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938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94E31-EAD9-22EC-D8B7-398EBF3A3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57B145-3D6F-70D6-972C-CCAED9A859C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E6E30-9B59-8003-5A48-F126B2B0A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52" y="0"/>
            <a:ext cx="11713096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5695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47AB22-6785-4692-D252-492111C8F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376" y="0"/>
            <a:ext cx="89552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0C7AB-D1D4-0F9A-AABE-0EB61E6F8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CDBD6C-EF61-240B-8C8F-1260DB2347E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D6ABFF-74C4-A4A0-FF9D-9A2D9552D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733" y="0"/>
            <a:ext cx="94245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815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78CB8-09D9-796F-DE5D-30D0F7E33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334C79-4A34-6391-0AE4-3E1E6BC4B1E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F6C04-BAE7-3040-69BA-792310A4B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958" y="0"/>
            <a:ext cx="92540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352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E6195-F56E-87D4-F7AA-C7C5EE96F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ABBCCB-03D0-D84A-E55F-2C4BDA6747F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5F32E-CAF5-06E6-305C-5232705D0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51" y="0"/>
            <a:ext cx="9204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22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7C297-0A42-2AF6-6C96-4330AD423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5EED86-A840-37BD-07DE-05CFA14E3C5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92926B-7E00-306B-D837-038BFEEE5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564"/>
            <a:ext cx="12192000" cy="638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9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5FF3D-F9A2-2745-4F20-6BB846F7E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A87F58-D499-F1A2-9B18-CDF873ACB07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1D9EB8-E736-D53E-9D03-CD619D3B4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2903"/>
            <a:ext cx="12192000" cy="59921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60737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6054</TotalTime>
  <Words>12</Words>
  <Application>Microsoft Office PowerPoint</Application>
  <PresentationFormat>Widescreen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395</cp:revision>
  <dcterms:created xsi:type="dcterms:W3CDTF">2025-04-12T11:00:44Z</dcterms:created>
  <dcterms:modified xsi:type="dcterms:W3CDTF">2025-12-28T19:18:34Z</dcterms:modified>
</cp:coreProperties>
</file>