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Product destro</a:t>
            </a:r>
            <a:r>
              <a:rPr lang="az-Latn-AZ" altLang="en-US" sz="1300" b="1">
                <a:latin typeface="Arial" panose="020B0604020202020204" pitchFamily="34" charset="0"/>
              </a:rPr>
              <a:t>y </a:t>
            </a:r>
            <a:r>
              <a:rPr lang="az-Latn-AZ" altLang="en-US" sz="1300">
                <a:latin typeface="Arial" panose="020B0604020202020204" pitchFamily="34" charset="0"/>
              </a:rPr>
              <a:t>funksionallığını konfiqurasiya edəcəyik.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Product silinsə şəkillər, sonra qaleri şəkilləri, variantlar və.s silinsin.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74429-7954-C027-EB3F-156AAD754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5108"/>
            <a:ext cx="12192000" cy="479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Variantla</a:t>
            </a:r>
            <a:r>
              <a:rPr lang="az-Latn-AZ" altLang="en-US" sz="1300">
                <a:latin typeface="Arial" panose="020B0604020202020204" pitchFamily="34" charset="0"/>
              </a:rPr>
              <a:t>rı yoxsa product variant items -də olmamalıdır.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ProductVariant</a:t>
            </a:r>
            <a:r>
              <a:rPr lang="az-Latn-AZ" altLang="en-US" sz="1300">
                <a:latin typeface="Arial" panose="020B0604020202020204" pitchFamily="34" charset="0"/>
              </a:rPr>
              <a:t> modelinə </a:t>
            </a:r>
            <a:r>
              <a:rPr lang="az-Latn-AZ" altLang="en-US" sz="1300" b="1">
                <a:latin typeface="Arial" panose="020B0604020202020204" pitchFamily="34" charset="0"/>
              </a:rPr>
              <a:t>ProductVariantİtems</a:t>
            </a:r>
            <a:r>
              <a:rPr lang="az-Latn-AZ" altLang="en-US" sz="1300">
                <a:latin typeface="Arial" panose="020B0604020202020204" pitchFamily="34" charset="0"/>
              </a:rPr>
              <a:t> ilə əlaqə qurmaqda istifadə edə biləcəyimiz </a:t>
            </a:r>
            <a:r>
              <a:rPr lang="az-Latn-AZ" altLang="en-US" sz="1300" b="1">
                <a:latin typeface="Arial" panose="020B0604020202020204" pitchFamily="34" charset="0"/>
              </a:rPr>
              <a:t>relationship</a:t>
            </a:r>
            <a:r>
              <a:rPr lang="az-Latn-AZ" altLang="en-US" sz="1300">
                <a:latin typeface="Arial" panose="020B0604020202020204" pitchFamily="34" charset="0"/>
              </a:rPr>
              <a:t> əlavə edək.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app\Models\ProductVariant.php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44506-A6CC-AC99-BD82-E9C6092C1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442" y="2018625"/>
            <a:ext cx="5287113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8930-DEF0-FC0C-2985-EA29A20E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E7447-F0C6-C647-3D0B-1A5BFED2F500}"/>
              </a:ext>
            </a:extLst>
          </p:cNvPr>
          <p:cNvSpPr txBox="1"/>
          <p:nvPr/>
        </p:nvSpPr>
        <p:spPr>
          <a:xfrm>
            <a:off x="217714" y="255046"/>
            <a:ext cx="6358577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Kodda fikir verin ki, birinci items silinir sonra variant silinir. Çünki variant silinse item silinə bilməyəcək deyə ardıcıllığı düzgün yazmaq lazımdır.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A8B1D-3DF2-A4C2-DC95-96B7F44C2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109" y="0"/>
            <a:ext cx="5534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1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52F39-E718-396A-3841-9C15148E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53566-504F-C681-49A6-66014ECABA4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528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4554</TotalTime>
  <Words>89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2025-10-09T11:06:28Z</dcterms:modified>
</cp:coreProperties>
</file>