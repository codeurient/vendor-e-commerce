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18115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Product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əlavə etmək üçün istifadə edəcəyimiz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model</a:t>
            </a:r>
            <a:r>
              <a:rPr lang="az-Latn-AZ" altLang="en-US" sz="1300">
                <a:latin typeface="Arial" panose="020B0604020202020204" pitchFamily="34" charset="0"/>
              </a:rPr>
              <a:t> -i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EC8BF-3DF0-AFC9-4B69-06552590D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91" y="4314470"/>
            <a:ext cx="973590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7734795" cy="615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database\migrations\2025_09_09_141731_create_products_table.php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sütunların hamısı məhsulun (product) xüsusiyyətlərini və SEO parametrlərini saxlamaq üçün istifadə olunur.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is_top </a:t>
            </a:r>
            <a:r>
              <a:rPr lang="en-US" altLang="en-US" sz="1200">
                <a:latin typeface="Arial" panose="020B0604020202020204" pitchFamily="34" charset="0"/>
              </a:rPr>
              <a:t>→ məhsul “Top Product” kimi işarələnibmi? (məs: saytın “Top Products” bölməsində görünsün).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is_best </a:t>
            </a:r>
            <a:r>
              <a:rPr lang="en-US" altLang="en-US" sz="1200">
                <a:latin typeface="Arial" panose="020B0604020202020204" pitchFamily="34" charset="0"/>
              </a:rPr>
              <a:t>→ məhsul “Best Seller” və ya “Best Choice” kimi işarələnibmi?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is_featured </a:t>
            </a:r>
            <a:r>
              <a:rPr lang="en-US" altLang="en-US" sz="1200">
                <a:latin typeface="Arial" panose="020B0604020202020204" pitchFamily="34" charset="0"/>
              </a:rPr>
              <a:t>→ məhsul “Featured” (önə çıxarılmış) məhsul kimi göstərilsinmi?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is_approved </a:t>
            </a:r>
            <a:r>
              <a:rPr lang="en-US" altLang="en-US" sz="1200">
                <a:latin typeface="Arial" panose="020B0604020202020204" pitchFamily="34" charset="0"/>
              </a:rPr>
              <a:t>→ məhsul admin tərəfindən təsdiqlənibmi?</a:t>
            </a:r>
          </a:p>
          <a:p>
            <a:pPr lvl="1">
              <a:lnSpc>
                <a:spcPct val="150000"/>
              </a:lnSpc>
            </a:pPr>
            <a:r>
              <a:rPr lang="en-US" altLang="en-US" sz="1200" b="1">
                <a:latin typeface="Arial" panose="020B0604020202020204" pitchFamily="34" charset="0"/>
              </a:rPr>
              <a:t>0</a:t>
            </a:r>
            <a:r>
              <a:rPr lang="en-US" altLang="en-US" sz="1200">
                <a:latin typeface="Arial" panose="020B0604020202020204" pitchFamily="34" charset="0"/>
              </a:rPr>
              <a:t> → təsdiqlənməyib</a:t>
            </a:r>
          </a:p>
          <a:p>
            <a:pPr lvl="1">
              <a:lnSpc>
                <a:spcPct val="150000"/>
              </a:lnSpc>
            </a:pPr>
            <a:r>
              <a:rPr lang="en-US" altLang="en-US" sz="1200" b="1">
                <a:latin typeface="Arial" panose="020B0604020202020204" pitchFamily="34" charset="0"/>
              </a:rPr>
              <a:t>1</a:t>
            </a:r>
            <a:r>
              <a:rPr lang="en-US" altLang="en-US" sz="1200">
                <a:latin typeface="Arial" panose="020B0604020202020204" pitchFamily="34" charset="0"/>
              </a:rPr>
              <a:t> → təsdiqlənib</a:t>
            </a:r>
            <a:endParaRPr lang="az-Latn-AZ" altLang="en-US" sz="12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(Bu, çox vaxt marketplace-lərdə olur: satıcı əlavə edir, amma </a:t>
            </a:r>
            <a:r>
              <a:rPr lang="en-US" altLang="en-US" sz="1200" b="1">
                <a:latin typeface="Arial" panose="020B0604020202020204" pitchFamily="34" charset="0"/>
              </a:rPr>
              <a:t>admin</a:t>
            </a:r>
            <a:r>
              <a:rPr lang="en-US" altLang="en-US" sz="1200">
                <a:latin typeface="Arial" panose="020B0604020202020204" pitchFamily="34" charset="0"/>
              </a:rPr>
              <a:t> təsdiqləyənə qədər məhsul göstərilmir.)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📌 Qeyd: </a:t>
            </a:r>
            <a:r>
              <a:rPr lang="en-US" altLang="en-US" sz="1200" b="1">
                <a:latin typeface="Arial" panose="020B0604020202020204" pitchFamily="34" charset="0"/>
              </a:rPr>
              <a:t>is_top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is_best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is_featured </a:t>
            </a:r>
            <a:r>
              <a:rPr lang="en-US" altLang="en-US" sz="1200">
                <a:latin typeface="Arial" panose="020B0604020202020204" pitchFamily="34" charset="0"/>
              </a:rPr>
              <a:t>üçün </a:t>
            </a:r>
            <a:r>
              <a:rPr lang="en-US" altLang="en-US" sz="1200" b="1">
                <a:latin typeface="Arial" panose="020B0604020202020204" pitchFamily="34" charset="0"/>
              </a:rPr>
              <a:t>string</a:t>
            </a:r>
            <a:r>
              <a:rPr lang="en-US" altLang="en-US" sz="1200">
                <a:latin typeface="Arial" panose="020B0604020202020204" pitchFamily="34" charset="0"/>
              </a:rPr>
              <a:t> əvəzinə </a:t>
            </a:r>
            <a:r>
              <a:rPr lang="en-US" altLang="en-US" sz="1200" b="1">
                <a:latin typeface="Arial" panose="020B0604020202020204" pitchFamily="34" charset="0"/>
              </a:rPr>
              <a:t>boolean</a:t>
            </a:r>
            <a:r>
              <a:rPr lang="en-US" altLang="en-US" sz="1200">
                <a:latin typeface="Arial" panose="020B0604020202020204" pitchFamily="34" charset="0"/>
              </a:rPr>
              <a:t> və ya </a:t>
            </a:r>
            <a:r>
              <a:rPr lang="en-US" altLang="en-US" sz="1200" b="1">
                <a:latin typeface="Arial" panose="020B0604020202020204" pitchFamily="34" charset="0"/>
              </a:rPr>
              <a:t>tinyInteger</a:t>
            </a:r>
            <a:r>
              <a:rPr lang="en-US" altLang="en-US" sz="1200">
                <a:latin typeface="Arial" panose="020B0604020202020204" pitchFamily="34" charset="0"/>
              </a:rPr>
              <a:t> istifadə etmək daha düzgündür, çünki bunlar adətən </a:t>
            </a:r>
            <a:r>
              <a:rPr lang="en-US" altLang="en-US" sz="1200" b="1">
                <a:latin typeface="Arial" panose="020B0604020202020204" pitchFamily="34" charset="0"/>
              </a:rPr>
              <a:t>0/1</a:t>
            </a:r>
            <a:r>
              <a:rPr lang="en-US" altLang="en-US" sz="1200">
                <a:latin typeface="Arial" panose="020B0604020202020204" pitchFamily="34" charset="0"/>
              </a:rPr>
              <a:t> tipli dəyərlərdir.</a:t>
            </a:r>
            <a:r>
              <a:rPr lang="az-Latn-AZ" altLang="en-US" sz="1200">
                <a:latin typeface="Arial" panose="020B0604020202020204" pitchFamily="34" charset="0"/>
              </a:rPr>
              <a:t> Biz hələki müvəqqəti olaraq string yazaq çünki sonra ola bilsin həmin bu sütun adlarını `</a:t>
            </a:r>
            <a:r>
              <a:rPr lang="az-Latn-AZ" altLang="en-US" sz="1200" b="1">
                <a:latin typeface="Arial" panose="020B0604020202020204" pitchFamily="34" charset="0"/>
              </a:rPr>
              <a:t>product_type</a:t>
            </a:r>
            <a:r>
              <a:rPr lang="az-Latn-AZ" altLang="en-US" sz="1200">
                <a:latin typeface="Arial" panose="020B0604020202020204" pitchFamily="34" charset="0"/>
              </a:rPr>
              <a:t>` olaraq dəyişdik.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seo_title </a:t>
            </a:r>
            <a:r>
              <a:rPr lang="en-US" altLang="en-US" sz="1200">
                <a:latin typeface="Arial" panose="020B0604020202020204" pitchFamily="34" charset="0"/>
              </a:rPr>
              <a:t>→ məhsul səhifəsinin title etiketi üçün xüsusi başlıq (Google, Bing axtarış nəticələrində görsənir).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seo_description </a:t>
            </a:r>
            <a:r>
              <a:rPr lang="en-US" altLang="en-US" sz="1200">
                <a:latin typeface="Arial" panose="020B0604020202020204" pitchFamily="34" charset="0"/>
              </a:rPr>
              <a:t>→ məhsul səhifəsinin meta description etiketi (axtarış nəticələrində məhsul haqqında qısa mətn).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B478D-729B-1A0B-AB56-BAAC5029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878" y="0"/>
            <a:ext cx="4061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3AFD-78AA-50C6-C381-7E8B7C84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F4C34-B17E-620C-E4BD-B31EE2E22F1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4DBAD-8C48-19D4-EAFD-4203481F4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354" y="4733629"/>
            <a:ext cx="10364646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1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4E0F-1A2C-DE7A-6520-55AE39F55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4E6343-65A1-8489-BCEE-F5278429227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8D288-360B-4DBA-16CF-7A0C0601B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4961"/>
            <a:ext cx="12192000" cy="37230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998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CA4B-AD0F-7B55-4864-FBBCEF9E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E948E-6E20-CA3E-16B2-01F5D971369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861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EE3D-86FA-9CA3-FFFF-F1914F84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BD4F70-B0AC-2066-2717-3FEF0CEF2AF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89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5BE4-4084-C6E1-C863-AF00433C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1792B0-98FD-9FB4-F86F-032C0A0F04B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21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09B89-F404-A9A6-FE00-79B7D6113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71345-0EF3-9D35-C1AA-EBF01068EB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3017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5490</TotalTime>
  <Words>231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2025-09-10T06:05:32Z</dcterms:modified>
</cp:coreProperties>
</file>