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6" r:id="rId4"/>
    <p:sldId id="415" r:id="rId5"/>
    <p:sldId id="417" r:id="rId6"/>
    <p:sldId id="418" r:id="rId7"/>
    <p:sldId id="419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app\DataTables\BrandDataTable.php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2C28F4-ED75-C7CE-CC7A-D450E549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836" y="1666150"/>
            <a:ext cx="4582164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app\DataTables\BrandDataTable.php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C571D-5AA6-AD2E-1770-45DF67745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91" y="909848"/>
            <a:ext cx="8562109" cy="594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AE1A-09DD-E8CB-9900-7D0C9A0F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BDF6B4-B21D-32F2-B244-529FDF90FC1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app\DataTables\BrandDataTable.php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004E9C-FE15-7112-24A9-C362C8ECD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198" y="0"/>
            <a:ext cx="5244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17AC2-CC07-1F10-A2AB-D6893B45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F0863E-F2FB-1788-5C02-8CEF44081E5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1A615-E07F-972C-05F9-D79D2128E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946"/>
            <a:ext cx="12192000" cy="4330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458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9EC6-AB16-1FCD-079E-8E2D9AB5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DC0459-AB28-16F8-40DA-9A8BAB21671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242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D2F6E-3795-7633-F915-844432A02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88A2C-DB78-66E1-0D4B-2690B26FE6A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7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FA217-9B54-AF41-D7C5-B7BD8E6E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A24C15-6CFA-FAD9-0E20-17667D46435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76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4718</TotalTime>
  <Words>26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352</cp:revision>
  <dcterms:created xsi:type="dcterms:W3CDTF">2025-04-12T11:00:44Z</dcterms:created>
  <dcterms:modified xsi:type="dcterms:W3CDTF">2025-09-08T10:02:14Z</dcterms:modified>
</cp:coreProperties>
</file>