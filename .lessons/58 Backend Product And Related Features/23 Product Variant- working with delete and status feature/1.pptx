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app\Http\Controllers\Backend\ProductVariantController.php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1340BD-6FE5-6C6A-B9FD-819E892D0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094" y="1561361"/>
            <a:ext cx="7925906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0"/>
            <a:ext cx="11756571" cy="789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050">
                <a:latin typeface="Arial" panose="020B0604020202020204" pitchFamily="34" charset="0"/>
              </a:rPr>
              <a:t>app\Http\Controllers\Backend\ProductVariantController.php</a:t>
            </a: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050">
                <a:latin typeface="Arial" panose="020B0604020202020204" pitchFamily="34" charset="0"/>
              </a:rPr>
              <a:t>resources\views\admin\product\product-variant\index.blade.php</a:t>
            </a: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050">
                <a:latin typeface="Arial" panose="020B0604020202020204" pitchFamily="34" charset="0"/>
              </a:rPr>
              <a:t>routes\admin.php</a:t>
            </a: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B02D2F-A8AD-9F4D-876D-E18701E9D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3412"/>
            <a:ext cx="12192000" cy="602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4542</TotalTime>
  <Words>43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354</cp:revision>
  <dcterms:created xsi:type="dcterms:W3CDTF">2025-04-12T11:00:44Z</dcterms:created>
  <dcterms:modified xsi:type="dcterms:W3CDTF">2025-10-09T05:41:44Z</dcterms:modified>
</cp:coreProperties>
</file>