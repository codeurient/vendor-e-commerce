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  <p:sldId id="419" r:id="rId9"/>
    <p:sldId id="420" r:id="rId10"/>
    <p:sldId id="421" r:id="rId11"/>
    <p:sldId id="422" r:id="rId12"/>
    <p:sldId id="423" r:id="rId13"/>
    <p:sldId id="424" r:id="rId14"/>
    <p:sldId id="428" r:id="rId15"/>
    <p:sldId id="429" r:id="rId16"/>
    <p:sldId id="430" r:id="rId17"/>
    <p:sldId id="431" r:id="rId18"/>
    <p:sldId id="432" r:id="rId19"/>
    <p:sldId id="425" r:id="rId20"/>
    <p:sldId id="426" r:id="rId21"/>
    <p:sldId id="433" r:id="rId22"/>
    <p:sldId id="434" r:id="rId23"/>
    <p:sldId id="435" r:id="rId24"/>
    <p:sldId id="436" r:id="rId25"/>
    <p:sldId id="42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3" y="19039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Vendor s</a:t>
            </a:r>
            <a:r>
              <a:rPr lang="az-Latn-AZ" altLang="en-US" sz="1300">
                <a:latin typeface="Arial" panose="020B0604020202020204" pitchFamily="34" charset="0"/>
              </a:rPr>
              <a:t>əhifəsini yığacağıq bu dərs.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C8C42-B722-8A80-B84B-577DC3E45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98100"/>
            <a:ext cx="12192000" cy="61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107264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Vendor s</a:t>
            </a:r>
            <a:r>
              <a:rPr lang="az-Latn-AZ" altLang="en-US" sz="1300">
                <a:latin typeface="Arial" panose="020B0604020202020204" pitchFamily="34" charset="0"/>
              </a:rPr>
              <a:t>əhifəsini yığacağıq bu dərs.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74D56-EF0D-0466-CAE6-392619F23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222"/>
            <a:ext cx="12192000" cy="6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C6336-5031-AC18-537D-83A06FD3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16" y="4828892"/>
            <a:ext cx="10812384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A7EA-8AF0-378F-AD47-821B5A9A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C19FF-8188-4B76-4453-07E38A89293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resources\views\admin\layouts\sidebar.blade.php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56166-BD52-D542-45DB-13557343F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818" y="769424"/>
            <a:ext cx="9190182" cy="60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9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0A5E-9A8E-1120-A6A3-81D64702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F4DE1-BEAB-A269-EC33-4E014F61B53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routes\admin.php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53987-363D-B3F5-6F93-12EE81263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90" y="0"/>
            <a:ext cx="8174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3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B7A0-43F8-B9F0-3C64-F410B019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81EDA9-13D3-2F1E-8BE2-81B93EA9624D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üçün ayrıca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səhifəsi yaratmırıq. Çünki çox vaxt gedəcək. Onun üçün sadəcə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edə biləcəyimiz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şablon </a:t>
            </a:r>
            <a:r>
              <a:rPr lang="az-Latn-AZ" altLang="en-US" sz="1300">
                <a:latin typeface="Arial" panose="020B0604020202020204" pitchFamily="34" charset="0"/>
              </a:rPr>
              <a:t>yaradacağıq və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-si </a:t>
            </a:r>
            <a:r>
              <a:rPr lang="az-Latn-AZ" altLang="en-US" sz="1300" b="1">
                <a:latin typeface="Arial" panose="020B0604020202020204" pitchFamily="34" charset="0"/>
              </a:rPr>
              <a:t>Seeder</a:t>
            </a:r>
            <a:r>
              <a:rPr lang="az-Latn-AZ" altLang="en-US" sz="1300">
                <a:latin typeface="Arial" panose="020B0604020202020204" pitchFamily="34" charset="0"/>
              </a:rPr>
              <a:t> ilə dolduracağıq.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DD673-F51D-6146-CCED-C0905F83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836" y="0"/>
            <a:ext cx="2047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5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D388-50DB-51F2-8551-ECB2FD4B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FCBBDF-AC0A-D8D0-B31F-36D64A0D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202" y="313412"/>
            <a:ext cx="5715798" cy="6544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B7C558-F146-5719-1D0F-72249F2A50B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database\migrations\2025_09_08_121247_create_vendors_table.php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27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F2EB-BCA0-4A42-2174-82C7C55F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9739A-0D6C-861C-EF54-00490756BAE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E03E4-69B8-91E2-7582-CDEAD2E84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1" y="5047997"/>
            <a:ext cx="1048848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0FDD0-C533-1C3E-A3A9-22E32968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594229-96D6-3EDA-E472-332E47F5AD7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app\Http\Controllers\Backend\AdminVendorProfileController.php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0D87A-4772-1AB5-E4A0-04634E195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152" y="0"/>
            <a:ext cx="4596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E22F-8E76-35F2-10AD-9AA93BE3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F11A9-9677-FC9C-B541-23BBBC81B2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resources\views\admin\vendor-profile\index.blade.php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C0601-8361-1B9E-4212-263D377CA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26" y="1162850"/>
            <a:ext cx="5911273" cy="569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2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AC917-E69F-0344-4D66-3724EC91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DEA1A-303F-713F-0150-B146022F9D9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resources\views\admin\vendor-profile\index.blade.php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46782-6AF5-8CB8-9EC0-7D953C20A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783" y="0"/>
            <a:ext cx="7304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30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F1C0-87DB-1954-6A11-E8E73819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A9F89-F126-CF92-EE21-665DD59B39C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İlkin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FF7CB-5F20-CFE1-E8BD-C507275D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03" y="0"/>
            <a:ext cx="7116397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66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65EF-44DC-F52C-9E19-4E697E7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9482D-1A10-D9A2-EF84-A67A1F46892F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app\Http\Controllers\Backend\AdminVendorProfileController.php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Dəyər gəlib gəlmədiyini yoxlamaq üçün şəkildəki kimi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4C0BD-CBDA-DCED-7679-10E3DA3BE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511" y="0"/>
            <a:ext cx="430448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37DB40-26AB-D843-B0F9-69D6E880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24"/>
          <a:stretch>
            <a:fillRect/>
          </a:stretch>
        </p:blipFill>
        <p:spPr>
          <a:xfrm>
            <a:off x="0" y="4590726"/>
            <a:ext cx="5325218" cy="226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9E76-7405-E7E1-8B1A-E104FE3C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848B07-0956-702A-3D40-3064DD823BA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Cədvələ </a:t>
            </a:r>
            <a:r>
              <a:rPr lang="az-Latn-AZ" altLang="en-US" sz="1300" b="1">
                <a:latin typeface="Arial" panose="020B0604020202020204" pitchFamily="34" charset="0"/>
              </a:rPr>
              <a:t>user_id </a:t>
            </a:r>
            <a:r>
              <a:rPr lang="az-Latn-AZ" altLang="en-US" sz="1300">
                <a:latin typeface="Arial" panose="020B0604020202020204" pitchFamily="34" charset="0"/>
              </a:rPr>
              <a:t>əlavə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EE1F5-190E-212C-4F49-1E2F8280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096" y="0"/>
            <a:ext cx="5379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01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4419-5235-957F-2679-A481ABE6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6B2A98-59B8-C211-125C-360F6068C3D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Bir addım geriyə rollback edərək yenidən migrate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646AE-6629-B61F-0458-92BADA5A3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59" y="3647627"/>
            <a:ext cx="10507541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43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CF0B-1BC4-EC05-8451-D55B98E9F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95139-2181-36E3-117B-72B4336B3A9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Seeder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383F7-AB49-E9E6-47C5-DD6CEE47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568" y="5333787"/>
            <a:ext cx="793543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29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7406-0D15-BDAA-5E06-E9156896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83E4D1-8223-79D1-2993-0A88F8730BE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database\seeders\AdminProfileSeeder.php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Uploads</a:t>
            </a:r>
            <a:r>
              <a:rPr lang="az-Latn-AZ" altLang="en-US" sz="1300">
                <a:latin typeface="Arial" panose="020B0604020202020204" pitchFamily="34" charset="0"/>
              </a:rPr>
              <a:t> qovluğuna manual olaraq 1343.jpg adında şəkil əlavə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545C26-08CC-34EC-7533-C75AB1E3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13" y="1266045"/>
            <a:ext cx="5639587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72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BB850-F710-30BB-5F41-F8C3BFFF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4FCF9-C51B-30CC-B325-D7CCF11FEE0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D8EB9-F839-A821-A7CA-138CF173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010" y="0"/>
            <a:ext cx="7735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50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77FD-C76F-7C3F-CEE6-AE6517F9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2B3FF-F6F0-2E1C-23D9-D9D7FC702B68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database\seeders\DatabaseSeeder.php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UserSeeder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-ı</a:t>
            </a:r>
            <a:r>
              <a:rPr lang="az-Latn-AZ" altLang="en-US" sz="1300">
                <a:latin typeface="Arial" panose="020B0604020202020204" pitchFamily="34" charset="0"/>
              </a:rPr>
              <a:t>, commentə alırıq. </a:t>
            </a:r>
            <a:r>
              <a:rPr lang="az-Latn-AZ" altLang="en-US" sz="1300" b="1">
                <a:latin typeface="Arial" panose="020B0604020202020204" pitchFamily="34" charset="0"/>
              </a:rPr>
              <a:t>AdminProfileSeeder</a:t>
            </a:r>
            <a:r>
              <a:rPr lang="az-Latn-AZ" altLang="en-US" sz="1300">
                <a:latin typeface="Arial" panose="020B0604020202020204" pitchFamily="34" charset="0"/>
              </a:rPr>
              <a:t> -ı isə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D60ED-627E-5574-C686-01806032D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257" y="3599995"/>
            <a:ext cx="4429743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2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C677-6386-F02E-B8D8-9BECE23A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49FDB-75F4-022D-7758-C2323982996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9F520-D9BD-3E47-0794-CC0E9E40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06" y="4695523"/>
            <a:ext cx="1034559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12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B041-83E0-DEB9-CEE6-C1A6DDCC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B0136-CBD7-C553-255F-78FF631378A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9222B-40F1-1A92-DBA6-479696FE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9874"/>
            <a:ext cx="12192000" cy="3678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567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3CE0-54A3-5403-7EDF-2FC4728A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2CEAA-5859-1122-7628-C8599235A6D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6873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5AE5-9EA6-23F4-D1B9-7AE22027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69AF3-9B06-DCCA-81B4-C5509E69375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5142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D34C7-7A75-362E-51CE-93311A02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8E8E98-E37A-9FA5-EC1D-B292C325581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69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044D-BE97-30BC-0C82-4CBFB5AA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3722E3-64A5-5204-158E-D4DA7FBBE42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8841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5801</TotalTime>
  <Words>203</Words>
  <Application>Microsoft Office PowerPoint</Application>
  <PresentationFormat>Widescreen</PresentationFormat>
  <Paragraphs>32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362</cp:revision>
  <dcterms:created xsi:type="dcterms:W3CDTF">2025-04-12T11:00:44Z</dcterms:created>
  <dcterms:modified xsi:type="dcterms:W3CDTF">2025-09-09T08:11:09Z</dcterms:modified>
</cp:coreProperties>
</file>