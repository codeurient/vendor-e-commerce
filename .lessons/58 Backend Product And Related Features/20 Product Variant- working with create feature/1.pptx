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14" r:id="rId10"/>
    <p:sldId id="422" r:id="rId11"/>
    <p:sldId id="400" r:id="rId12"/>
    <p:sldId id="42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CC480-BAD7-B32F-87A7-16EC469B0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482" y="-6927"/>
            <a:ext cx="55635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DE39-3014-B280-466F-E03D970A7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C81F13-2ACA-6D0F-BC72-AB48EA40F28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resources\views\admin\product\product-variant\create.blade.php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ABFB9F-3803-5FA2-93C5-7CEF58FAF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976" y="0"/>
            <a:ext cx="67690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157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7D01-CE31-E717-F885-1C49AC46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392FDC-E261-1B39-179A-73BEE41552E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database\migrations\2025_10_08_121003_create_product_variants_table.php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5ABAF-3572-98BF-C4BC-51587A27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2877" y="0"/>
            <a:ext cx="60991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1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8CF-6E62-FA71-84E3-83F060B6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CFBCF2-D542-3B32-CF01-60D5879DA7B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2339A0-4422-B84A-32EB-D3878C6D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60" y="2538288"/>
            <a:ext cx="10412278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0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675A-0C76-EC35-96C2-F9369D9F7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117805-BD61-4A68-0162-EBD8A022F86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44C05-9120-2B8A-CBEC-F59602180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887"/>
            <a:ext cx="12192000" cy="3966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3154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19EFD-3E96-45B0-0B48-5BBB7830C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19B77C-93AA-58B6-20BE-D4D4A4F49566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app\Http\Controllers\Backend\ProductVariantController.php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store() metodunda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Product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identifikator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unu qeyd etməsəydik,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route() metodu hansı məhsulu nəzərdə tutduğumuzu bilməzdi və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xəta alardıq. 8 və 9 cu </a:t>
            </a:r>
            <a:r>
              <a:rPr lang="az-Latn-AZ" altLang="en-US" sz="1300">
                <a:latin typeface="Arial" panose="020B0604020202020204" pitchFamily="34" charset="0"/>
              </a:rPr>
              <a:t>slaydlarda olduğu kimi.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6887A3-A2C3-9962-8FF9-C99846F89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270" y="0"/>
            <a:ext cx="5855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06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399A9-8A13-CE38-D4F1-DF4C14C5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B51BF-7F26-74E5-19FF-AFD1A0A1851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A908E9-4008-C25C-1E5B-756E6314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5810"/>
            <a:ext cx="12192000" cy="39663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2844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3858-AD1A-6026-8C76-F2FE0CE1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E017F-6A1E-BD4D-C6D3-1D6447DC8D9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app\Http\Controllers\Backend\ProductVariantController.php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3C545-6B9C-F907-7289-DD31D97A2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347" y="0"/>
            <a:ext cx="5878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8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60045B-A942-91BC-9025-77985FF62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0960"/>
            <a:ext cx="12192000" cy="390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D326-0A35-06B7-204B-58A74625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87F570-9B45-A1F2-3E9E-ADFEDC1558A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635C17-829D-F963-3756-DB96DF47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019" y="1147444"/>
            <a:ext cx="9573961" cy="4563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8352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6A7A-3253-A177-1F90-0AE5CDD7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EF9C93-C346-EB1C-95A0-A043BC74F04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3664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4584</TotalTime>
  <Words>99</Words>
  <Application>Microsoft Office PowerPoint</Application>
  <PresentationFormat>Widescreen</PresentationFormat>
  <Paragraphs>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357</cp:revision>
  <dcterms:created xsi:type="dcterms:W3CDTF">2025-04-12T11:00:44Z</dcterms:created>
  <dcterms:modified xsi:type="dcterms:W3CDTF">2025-10-09T04:53:29Z</dcterms:modified>
</cp:coreProperties>
</file>