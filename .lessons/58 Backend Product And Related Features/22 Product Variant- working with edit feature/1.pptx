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413" r:id="rId2"/>
    <p:sldId id="414" r:id="rId3"/>
    <p:sldId id="400" r:id="rId4"/>
    <p:sldId id="415" r:id="rId5"/>
    <p:sldId id="416" r:id="rId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7158" autoAdjust="0"/>
    <p:restoredTop sz="94660"/>
  </p:normalViewPr>
  <p:slideViewPr>
    <p:cSldViewPr snapToGrid="0">
      <p:cViewPr varScale="1">
        <p:scale>
          <a:sx n="104" d="100"/>
          <a:sy n="104" d="100"/>
        </p:scale>
        <p:origin x="1242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D5749C7-6AF1-F06A-A691-2D0904BC135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02C4716-5D11-E496-5DF5-AB93EA15A6E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F9E0E94-60F8-08A9-8583-85A6278EDC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102D2E-813C-461C-9963-687A650C48C0}" type="datetimeFigureOut">
              <a:rPr lang="en-US" smtClean="0"/>
              <a:t>10/9/2025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D25D2C0-6A6A-1795-39EA-D2B99B15C2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D32BA17-B8CF-C956-3BAE-ECF2A41AEF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3492E2-EBB2-495F-9EA7-B52B4F712D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001890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94E4FAB-ECDB-6D53-0A07-84E133763D1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DD70C78-0369-C0BE-6BB2-D67C83ABE77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B245DE9-8F3A-CEAA-D1C2-306A5613FB9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102D2E-813C-461C-9963-687A650C48C0}" type="datetimeFigureOut">
              <a:rPr lang="en-US" smtClean="0"/>
              <a:t>10/9/2025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7587178-B98A-D066-38E8-24CFB058B2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6BB8799-3851-FC31-4E82-08089736B3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3492E2-EBB2-495F-9EA7-B52B4F712D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8704764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76F875-BFB8-8FD8-5E3C-9416CDA7F18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87153BA-D9CE-5922-6C11-CD376A01D2F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70B4814-23D3-15D6-6FC3-433D7332815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102D2E-813C-461C-9963-687A650C48C0}" type="datetimeFigureOut">
              <a:rPr lang="en-US" smtClean="0"/>
              <a:t>10/9/2025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DE22266-9332-467E-4D53-2BF8ADEAB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83D8434-DD44-C9A5-27D2-7EAC962FFA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3492E2-EBB2-495F-9EA7-B52B4F712D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4708153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6652CAE-DE06-341E-4399-D3247E99F3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786EC78-459D-1859-3A8C-23C97043401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B3B2326-0B17-AA7E-37C9-A0D57E0C65A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E513603-CDC7-61E2-FB0D-6BFB6A6BEB1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102D2E-813C-461C-9963-687A650C48C0}" type="datetimeFigureOut">
              <a:rPr lang="en-US" smtClean="0"/>
              <a:t>10/9/2025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72E2347-24BA-CF10-BC28-F28F7AE142A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6F73D2A-6545-8CE3-BDFF-97D03FCBC9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3492E2-EBB2-495F-9EA7-B52B4F712D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4564220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A5EFA89-75CF-B6F5-A695-BFFAAFD1120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1A1A08A-C068-1A71-3E79-E547D624D6F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E07B05D-38DE-BE94-FB07-AF9D6A161D7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4A06C2E-89D4-EB35-B9D0-D351F330954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D2F05CDE-AC67-E8D7-9D6D-BBF76283488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3B7A69AD-C843-7C5D-7182-A36BD90FB2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102D2E-813C-461C-9963-687A650C48C0}" type="datetimeFigureOut">
              <a:rPr lang="en-US" smtClean="0"/>
              <a:t>10/9/2025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CAD254B3-794E-4494-3B5E-DE1DCA62845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4F1B43F-C92B-F0FA-656F-E92189BB63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3492E2-EBB2-495F-9EA7-B52B4F712D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7774831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3C67411-FE25-2681-09D5-DB935A99D55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FE1B3A5-4F90-10A7-0566-08E4450E4C7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102D2E-813C-461C-9963-687A650C48C0}" type="datetimeFigureOut">
              <a:rPr lang="en-US" smtClean="0"/>
              <a:t>10/9/2025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10FF90D-049A-DFA9-BF23-68E4966B2D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27E56F7-4F2A-4C51-9C5C-8835FCB773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3492E2-EBB2-495F-9EA7-B52B4F712D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1369957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D551AC7A-E461-EE51-26F7-CC09117CBE4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102D2E-813C-461C-9963-687A650C48C0}" type="datetimeFigureOut">
              <a:rPr lang="en-US" smtClean="0"/>
              <a:t>10/9/2025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47B81DB4-6D20-0BDA-3385-6BAF06508D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B46EFEC-DC5C-F46F-8EAA-04375E470A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3492E2-EBB2-495F-9EA7-B52B4F712D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0509585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76A0668-6121-1429-0432-B6BF09E5A7D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F0563FA-56A9-8E9A-BBD8-686661F6B1C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B7CC895-906C-F45F-5CF8-150E2C9C7C1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D5A91AD-B0E4-CDF7-6232-9A3A1A15072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102D2E-813C-461C-9963-687A650C48C0}" type="datetimeFigureOut">
              <a:rPr lang="en-US" smtClean="0"/>
              <a:t>10/9/2025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17564E2-A2A5-D9F9-8BFF-1300F609D42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EE45CD0-4772-47CB-4E04-C6E1952F21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3492E2-EBB2-495F-9EA7-B52B4F712D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5510136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F21F8D-8D32-EE70-E8EA-1B8866D776A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BBA5BE0A-1E41-E609-EAB4-29C2E47F280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4500F1B-75F9-957E-DE9A-C579A7559B8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26E0FB2-7BBC-670C-2E5E-848B638957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102D2E-813C-461C-9963-687A650C48C0}" type="datetimeFigureOut">
              <a:rPr lang="en-US" smtClean="0"/>
              <a:t>10/9/2025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857B450-FBA6-ECFA-FC03-FD289B7CBA5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0DBAF75-0F56-6503-A5C3-92BF318191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3492E2-EBB2-495F-9EA7-B52B4F712D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5507777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092E606-DAB7-60A0-54A7-30C3B8D686F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01B87FE-1B87-46EA-24B0-72582C4553C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94D04BF-24D2-C545-C9B2-9D42CE13E4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102D2E-813C-461C-9963-687A650C48C0}" type="datetimeFigureOut">
              <a:rPr lang="en-US" smtClean="0"/>
              <a:t>10/9/2025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AC46315-527C-6299-AC4E-6D94F83BF41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9008BB5-AB62-C6DE-F7E6-DBC2A73985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3492E2-EBB2-495F-9EA7-B52B4F712D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0850494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984A6F75-369E-75A6-2EAF-D30696F1A1C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2A90A5E-6EAE-2D15-39D7-94A9D9813FF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D7F4FAA-D770-59F8-C832-3F0381432E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102D2E-813C-461C-9963-687A650C48C0}" type="datetimeFigureOut">
              <a:rPr lang="en-US" smtClean="0"/>
              <a:t>10/9/2025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8C525A2-B955-B961-6D9D-FF5E6ADFB2C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2D88462-29D7-245D-2CD3-BDC0A85CB5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3492E2-EBB2-495F-9EA7-B52B4F712D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120186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92A55957-9CB8-8100-91C5-8B38A9747F8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DA7E82F-E202-0B0E-3ADE-494F7BD719C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5383FE4-32CA-3C26-A3E2-C7EF744D7AD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E102D2E-813C-461C-9963-687A650C48C0}" type="datetimeFigureOut">
              <a:rPr lang="en-US" smtClean="0"/>
              <a:t>10/9/2025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5086C83-EFC7-D225-20F1-0A98A0F57A3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0307030-86F5-318F-153D-C5B50107E19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53492E2-EBB2-495F-9EA7-B52B4F712D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0721780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A435CBA-29A4-BFD2-CEA7-3290D85ED9F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A727ABBC-76D0-B81B-760F-26FC272AF479}"/>
              </a:ext>
            </a:extLst>
          </p:cNvPr>
          <p:cNvSpPr txBox="1"/>
          <p:nvPr/>
        </p:nvSpPr>
        <p:spPr>
          <a:xfrm>
            <a:off x="217714" y="255046"/>
            <a:ext cx="11756571" cy="3553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lang="en-US" altLang="en-US" sz="1300">
                <a:latin typeface="Arial" panose="020B0604020202020204" pitchFamily="34" charset="0"/>
              </a:rPr>
              <a:t>resources\views\admin\product\product-variant\edit.blade.php</a:t>
            </a:r>
            <a:endParaRPr kumimoji="0" lang="en-US" altLang="en-US" sz="13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CA9D5A0B-B909-2888-3EE6-74012633BA3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29501" y="0"/>
            <a:ext cx="7062499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6383803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0B23C97-7391-808C-8F93-F1A247B54F0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D9BA728D-9AF8-6C25-DF35-1494919186BC}"/>
              </a:ext>
            </a:extLst>
          </p:cNvPr>
          <p:cNvSpPr txBox="1"/>
          <p:nvPr/>
        </p:nvSpPr>
        <p:spPr>
          <a:xfrm>
            <a:off x="217714" y="255046"/>
            <a:ext cx="11756571" cy="3553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lang="en-US" altLang="en-US" sz="1300">
                <a:latin typeface="Arial" panose="020B0604020202020204" pitchFamily="34" charset="0"/>
              </a:rPr>
              <a:t>app\Http\Controllers\Backend\ProductVariantController.php</a:t>
            </a:r>
            <a:endParaRPr kumimoji="0" lang="en-US" altLang="en-US" sz="13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41EC2A79-8F05-E56B-CD8E-68F7908D76F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19251" y="0"/>
            <a:ext cx="6872749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3325269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CE25D7D-A080-F22B-7E8D-36EC827289A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E33F16A3-A6E8-401E-847B-09570DC6E4CB}"/>
              </a:ext>
            </a:extLst>
          </p:cNvPr>
          <p:cNvSpPr txBox="1"/>
          <p:nvPr/>
        </p:nvSpPr>
        <p:spPr>
          <a:xfrm>
            <a:off x="217714" y="255046"/>
            <a:ext cx="11756571" cy="3553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kumimoji="0" lang="en-US" altLang="en-US" sz="13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1FD25A41-F98F-3C12-40A3-25049C5C255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086099"/>
            <a:ext cx="12192000" cy="4685802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309583834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BB4ABD0-8DC0-C5FA-43A9-281D52AE110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1FD8C1B4-DE89-DFCE-E25F-A45E187DB0C4}"/>
              </a:ext>
            </a:extLst>
          </p:cNvPr>
          <p:cNvSpPr txBox="1"/>
          <p:nvPr/>
        </p:nvSpPr>
        <p:spPr>
          <a:xfrm>
            <a:off x="217714" y="255046"/>
            <a:ext cx="11756571" cy="3553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kumimoji="0" lang="en-US" altLang="en-US" sz="13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79627053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7561296-6068-01DA-202A-27341B2CDD4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1EEA9514-A3AA-9BA2-93A3-1C2732560477}"/>
              </a:ext>
            </a:extLst>
          </p:cNvPr>
          <p:cNvSpPr txBox="1"/>
          <p:nvPr/>
        </p:nvSpPr>
        <p:spPr>
          <a:xfrm>
            <a:off x="217714" y="255046"/>
            <a:ext cx="11756571" cy="3553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kumimoji="0" lang="en-US" altLang="en-US" sz="13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9852826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4538</TotalTime>
  <Words>29</Words>
  <Application>Microsoft Office PowerPoint</Application>
  <PresentationFormat>Widescreen</PresentationFormat>
  <Paragraphs>5</Paragraphs>
  <Slides>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9" baseType="lpstr">
      <vt:lpstr>Arial</vt:lpstr>
      <vt:lpstr>Calibri</vt:lpstr>
      <vt:lpstr>Calibri Light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Admin</dc:creator>
  <cp:lastModifiedBy>Admin</cp:lastModifiedBy>
  <cp:revision>354</cp:revision>
  <dcterms:created xsi:type="dcterms:W3CDTF">2025-04-12T11:00:44Z</dcterms:created>
  <dcterms:modified xsi:type="dcterms:W3CDTF">2025-10-09T05:28:48Z</dcterms:modified>
</cp:coreProperties>
</file>