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8" r:id="rId6"/>
    <p:sldId id="414" r:id="rId7"/>
    <p:sldId id="419" r:id="rId8"/>
    <p:sldId id="420" r:id="rId9"/>
    <p:sldId id="423" r:id="rId10"/>
    <p:sldId id="40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Brand</a:t>
            </a:r>
            <a:r>
              <a:rPr lang="en-US" altLang="en-US" sz="1300">
                <a:latin typeface="Arial" panose="020B0604020202020204" pitchFamily="34" charset="0"/>
              </a:rPr>
              <a:t> b</a:t>
            </a:r>
            <a:r>
              <a:rPr lang="az-Latn-AZ" altLang="en-US" sz="1300">
                <a:latin typeface="Arial" panose="020B0604020202020204" pitchFamily="34" charset="0"/>
              </a:rPr>
              <a:t>ölməsi üçün, </a:t>
            </a:r>
            <a:r>
              <a:rPr lang="az-Latn-AZ" altLang="en-US" sz="1300" b="1">
                <a:latin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Model</a:t>
            </a:r>
            <a:r>
              <a:rPr lang="az-Latn-AZ" altLang="en-US" sz="1300">
                <a:latin typeface="Arial" panose="020B0604020202020204" pitchFamily="34" charset="0"/>
              </a:rPr>
              <a:t>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4BF36-61FE-0F9F-E9A7-2CAB33708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60" y="2171524"/>
            <a:ext cx="9869277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9E688-491F-68D1-8C6A-3A959962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D30E30-D80A-9C31-EBDE-96059E1D36B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Brand</a:t>
            </a:r>
            <a:r>
              <a:rPr lang="az-Latn-AZ" altLang="en-US" sz="1300">
                <a:latin typeface="Arial" panose="020B0604020202020204" pitchFamily="34" charset="0"/>
              </a:rPr>
              <a:t> üçün </a:t>
            </a:r>
            <a:r>
              <a:rPr lang="az-Latn-AZ" altLang="en-US" sz="1300" b="1">
                <a:latin typeface="Arial" panose="020B0604020202020204" pitchFamily="34" charset="0"/>
              </a:rPr>
              <a:t>datatable</a:t>
            </a:r>
            <a:r>
              <a:rPr lang="az-Latn-AZ" altLang="en-US" sz="1300">
                <a:latin typeface="Arial" panose="020B0604020202020204" pitchFamily="34" charset="0"/>
              </a:rPr>
              <a:t>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4265B-4C75-8631-CC5E-A6A4027DA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25" y="2652604"/>
            <a:ext cx="7687748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93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81972-8DE1-AF08-B088-5D83DB00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73A05C-3608-224A-D609-C6F355347EA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Brand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üçün </a:t>
            </a:r>
            <a:r>
              <a:rPr lang="az-Latn-AZ" altLang="en-US" sz="1300" b="1">
                <a:latin typeface="Arial" panose="020B0604020202020204" pitchFamily="34" charset="0"/>
              </a:rPr>
              <a:t>create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 b="1">
                <a:latin typeface="Arial" panose="020B0604020202020204" pitchFamily="34" charset="0"/>
              </a:rPr>
              <a:t>edit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 b="1">
                <a:latin typeface="Arial" panose="020B0604020202020204" pitchFamily="34" charset="0"/>
              </a:rPr>
              <a:t>index</a:t>
            </a:r>
            <a:r>
              <a:rPr lang="az-Latn-AZ" altLang="en-US" sz="1300">
                <a:latin typeface="Arial" panose="020B0604020202020204" pitchFamily="34" charset="0"/>
              </a:rPr>
              <a:t> fayllarını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2A30F-AEB9-B46C-E841-3123AF279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948" y="0"/>
            <a:ext cx="1859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30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1EF9B-A08F-5BD0-7A46-572D9C797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0ABB49-F2C0-F057-2EA1-8A19F8100A8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Brand </a:t>
            </a:r>
            <a:r>
              <a:rPr lang="az-Latn-AZ" altLang="en-US" sz="1300">
                <a:latin typeface="Arial" panose="020B0604020202020204" pitchFamily="34" charset="0"/>
              </a:rPr>
              <a:t>üçün route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3A79F5-4911-D87C-2C43-B35190590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737" y="0"/>
            <a:ext cx="8155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3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5D2F-F7D8-3047-9B58-62605DD3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D559D1-0D90-02A2-E066-16F429A883B3}"/>
              </a:ext>
            </a:extLst>
          </p:cNvPr>
          <p:cNvSpPr txBox="1"/>
          <p:nvPr/>
        </p:nvSpPr>
        <p:spPr>
          <a:xfrm>
            <a:off x="217714" y="255046"/>
            <a:ext cx="11756571" cy="1532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Ardıcıllı ilə şəkildəkiləri yazırıq:</a:t>
            </a:r>
            <a:br>
              <a:rPr lang="az-Latn-AZ" altLang="en-US" sz="1300">
                <a:latin typeface="Arial" panose="020B0604020202020204" pitchFamily="34" charset="0"/>
              </a:rPr>
            </a:br>
            <a:endParaRPr lang="az-Latn-AZ" altLang="en-US" sz="12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en-US" sz="1300" b="1">
                <a:latin typeface="Arial" panose="020B0604020202020204" pitchFamily="34" charset="0"/>
              </a:rPr>
              <a:t>resources\views\admin\</a:t>
            </a:r>
            <a:r>
              <a:rPr lang="en-US" altLang="en-US" sz="1300" b="1" u="sng">
                <a:latin typeface="Arial" panose="020B0604020202020204" pitchFamily="34" charset="0"/>
              </a:rPr>
              <a:t>category\index.blade.php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kopyalayırıq.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en-US" sz="1300" b="1">
                <a:latin typeface="Arial" panose="020B0604020202020204" pitchFamily="34" charset="0"/>
              </a:rPr>
              <a:t>resources\views\admin\</a:t>
            </a:r>
            <a:r>
              <a:rPr lang="en-US" altLang="en-US" sz="1300" b="1" u="sng">
                <a:latin typeface="Arial" panose="020B0604020202020204" pitchFamily="34" charset="0"/>
              </a:rPr>
              <a:t>brand\index.blade.php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faylına yapışdırırıq.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en-US" sz="1300" b="1">
                <a:latin typeface="Arial" panose="020B0604020202020204" pitchFamily="34" charset="0"/>
              </a:rPr>
              <a:t>app\Http\Controllers\Backend\BrandController.php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faylındakı </a:t>
            </a:r>
            <a:r>
              <a:rPr lang="az-Latn-AZ" altLang="en-US" sz="1300" b="1">
                <a:latin typeface="Arial" panose="020B0604020202020204" pitchFamily="34" charset="0"/>
              </a:rPr>
              <a:t>index() </a:t>
            </a:r>
            <a:r>
              <a:rPr lang="az-Latn-AZ" altLang="en-US" sz="1300">
                <a:latin typeface="Arial" panose="020B0604020202020204" pitchFamily="34" charset="0"/>
              </a:rPr>
              <a:t>metodu ilə şablonu görüntüləyirik.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48075D-FFF6-B8DF-2EC1-A4269174C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54" y="2008465"/>
            <a:ext cx="9282545" cy="48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337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resources\views\admin\brand\index.blade.php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71860B-2A14-40D8-FBC0-473A652DB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0"/>
            <a:ext cx="5715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815D-2D5B-6CC2-1539-87C7B9688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C12218-2693-3DE8-7FDE-6D3BCF428873}"/>
              </a:ext>
            </a:extLst>
          </p:cNvPr>
          <p:cNvSpPr txBox="1"/>
          <p:nvPr/>
        </p:nvSpPr>
        <p:spPr>
          <a:xfrm>
            <a:off x="217714" y="144209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resources\views\admin\layouts\sidebar.blade.php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B5545-0798-B755-0829-FAA2DC031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908" y="940342"/>
            <a:ext cx="8913091" cy="591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4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69675-BA76-810F-B9F2-AC290C19E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ABACCB-368A-245A-1528-61D19D9DC0E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</a:t>
            </a:r>
            <a:r>
              <a:rPr lang="az-Latn-AZ" altLang="en-US" sz="1300">
                <a:latin typeface="Arial" panose="020B0604020202020204" pitchFamily="34" charset="0"/>
              </a:rPr>
              <a:t>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854B7D-258C-4176-AFD4-0D6068C05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501" y="2445464"/>
            <a:ext cx="5001323" cy="42392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0191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9C8E8-7534-06F5-FCF6-34FBBE20D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D0EA6D-E85D-9EB7-E8FE-EEB4302C500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1031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6846</TotalTime>
  <Words>118</Words>
  <Application>Microsoft Office PowerPoint</Application>
  <PresentationFormat>Widescreen</PresentationFormat>
  <Paragraphs>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360</cp:revision>
  <dcterms:created xsi:type="dcterms:W3CDTF">2025-04-12T11:00:44Z</dcterms:created>
  <dcterms:modified xsi:type="dcterms:W3CDTF">2025-09-07T10:26:55Z</dcterms:modified>
</cp:coreProperties>
</file>