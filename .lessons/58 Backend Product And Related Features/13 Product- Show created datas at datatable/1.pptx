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18" r:id="rId7"/>
    <p:sldId id="40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116500"/>
            <a:ext cx="11756571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app\DataTables\ProductDataTable.php</a:t>
            </a:r>
            <a:r>
              <a:rPr lang="az-Latn-AZ" altLang="en-US" sz="1200" b="1">
                <a:latin typeface="Arial" panose="020B0604020202020204" pitchFamily="34" charset="0"/>
              </a:rPr>
              <a:t> </a:t>
            </a:r>
            <a:r>
              <a:rPr lang="az-Latn-AZ" altLang="en-US" sz="1200">
                <a:latin typeface="Arial" panose="020B0604020202020204" pitchFamily="34" charset="0"/>
              </a:rPr>
              <a:t>- şablonda dataların göstərilməsi üçün </a:t>
            </a:r>
            <a:r>
              <a:rPr lang="az-Latn-AZ" altLang="en-US" sz="1200" b="1">
                <a:latin typeface="Arial" panose="020B0604020202020204" pitchFamily="34" charset="0"/>
              </a:rPr>
              <a:t>ProductDataTable</a:t>
            </a:r>
            <a:r>
              <a:rPr lang="az-Latn-AZ" altLang="en-US" sz="1200">
                <a:latin typeface="Arial" panose="020B0604020202020204" pitchFamily="34" charset="0"/>
              </a:rPr>
              <a:t> faylını redaktə edirik.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Kod uzun olduğu üçün hissə-hissə yerləşdirəcəm.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05BE4-5874-5452-78EE-1FEC8C25E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715" y="1681018"/>
            <a:ext cx="8918285" cy="517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9C117-33B2-7089-C22E-4908B4EAB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973" y="0"/>
            <a:ext cx="54850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04E39-AD00-79CF-5864-881682911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A77681-2431-070F-2327-32D8613E1F9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5DDE2-3750-C07A-9C5B-B0FFC8347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402" y="0"/>
            <a:ext cx="88835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87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84705-CA61-89F3-55B2-999CF4025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3B01E0-E8B4-FA1C-7844-D2ECB81ACB4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248662-20AD-6854-8448-940530555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146" y="0"/>
            <a:ext cx="37908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199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5612A-633C-DD02-CC55-D20608869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F53A88-1275-14DC-16B0-703789EAECB0}"/>
              </a:ext>
            </a:extLst>
          </p:cNvPr>
          <p:cNvSpPr txBox="1"/>
          <p:nvPr/>
        </p:nvSpPr>
        <p:spPr>
          <a:xfrm>
            <a:off x="0" y="43746"/>
            <a:ext cx="6275294" cy="6770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100">
                <a:latin typeface="Arial" panose="020B0604020202020204" pitchFamily="34" charset="0"/>
              </a:rPr>
              <a:t>Bu kod parçası, </a:t>
            </a:r>
            <a:r>
              <a:rPr lang="en-US" altLang="en-US" sz="1100" b="1">
                <a:latin typeface="Arial" panose="020B0604020202020204" pitchFamily="34" charset="0"/>
              </a:rPr>
              <a:t>ProductDataTable</a:t>
            </a:r>
            <a:r>
              <a:rPr lang="en-US" altLang="en-US" sz="1100">
                <a:latin typeface="Arial" panose="020B0604020202020204" pitchFamily="34" charset="0"/>
              </a:rPr>
              <a:t> sinifindəki </a:t>
            </a:r>
            <a:r>
              <a:rPr lang="en-US" altLang="en-US" sz="1100" b="1">
                <a:latin typeface="Arial" panose="020B0604020202020204" pitchFamily="34" charset="0"/>
              </a:rPr>
              <a:t>query</a:t>
            </a:r>
            <a:r>
              <a:rPr lang="en-US" altLang="en-US" sz="1100">
                <a:latin typeface="Arial" panose="020B0604020202020204" pitchFamily="34" charset="0"/>
              </a:rPr>
              <a:t> metodunda istifadə olunur və verilənlər bazasından </a:t>
            </a:r>
            <a:r>
              <a:rPr lang="en-US" altLang="en-US" sz="1100" b="1" i="1">
                <a:latin typeface="Arial" panose="020B0604020202020204" pitchFamily="34" charset="0"/>
              </a:rPr>
              <a:t>məhsulları filtrləyən </a:t>
            </a:r>
            <a:r>
              <a:rPr lang="en-US" altLang="en-US" sz="1100">
                <a:latin typeface="Arial" panose="020B0604020202020204" pitchFamily="34" charset="0"/>
              </a:rPr>
              <a:t>bir hissədir. Buradakı hissənin məqsədi, yalnız istifadəçinin əlaqəli olduğu </a:t>
            </a:r>
            <a:r>
              <a:rPr lang="en-US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vendor</a:t>
            </a:r>
            <a:r>
              <a:rPr lang="en-US" altLang="en-US" sz="1100">
                <a:latin typeface="Arial" panose="020B0604020202020204" pitchFamily="34" charset="0"/>
              </a:rPr>
              <a:t> (satıcı) ilə əlaqəli olan məhsulları gətirməkdir. Gəlin bu hissəni daha dərindən analiz edək:</a:t>
            </a: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r>
              <a:rPr lang="en-US" sz="1100"/>
              <a:t>1) </a:t>
            </a:r>
            <a:r>
              <a:rPr lang="en-US" sz="1100" b="1"/>
              <a:t>$model: </a:t>
            </a:r>
            <a:r>
              <a:rPr lang="en-US" sz="1100"/>
              <a:t>Bu, Product modelini təmsil edir və bu model, verilənlər bazasındakı products cədvəlini idarə edir.</a:t>
            </a:r>
          </a:p>
          <a:p>
            <a:br>
              <a:rPr lang="en-US" sz="1100"/>
            </a:br>
            <a:endParaRPr lang="en-US" sz="1100"/>
          </a:p>
          <a:p>
            <a:r>
              <a:rPr lang="en-US" sz="1100"/>
              <a:t>2) </a:t>
            </a:r>
            <a:r>
              <a:rPr lang="en-US" sz="1100" b="1"/>
              <a:t>where('vendor_id', ...)</a:t>
            </a:r>
            <a:r>
              <a:rPr lang="en-US" sz="1100"/>
              <a:t>: Bu, SQL sorğusuna bir şərt əlavə edir. Burada vendor_id sütununu istifadə edərək yalnız müəyyən bir vendor-a (satıcıya) aid olan məhsulları seçirik.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100" b="1"/>
              <a:t>vendor_id</a:t>
            </a:r>
            <a:r>
              <a:rPr lang="en-US" sz="1100"/>
              <a:t>, </a:t>
            </a:r>
            <a:r>
              <a:rPr lang="en-US" sz="1100" b="1"/>
              <a:t>products</a:t>
            </a:r>
            <a:r>
              <a:rPr lang="en-US" sz="1100"/>
              <a:t> cədvəlində hər bir məhsulun hansı satıcıya aid olduğunu göstərən bir sütundur.</a:t>
            </a:r>
          </a:p>
          <a:p>
            <a:br>
              <a:rPr lang="en-US" sz="1100"/>
            </a:br>
            <a:endParaRPr lang="en-US" sz="1100"/>
          </a:p>
          <a:p>
            <a:r>
              <a:rPr lang="en-US" sz="1100"/>
              <a:t>3) </a:t>
            </a:r>
            <a:r>
              <a:rPr lang="en-US" sz="1100" b="1" i="1"/>
              <a:t>Auth</a:t>
            </a:r>
            <a:r>
              <a:rPr lang="en-US" sz="1100" b="1"/>
              <a:t>::user()-&gt;vendor-&gt;id</a:t>
            </a:r>
            <a:r>
              <a:rPr lang="en-US" sz="1100"/>
              <a:t>: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100"/>
              <a:t>Bu, giriş etmiş istifadəçinin (authentikasiya edilmiş istifadəçi) əlaqəli olduğu </a:t>
            </a:r>
            <a:r>
              <a:rPr lang="en-US" sz="1100" b="1"/>
              <a:t>vendor</a:t>
            </a:r>
            <a:r>
              <a:rPr lang="en-US" sz="1100"/>
              <a:t>-ın </a:t>
            </a:r>
            <a:r>
              <a:rPr lang="en-US" sz="1100" b="1"/>
              <a:t>id</a:t>
            </a:r>
            <a:r>
              <a:rPr lang="en-US" sz="1100"/>
              <a:t>-sini əldə edir.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100" b="1" i="1"/>
              <a:t>Auth</a:t>
            </a:r>
            <a:r>
              <a:rPr lang="en-US" sz="1100" b="1"/>
              <a:t>::user() </a:t>
            </a:r>
            <a:r>
              <a:rPr lang="en-US" sz="1100"/>
              <a:t>funksiyası, sistemə daxil olmuş istifadəçini təmsil edir.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100" b="1"/>
              <a:t>.vendor </a:t>
            </a:r>
            <a:r>
              <a:rPr lang="en-US" sz="1100"/>
              <a:t>burada istifadəçinin əlaqəli olduğu satıcıyı göstərir. (Əgər istifadəçi bir vendor-a bağlıdırsa, bu əlaqə ehtimal ki, </a:t>
            </a:r>
            <a:r>
              <a:rPr lang="en-US" sz="1100" b="1"/>
              <a:t>User</a:t>
            </a:r>
            <a:r>
              <a:rPr lang="en-US" sz="1100"/>
              <a:t> modelində </a:t>
            </a:r>
            <a:r>
              <a:rPr lang="en-US" sz="1100" b="1"/>
              <a:t>vendor</a:t>
            </a:r>
            <a:r>
              <a:rPr lang="en-US" sz="1100"/>
              <a:t> ilə əlaqəlidir).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100" b="1"/>
              <a:t>.id </a:t>
            </a:r>
            <a:r>
              <a:rPr lang="en-US" sz="1100"/>
              <a:t>isə həmin </a:t>
            </a:r>
            <a:r>
              <a:rPr lang="en-US" sz="1100" b="1"/>
              <a:t>vendor</a:t>
            </a:r>
            <a:r>
              <a:rPr lang="en-US" sz="1100"/>
              <a:t>-un </a:t>
            </a:r>
            <a:r>
              <a:rPr lang="en-US" sz="1100" b="1"/>
              <a:t>ID</a:t>
            </a:r>
            <a:r>
              <a:rPr lang="en-US" sz="1100"/>
              <a:t>-sini götürür.</a:t>
            </a:r>
          </a:p>
          <a:p>
            <a:br>
              <a:rPr lang="en-US" sz="1100"/>
            </a:br>
            <a:endParaRPr lang="en-US" sz="1100"/>
          </a:p>
          <a:p>
            <a:r>
              <a:rPr lang="en-US" sz="1100"/>
              <a:t>4) </a:t>
            </a:r>
            <a:r>
              <a:rPr lang="en-US" sz="1100" b="1"/>
              <a:t>newQuery()</a:t>
            </a:r>
            <a:r>
              <a:rPr lang="en-US" sz="1100"/>
              <a:t>: Bu metod, yeni bir </a:t>
            </a:r>
            <a:r>
              <a:rPr lang="en-US" sz="1100" b="1"/>
              <a:t>QueryBuilder</a:t>
            </a:r>
            <a:r>
              <a:rPr lang="en-US" sz="1100"/>
              <a:t> obyekti qaytarır. </a:t>
            </a:r>
            <a:r>
              <a:rPr lang="en-US" sz="1100" b="1"/>
              <a:t>where</a:t>
            </a:r>
            <a:r>
              <a:rPr lang="en-US" sz="1100"/>
              <a:t> şərtini əlavə etdikdən sonra yeni bir sorğu qurulur.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100"/>
              <a:t>Bu kod hissəsi, yalnız </a:t>
            </a:r>
            <a:r>
              <a:rPr lang="en-US" sz="1100" b="1"/>
              <a:t>giriş etmiş istifadəçinin əlaqəli olduğu vendor-a aid olan məhsulları</a:t>
            </a:r>
            <a:r>
              <a:rPr lang="en-US" sz="1100"/>
              <a:t> almağa xidmət edir. Yəni, hər istifadəçi yalnız öz vendor-u ilə əlaqəli məhsulları görəcək. Əgər bir satıcı (vendor) yalnız öz məhsullarını idarə etmək istəyirsə, bu şərt onun üçün doğru olan məhsulları göstərəcək.</a:t>
            </a:r>
            <a:endParaRPr lang="az-Latn-AZ" sz="1100"/>
          </a:p>
          <a:p>
            <a:endParaRPr lang="en-US" sz="1100"/>
          </a:p>
          <a:p>
            <a:r>
              <a:rPr lang="en-US" sz="1100"/>
              <a:t>Məsələn, əgər istifadəçi </a:t>
            </a:r>
            <a:r>
              <a:rPr lang="en-US" sz="1100" b="1"/>
              <a:t>vendor_id</a:t>
            </a:r>
            <a:r>
              <a:rPr lang="en-US" sz="1100"/>
              <a:t>-si </a:t>
            </a:r>
            <a:r>
              <a:rPr lang="en-US" sz="1100" b="1"/>
              <a:t>5</a:t>
            </a:r>
            <a:r>
              <a:rPr lang="en-US" sz="1100"/>
              <a:t> olan bir vendor-a aid idisə, yalnız </a:t>
            </a:r>
            <a:r>
              <a:rPr lang="en-US" sz="1100" b="1" i="1">
                <a:solidFill>
                  <a:srgbClr val="FF0000"/>
                </a:solidFill>
              </a:rPr>
              <a:t>vendor_id = 5</a:t>
            </a:r>
            <a:r>
              <a:rPr lang="en-US" sz="1100"/>
              <a:t> olan məhsullar verilənlər bazasından çəkiləcək.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7A6E82-1C74-87F1-5C45-558B9E286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294" y="0"/>
            <a:ext cx="59167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96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CE65D-07E4-F8C4-E79A-9625BFA12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9DC613-5CE5-E827-5DC4-5890119AAC9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7CDCD5-B42B-C527-359F-B0BF50F54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76128"/>
            <a:ext cx="12192000" cy="38818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3269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4611</TotalTime>
  <Words>328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358</cp:revision>
  <dcterms:created xsi:type="dcterms:W3CDTF">2025-04-12T11:00:44Z</dcterms:created>
  <dcterms:modified xsi:type="dcterms:W3CDTF">2025-10-07T11:18:31Z</dcterms:modified>
</cp:coreProperties>
</file>