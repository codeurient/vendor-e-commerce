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4" r:id="rId5"/>
    <p:sldId id="40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app\DataTables\ProductVariantDataTable.php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3937C8-F4B0-FA1D-D39A-88A2994E3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344" y="981240"/>
            <a:ext cx="8700655" cy="587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05223-D6D3-2E54-8896-1D3A546B4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2E5BB8-B7E7-6D0A-8F79-180C1145C0D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app\DataTables\ProductVariantDataTable.php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3DAD82-07A0-B122-BF57-69762C147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071" y="0"/>
            <a:ext cx="45949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377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5DFE4-9FB5-C84C-9CCC-14D0A662A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4F7634-A330-00A0-0D14-C8E2BA35EEB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app\DataTables\ProductVariantDataTable.php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5DF288-6DBB-BC71-EF74-C4C9C7ABE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3357" y="0"/>
            <a:ext cx="43486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87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FB2B0A-813D-5C03-628F-6E6E98868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2183"/>
            <a:ext cx="12192000" cy="46936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4546</TotalTime>
  <Words>23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353</cp:revision>
  <dcterms:created xsi:type="dcterms:W3CDTF">2025-04-12T11:00:44Z</dcterms:created>
  <dcterms:modified xsi:type="dcterms:W3CDTF">2025-10-09T05:08:27Z</dcterms:modified>
</cp:coreProperties>
</file>