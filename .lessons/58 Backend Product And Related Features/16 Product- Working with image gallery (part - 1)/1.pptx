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4" r:id="rId5"/>
    <p:sldId id="417" r:id="rId6"/>
    <p:sldId id="418" r:id="rId7"/>
    <p:sldId id="419" r:id="rId8"/>
    <p:sldId id="420" r:id="rId9"/>
    <p:sldId id="40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10/7/2025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51566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Product</a:t>
            </a:r>
            <a:r>
              <a:rPr lang="az-Latn-AZ" altLang="en-US" sz="1300">
                <a:latin typeface="Arial" panose="020B0604020202020204" pitchFamily="34" charset="0"/>
              </a:rPr>
              <a:t> üçün çoxlu şəkil əlavə edə biləcəyimiz </a:t>
            </a:r>
            <a:r>
              <a:rPr lang="az-Latn-AZ" altLang="en-US" sz="1300" b="1">
                <a:latin typeface="Arial" panose="020B0604020202020204" pitchFamily="34" charset="0"/>
              </a:rPr>
              <a:t>İmage Galery </a:t>
            </a:r>
            <a:r>
              <a:rPr lang="az-Latn-AZ" altLang="en-US" sz="1300">
                <a:latin typeface="Arial" panose="020B0604020202020204" pitchFamily="34" charset="0"/>
              </a:rPr>
              <a:t>adlı prinsipdən istifadə edəcəyik bu dərs.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lk olaraq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</a:t>
            </a:r>
            <a:r>
              <a:rPr lang="az-Latn-AZ" altLang="en-US" sz="1300">
                <a:latin typeface="Arial" panose="020B0604020202020204" pitchFamily="34" charset="0"/>
              </a:rPr>
              <a:t>ırıq.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Sonra is</a:t>
            </a:r>
            <a:r>
              <a:rPr lang="az-Latn-AZ" altLang="en-US" sz="1300">
                <a:latin typeface="Arial" panose="020B0604020202020204" pitchFamily="34" charset="0"/>
              </a:rPr>
              <a:t>ə Model və Migration yaradırıq.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Sonra Datatable yaradırıq.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38164-C91A-F193-5412-6BC420D2B3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6322"/>
            <a:ext cx="9621593" cy="1000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C7E0E0D-E639-63CA-CF8A-8B5B5A41C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11057"/>
            <a:ext cx="10574226" cy="16290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73A46D3-08ED-AB0D-1B61-5F9E3EA539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542316"/>
            <a:ext cx="8459381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4DC99-277A-BCB6-611C-7ECD6C1E1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8EF9E1-9CF0-1C14-CB19-52ABCE91359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3F893A-645C-9C4F-C1C7-FBF85FCB87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17" y="2157235"/>
            <a:ext cx="10840963" cy="2543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6377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B58A6-D131-6FA4-7D0A-43710C352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829047F-D0B6-7311-469B-D566EC6625EE}"/>
              </a:ext>
            </a:extLst>
          </p:cNvPr>
          <p:cNvSpPr txBox="1"/>
          <p:nvPr/>
        </p:nvSpPr>
        <p:spPr>
          <a:xfrm>
            <a:off x="125350" y="88191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İmage Gallery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üçün ayrıca bir şablon yaradırıq.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Hər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product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üçün əlavə edəcəyimiz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çoxlu şəkillər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həmin </a:t>
            </a:r>
            <a:r>
              <a:rPr kumimoji="0" lang="az-Latn-AZ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 şablon </a:t>
            </a: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vasitəsi ilə seçəcəyik.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035CF-A9F8-5136-D11F-C0821B319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142" y="1126836"/>
            <a:ext cx="8153857" cy="573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391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0" y="107264"/>
            <a:ext cx="12192000" cy="15556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app\Http\Controllers\Backend\ProductImageGalleryController.php</a:t>
            </a:r>
            <a:r>
              <a:rPr lang="ru-RU" altLang="en-US" sz="1300" b="1">
                <a:latin typeface="Arial" panose="020B0604020202020204" pitchFamily="34" charset="0"/>
              </a:rPr>
              <a:t> </a:t>
            </a:r>
            <a:r>
              <a:rPr lang="ru-RU" altLang="en-US" sz="1300">
                <a:latin typeface="Arial" panose="020B0604020202020204" pitchFamily="34" charset="0"/>
              </a:rPr>
              <a:t>- </a:t>
            </a:r>
            <a:r>
              <a:rPr lang="en-US" altLang="en-US" sz="1300" i="1">
                <a:solidFill>
                  <a:srgbClr val="00B050"/>
                </a:solidFill>
                <a:latin typeface="Arial" panose="020B0604020202020204" pitchFamily="34" charset="0"/>
              </a:rPr>
              <a:t>index</a:t>
            </a:r>
            <a:r>
              <a:rPr lang="en-US" altLang="en-US" sz="1300">
                <a:latin typeface="Arial" panose="020B0604020202020204" pitchFamily="34" charset="0"/>
              </a:rPr>
              <a:t> meotdunu yazaraq </a:t>
            </a:r>
            <a:r>
              <a:rPr lang="en-US" altLang="en-US" sz="1300" b="1">
                <a:latin typeface="Arial" panose="020B0604020202020204" pitchFamily="34" charset="0"/>
              </a:rPr>
              <a:t>ImageGallery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ş</a:t>
            </a:r>
            <a:r>
              <a:rPr lang="en-US" altLang="en-US" sz="1300">
                <a:latin typeface="Arial" panose="020B0604020202020204" pitchFamily="34" charset="0"/>
              </a:rPr>
              <a:t>ablonumuzu</a:t>
            </a:r>
            <a:r>
              <a:rPr lang="az-Latn-AZ" altLang="en-US" sz="1300">
                <a:latin typeface="Arial" panose="020B0604020202020204" pitchFamily="34" charset="0"/>
              </a:rPr>
              <a:t> görüntüləyirik. Product -a aid məlumatları göstərmək üçün isə, </a:t>
            </a:r>
            <a:r>
              <a:rPr lang="en-US" altLang="en-US" sz="1300" b="1">
                <a:latin typeface="Arial" panose="020B0604020202020204" pitchFamily="34" charset="0"/>
              </a:rPr>
              <a:t>ProductDataTable</a:t>
            </a:r>
            <a:r>
              <a:rPr lang="en-US" altLang="en-US" sz="1300">
                <a:latin typeface="Arial" panose="020B0604020202020204" pitchFamily="34" charset="0"/>
              </a:rPr>
              <a:t> -</a:t>
            </a:r>
            <a:r>
              <a:rPr lang="az-Latn-AZ" altLang="en-US" sz="1300">
                <a:latin typeface="Arial" panose="020B0604020202020204" pitchFamily="34" charset="0"/>
              </a:rPr>
              <a:t>ından, </a:t>
            </a:r>
            <a:r>
              <a:rPr lang="az-Latn-AZ" altLang="en-US" sz="1300" b="1">
                <a:latin typeface="Arial" panose="020B0604020202020204" pitchFamily="34" charset="0"/>
              </a:rPr>
              <a:t>Product</a:t>
            </a:r>
            <a:r>
              <a:rPr lang="az-Latn-AZ" altLang="en-US" sz="1300">
                <a:latin typeface="Arial" panose="020B0604020202020204" pitchFamily="34" charset="0"/>
              </a:rPr>
              <a:t> identifikatorunu </a:t>
            </a:r>
            <a:r>
              <a:rPr lang="en-US" altLang="en-US" sz="1300" b="1">
                <a:latin typeface="Arial" panose="020B0604020202020204" pitchFamily="34" charset="0"/>
              </a:rPr>
              <a:t>ProductImageGalleryController </a:t>
            </a:r>
            <a:r>
              <a:rPr lang="az-Latn-AZ" altLang="en-US" sz="1300">
                <a:latin typeface="Arial" panose="020B0604020202020204" pitchFamily="34" charset="0"/>
              </a:rPr>
              <a:t>-ə</a:t>
            </a:r>
            <a:r>
              <a:rPr lang="az-Latn-AZ" altLang="en-US" sz="1300" b="1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göndəririk ki, həmin identifikator ilə məhsulu əldə edə bilək.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Çünki seçilən məhsul haqqında </a:t>
            </a:r>
            <a:r>
              <a:rPr lang="en-US" altLang="en-US" sz="1300" b="1">
                <a:latin typeface="Arial" panose="020B0604020202020204" pitchFamily="34" charset="0"/>
              </a:rPr>
              <a:t>ProductImageGalleryController </a:t>
            </a:r>
            <a:r>
              <a:rPr lang="az-Latn-AZ" altLang="en-US" sz="1300">
                <a:latin typeface="Arial" panose="020B0604020202020204" pitchFamily="34" charset="0"/>
              </a:rPr>
              <a:t>-də məlumat göstərmək istəyirik.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0AFAB4-E6DF-F521-C984-E6B01FD4B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309" y="2048172"/>
            <a:ext cx="7998691" cy="480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FC43-7601-117B-5B84-91C0D7072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09BA9F-902B-17D8-8C62-63B4565F1EBB}"/>
              </a:ext>
            </a:extLst>
          </p:cNvPr>
          <p:cNvSpPr txBox="1"/>
          <p:nvPr/>
        </p:nvSpPr>
        <p:spPr>
          <a:xfrm>
            <a:off x="217714" y="255046"/>
            <a:ext cx="11756571" cy="955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İmage Galery düyməsini klikləyərək şablona keçid edirik.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300">
                <a:latin typeface="Arial" panose="020B0604020202020204" pitchFamily="34" charset="0"/>
              </a:rPr>
              <a:t>Şablon tam hazır olmadığı üçün hələki xətalar görürük. Məsələn, hələki </a:t>
            </a:r>
            <a:r>
              <a:rPr lang="az-Latn-AZ" altLang="en-US" sz="1300" b="1">
                <a:latin typeface="Arial" panose="020B0604020202020204" pitchFamily="34" charset="0"/>
              </a:rPr>
              <a:t>DB</a:t>
            </a:r>
            <a:r>
              <a:rPr lang="az-Latn-AZ" altLang="en-US" sz="1300">
                <a:latin typeface="Arial" panose="020B0604020202020204" pitchFamily="34" charset="0"/>
              </a:rPr>
              <a:t> hazır deyil.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7A73CE3C-0A1F-5134-727D-D8432EC93286}"/>
              </a:ext>
            </a:extLst>
          </p:cNvPr>
          <p:cNvGrpSpPr/>
          <p:nvPr/>
        </p:nvGrpSpPr>
        <p:grpSpPr>
          <a:xfrm>
            <a:off x="7649332" y="165494"/>
            <a:ext cx="4324953" cy="1579380"/>
            <a:chOff x="473119" y="2114367"/>
            <a:chExt cx="4324953" cy="157938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77E0833-B033-17FA-59D0-AB984F572E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25963" y="2114367"/>
              <a:ext cx="2572109" cy="1314633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D3F2EB6-2313-AAD0-43F9-B9B71472F6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3119" y="3493694"/>
              <a:ext cx="3505689" cy="200053"/>
            </a:xfrm>
            <a:prstGeom prst="rect">
              <a:avLst/>
            </a:prstGeom>
          </p:spPr>
        </p:pic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D661A1F7-C538-9C7E-A28A-DC837748C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637867"/>
            <a:ext cx="8298088" cy="422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592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093D3-55E9-557A-3E35-A6C600160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6B7976-5A69-A656-4C58-96D3B72DAF1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778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D5096E-3CA7-7D45-9D59-CEE027CD8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06B011-B24B-A22B-1B97-822BD698D4A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172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AF4A-5D77-665C-D8CD-55B84D4F0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3D6726-5F1E-A7B9-C16A-7EA22CEFA96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97724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5295</TotalTime>
  <Words>146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363</cp:revision>
  <dcterms:created xsi:type="dcterms:W3CDTF">2025-04-12T11:00:44Z</dcterms:created>
  <dcterms:modified xsi:type="dcterms:W3CDTF">2025-10-08T03:17:53Z</dcterms:modified>
</cp:coreProperties>
</file>