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4" r:id="rId7"/>
    <p:sldId id="419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9T08:28:42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3671 185 24575,'-1120'0'0,"1035"-4"0,0-4 0,-83-20 0,83 13 0,-173-10 0,208 24 0,-1-2 0,1-2 0,-64-16 0,36 5 0,0 4 0,0 3 0,-113 1 0,148 7 0,-57-10 0,-39-2 0,51 11 0,16 0 0,0 2 0,-98 15 0,153-12 0,1 0 0,0 2 0,0 0 0,0 1 0,1 0 0,-1 1 0,2 1 0,-1 1 0,1 0 0,0 1 0,1 0 0,0 1 0,1 0 0,0 1 0,1 1 0,0 0 0,1 0 0,0 1 0,1 0 0,1 1 0,0 0 0,1 0 0,1 1 0,-6 18 0,0 31 0,3 0 0,3 0 0,3 118 0,4-148 0,-1 1633 0,-4-1589 0,-4-1 0,-18 83 0,-4 27 0,10-28 0,0-3 0,-1 192 0,19-311 0,-9 58 0,5-55 0,-1 48 0,6-10 0,4 145 0,-1-208 0,1-1 0,0 0 0,1 0 0,1-1 0,0 1 0,1-1 0,0 0 0,2 0 0,-1-1 0,2 0 0,16 21 0,11 6 0,1-1 0,44 35 0,-4-3 0,-37-33 0,2-1 0,75 52 0,-94-75 0,0 0 0,2-2 0,-1-1 0,2 0 0,-1-2 0,1-1 0,39 7 0,39 3 0,11 3 0,199 9 0,228-33 0,-491-2 0,0-2 0,-1-3 0,50-15 0,31-7 0,24-13 0,-119 32 0,1 1 0,0 2 0,76-9 0,112 13 0,44-3 0,-80 1 0,-37 4 0,25-21 0,-155 22 0,-1-2 0,0 0 0,0-1 0,0-2 0,38-18 0,93-63 0,-137 79 0,8-4 0,-1-1 0,-1-1 0,-1-1 0,0-1 0,-1-1 0,-1-1 0,-1 0 0,0-1 0,-2-1 0,-1-1 0,0 0 0,-2-1 0,18-45 0,89-262 0,-106 289 0,-2-1 0,-2-1 0,6-73 0,-9-137 0,-6 153 0,16-128 0,18-109 0,33-190 0,-42 370 0,14-141 0,-27 240 0,33-95 0,-14 55 0,-21 64 0,-1-1 0,-3 0 0,-1-1 0,-1 0 0,-2-40 0,-1 30 0,0 25 0,-1-1 0,-3-31 0,2 48 0,0-1 0,-1 1 0,0 0 0,0 0 0,0 0 0,0 0 0,-1 0 0,0 1 0,0-1 0,-1 1 0,1 0 0,-1 0 0,-6-5 0,-43-36 0,-2 2 0,-66-39 0,35 25 0,36 26 0,-61-27 0,69 38 0,1-1 0,1-3 0,-42-32 0,48 28-273,-1 2 0,-1 1 0,-1 2 0,-75-35 0,91 51-6553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app\Models\ProductVariantItem.php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BA5EC-739B-62E8-2DEF-963F44D30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01" y="1323681"/>
            <a:ext cx="5353797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C57A-94D7-F7E9-9097-2E6A64D7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B7878A-311D-2ED3-7DF7-1C11CD0C213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app\DataTables\ProductVariantItemDataTable.php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677141-AE06-7B4D-B972-E799A4D6E81A}"/>
              </a:ext>
            </a:extLst>
          </p:cNvPr>
          <p:cNvGrpSpPr/>
          <p:nvPr/>
        </p:nvGrpSpPr>
        <p:grpSpPr>
          <a:xfrm>
            <a:off x="5135628" y="0"/>
            <a:ext cx="7056372" cy="6858000"/>
            <a:chOff x="5135628" y="0"/>
            <a:chExt cx="7056372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A747CB2-4180-90EA-B861-7BA9E9D17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35628" y="0"/>
              <a:ext cx="7056372" cy="6858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39E6851-7D73-8505-1533-BBEFF2F34AB9}"/>
                    </a:ext>
                  </a:extLst>
                </p14:cNvPr>
                <p14:cNvContentPartPr/>
                <p14:nvPr/>
              </p14:nvContentPartPr>
              <p14:xfrm>
                <a:off x="9004713" y="4413058"/>
                <a:ext cx="1683360" cy="1748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39E6851-7D73-8505-1533-BBEFF2F34AB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98593" y="4406938"/>
                  <a:ext cx="1695600" cy="176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7795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06A2-5388-E785-F46F-F541C1E0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39A5AD-FD35-B2A2-00C3-42C3F608CCD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36072-74D6-3A5C-AE46-9FA320BF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6748"/>
            <a:ext cx="12192000" cy="39045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393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B177F-92A2-423F-6BB8-3B330346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43B4B7-EB77-31C9-F39F-E19C64D3A2E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app\DataTables\ProductVariantItemDataTable.php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4E0E1-597E-AD6E-87D4-27F49B663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139" y="0"/>
            <a:ext cx="46488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7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CBA4-1230-6128-2B7C-F21EE431E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8688CD-D0D1-60DD-6ED5-B213D7E6D9DE}"/>
              </a:ext>
            </a:extLst>
          </p:cNvPr>
          <p:cNvSpPr txBox="1"/>
          <p:nvPr/>
        </p:nvSpPr>
        <p:spPr>
          <a:xfrm>
            <a:off x="0" y="162683"/>
            <a:ext cx="11756571" cy="31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</a:rPr>
              <a:t>app\DataTables\ProductVariantItemDataTable.php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721810-4195-D5C1-9012-A8CD48765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49" y="0"/>
            <a:ext cx="85965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39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D9057-9BB4-19DC-DAB4-B5688117F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81" y="0"/>
            <a:ext cx="9471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A235-5C5C-AA40-692C-19FCBCF2B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73BE06-FCE4-99F1-1FB4-DEAF11A5AD1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CA88D-9E64-1632-A4FB-8E55E77F0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914"/>
            <a:ext cx="12192000" cy="39461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856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4564</TotalTime>
  <Words>32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356</cp:revision>
  <dcterms:created xsi:type="dcterms:W3CDTF">2025-04-12T11:00:44Z</dcterms:created>
  <dcterms:modified xsi:type="dcterms:W3CDTF">2025-10-09T08:50:57Z</dcterms:modified>
</cp:coreProperties>
</file>