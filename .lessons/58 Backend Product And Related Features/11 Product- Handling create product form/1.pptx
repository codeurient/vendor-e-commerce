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9" r:id="rId7"/>
    <p:sldId id="414" r:id="rId8"/>
    <p:sldId id="420" r:id="rId9"/>
    <p:sldId id="425" r:id="rId10"/>
    <p:sldId id="426" r:id="rId11"/>
    <p:sldId id="427" r:id="rId12"/>
    <p:sldId id="428" r:id="rId13"/>
    <p:sldId id="429" r:id="rId14"/>
    <p:sldId id="430" r:id="rId15"/>
    <p:sldId id="4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app\Models\User.php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faylına </a:t>
            </a:r>
            <a:r>
              <a:rPr lang="az-Latn-AZ" altLang="en-US" sz="1300" b="1">
                <a:latin typeface="Arial" panose="020B0604020202020204" pitchFamily="34" charset="0"/>
              </a:rPr>
              <a:t>vendor() </a:t>
            </a:r>
            <a:r>
              <a:rPr lang="az-Latn-AZ" altLang="en-US" sz="1300">
                <a:latin typeface="Arial" panose="020B0604020202020204" pitchFamily="34" charset="0"/>
              </a:rPr>
              <a:t>metodunu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865E7-30AD-7EA4-4F50-3EC17C6FF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459" y="0"/>
            <a:ext cx="4779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AFA8-CC98-D3BE-E7E1-7ABD883E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4CD79A-95DD-A87D-5C43-469A416E3A1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app\Http\Controllers\Backend\ProductController.php</a:t>
            </a:r>
            <a:r>
              <a:rPr lang="az-Latn-AZ" altLang="en-US" sz="1300">
                <a:latin typeface="Arial" panose="020B0604020202020204" pitchFamily="34" charset="0"/>
              </a:rPr>
              <a:t> - İmageUploadTrait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1224A-B459-A8E2-933A-60D5BD2D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22" y="0"/>
            <a:ext cx="39722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533A-CE19-1A91-7A85-F148F009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D567A2-E77D-E32D-4C5F-CD718D915B4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üçün 2 dənə brand adı əlavə edək.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3112D-484E-59B5-1105-35521549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0604"/>
            <a:ext cx="12192000" cy="461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2C6B5-D2AE-79E3-3333-68E9DC55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CF3202-ACC1-256F-7AE5-A49753213F7A}"/>
              </a:ext>
            </a:extLst>
          </p:cNvPr>
          <p:cNvSpPr txBox="1"/>
          <p:nvPr/>
        </p:nvSpPr>
        <p:spPr>
          <a:xfrm>
            <a:off x="217715" y="255046"/>
            <a:ext cx="8275122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app\Http\Controllers\Backend\ProductController.php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product</a:t>
            </a:r>
            <a:r>
              <a:rPr lang="az-Latn-AZ" altLang="en-US" sz="1300">
                <a:latin typeface="Arial" panose="020B0604020202020204" pitchFamily="34" charset="0"/>
              </a:rPr>
              <a:t> -u əlavə etmək üçün yazdığımız </a:t>
            </a:r>
            <a:r>
              <a:rPr lang="az-Latn-AZ" altLang="en-US" sz="1300" b="1">
                <a:latin typeface="Arial" panose="020B0604020202020204" pitchFamily="34" charset="0"/>
              </a:rPr>
              <a:t>store() </a:t>
            </a:r>
            <a:r>
              <a:rPr lang="az-Latn-AZ" altLang="en-US" sz="1300">
                <a:latin typeface="Arial" panose="020B0604020202020204" pitchFamily="34" charset="0"/>
              </a:rPr>
              <a:t>metodu.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E750C0-A52A-5BB2-57E1-1E36BBA55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836" y="0"/>
            <a:ext cx="3699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7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7AB2-CA79-1E92-65BF-42A1F437A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12D4D0-59C5-7F8C-54B8-420ED506D61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Sahələri dolduraraq Save düyməsini klikləyirik.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E1E78-8243-AB32-F032-0FE14F1F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233"/>
            <a:ext cx="12192000" cy="512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95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719BD-F425-C7E6-00B8-EBEA13C1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937978-5171-3129-843E-A7E799DF5C2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product əlavə edildi.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ADC3AA-A3F3-DC1D-9C3A-6E96F7C71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8608"/>
            <a:ext cx="12192000" cy="372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6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əlavə etdiyimiz product DB -də də görünür.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5F0AA-E3F7-C4A0-C0FF-CA389107B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16935"/>
            <a:ext cx="12192000" cy="2141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91C71-B5C0-BD4D-7F5C-ED5DCFE7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7AB92-28B0-4CE3-2817-879639942AC9}"/>
              </a:ext>
            </a:extLst>
          </p:cNvPr>
          <p:cNvSpPr txBox="1"/>
          <p:nvPr/>
        </p:nvSpPr>
        <p:spPr>
          <a:xfrm>
            <a:off x="217715" y="255046"/>
            <a:ext cx="4769922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cədvəldə olan sütun adları.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Hansı sütuna hardan data </a:t>
            </a:r>
            <a:r>
              <a:rPr lang="az-Latn-AZ" altLang="en-US" sz="1300">
                <a:latin typeface="Arial" panose="020B0604020202020204" pitchFamily="34" charset="0"/>
              </a:rPr>
              <a:t>gedir onu göstərmək üçün əlavə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edilən bir şəkildir bu.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növbəti dərsdə kodda bir balaca dəyişiklik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C63D8-5239-262F-1EFB-E4AD8DE8E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936" y="0"/>
            <a:ext cx="7071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2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F6A5-E3D6-A2E6-27DD-981D4BD47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769AD-1BD3-DD37-2A00-C9554337328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421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F23F-B2A3-5B37-7E21-24A5CE009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86FFC-CA14-C394-ED9E-5215A964434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3344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57A5-6B25-F0D1-C4C4-E1B0E78A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173097-E0D4-4787-9123-150E8DF584C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9559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1D959-AEBE-48B7-9357-33695699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D10F23-063A-4CD5-0E83-F630440A1A2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5731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4A92-31DF-0FF2-7A45-4CA60836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96C4DF-B248-9297-74A7-2792BF2EB3F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09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39BF-3FE3-EB00-C401-10099B56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6DFF72-6659-8A85-3090-BB09FCE77D6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256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6904</TotalTime>
  <Words>115</Words>
  <Application>Microsoft Office PowerPoint</Application>
  <PresentationFormat>Widescreen</PresentationFormat>
  <Paragraphs>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372</cp:revision>
  <dcterms:created xsi:type="dcterms:W3CDTF">2025-04-12T11:00:44Z</dcterms:created>
  <dcterms:modified xsi:type="dcterms:W3CDTF">2025-10-07T09:57:13Z</dcterms:modified>
</cp:coreProperties>
</file>