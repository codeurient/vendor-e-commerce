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15" r:id="rId4"/>
    <p:sldId id="416" r:id="rId5"/>
    <p:sldId id="417" r:id="rId6"/>
    <p:sldId id="418" r:id="rId7"/>
    <p:sldId id="40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app\Http\Controllers\Backend\AdminVendorProfileController.php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69063E-07FF-BC16-5483-53ADB1975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5174" y="0"/>
            <a:ext cx="46268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resources\views\admin\vendor-profile\index.blade.php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A80AA8-C163-0D51-EFE2-DF26886E3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771" y="0"/>
            <a:ext cx="71672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81914-26A2-C3CA-09A2-A402E7E72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18AC41-0E1F-A637-5E89-BFCA5ED72351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app\Http\Controllers\Backend\AdminVendorProfileController.php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B13498-C545-49E9-6EB2-6A8EAE321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9621" y="0"/>
            <a:ext cx="53923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009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BA3F3-914E-EEBE-B4D3-FCD353ADF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201933-B0C3-AC7A-113B-48DE27E5BDC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UPDATED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8D9A71-9E3D-1886-1A67-6882F5DA5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7445"/>
            <a:ext cx="12192000" cy="593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547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528D1-30CF-0A16-CD8A-DA18107EC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99FD2D-AF30-A6C6-DE8B-9B241C05CDF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6C6EE7-44BA-7B9F-1246-D6DA5E836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13865"/>
            <a:ext cx="12192000" cy="263027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86244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F2259-EE88-5BA3-8FBF-9F984F547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09E97A-F160-42C5-A57F-78295F41DC6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14034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4562</TotalTime>
  <Words>39</Words>
  <Application>Microsoft Office PowerPoint</Application>
  <PresentationFormat>Widescreen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353</cp:revision>
  <dcterms:created xsi:type="dcterms:W3CDTF">2025-04-12T11:00:44Z</dcterms:created>
  <dcterms:modified xsi:type="dcterms:W3CDTF">2025-09-09T08:52:36Z</dcterms:modified>
</cp:coreProperties>
</file>