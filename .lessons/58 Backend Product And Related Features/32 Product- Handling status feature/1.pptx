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15" r:id="rId4"/>
    <p:sldId id="416" r:id="rId5"/>
    <p:sldId id="40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0" y="0"/>
            <a:ext cx="11974285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app\Http\Controllers\Backend\ProductController.php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resources\views\admin\product\index.blade.php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AC684D-C732-2CE0-2B5A-22762E992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82" y="745526"/>
            <a:ext cx="11536217" cy="6112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FD2F8-EEB7-CF75-608F-2694B8074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DDC430-9CC6-5258-5584-33B655B7241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11386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96B1A-A8FB-2B89-6D68-C0548E42F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626B67-11C0-6D62-C5A2-EE9A842EC2DD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48545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4538</TotalTime>
  <Words>28</Words>
  <Application>Microsoft Office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354</cp:revision>
  <dcterms:created xsi:type="dcterms:W3CDTF">2025-04-12T11:00:44Z</dcterms:created>
  <dcterms:modified xsi:type="dcterms:W3CDTF">2025-12-15T13:08:49Z</dcterms:modified>
</cp:coreProperties>
</file>