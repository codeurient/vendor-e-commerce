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6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</a:t>
            </a:r>
            <a:r>
              <a:rPr lang="en-US" altLang="en-US" sz="1300" b="1">
                <a:latin typeface="Arial" panose="020B0604020202020204" pitchFamily="34" charset="0"/>
              </a:rPr>
              <a:t>ProductImageGalleryDataTable</a:t>
            </a:r>
            <a:r>
              <a:rPr lang="en-US" altLang="en-US" sz="1300">
                <a:latin typeface="Arial" panose="020B0604020202020204" pitchFamily="34" charset="0"/>
              </a:rPr>
              <a:t>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5434B-036D-EBEF-945E-DF4071D31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64" y="1163782"/>
            <a:ext cx="10427536" cy="56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</a:t>
            </a:r>
            <a:r>
              <a:rPr lang="en-US" altLang="en-US" sz="1300" b="1">
                <a:latin typeface="Arial" panose="020B0604020202020204" pitchFamily="34" charset="0"/>
              </a:rPr>
              <a:t>ProductImageGalleryController</a:t>
            </a:r>
            <a:r>
              <a:rPr lang="en-US" altLang="en-US" sz="1300">
                <a:latin typeface="Arial" panose="020B0604020202020204" pitchFamily="34" charset="0"/>
              </a:rPr>
              <a:t>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38B0C-FCC3-B063-8FC4-734472354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017" y="0"/>
            <a:ext cx="5463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F5BB-5B9F-9979-A835-E6CF32D2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C68A0-CF8F-49AB-C021-1B8F5DF6C51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ED28B-D94B-85BA-0146-94C79CEC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1232"/>
            <a:ext cx="12192000" cy="553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74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4536</TotalTime>
  <Words>20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2025-10-08T06:31:52Z</dcterms:modified>
</cp:coreProperties>
</file>