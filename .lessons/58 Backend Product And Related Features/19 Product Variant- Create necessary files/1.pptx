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5" r:id="rId3"/>
    <p:sldId id="416" r:id="rId4"/>
    <p:sldId id="417" r:id="rId5"/>
    <p:sldId id="418" r:id="rId6"/>
    <p:sldId id="419" r:id="rId7"/>
    <p:sldId id="420" r:id="rId8"/>
    <p:sldId id="414" r:id="rId9"/>
    <p:sldId id="40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dərs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3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variantlarını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yaradacağıq.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1FF4C8-A9C6-88D8-CE9C-FCDA9F756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39" y="1828576"/>
            <a:ext cx="10717121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D6645-78A1-79CE-2F22-5BEF7B5C8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FF94E8-FC83-AF46-BAD2-8E596668E14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Product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v</a:t>
            </a:r>
            <a:r>
              <a:rPr lang="en-US" altLang="en-US" sz="1300">
                <a:latin typeface="Arial" panose="020B0604020202020204" pitchFamily="34" charset="0"/>
              </a:rPr>
              <a:t>ariantlar</a:t>
            </a:r>
            <a:r>
              <a:rPr lang="az-Latn-AZ" altLang="en-US" sz="1300">
                <a:latin typeface="Arial" panose="020B0604020202020204" pitchFamily="34" charset="0"/>
              </a:rPr>
              <a:t>ını idarə etmək üçün </a:t>
            </a:r>
            <a:r>
              <a:rPr lang="az-Latn-AZ" altLang="en-US" sz="1300" b="1">
                <a:latin typeface="Arial" panose="020B0604020202020204" pitchFamily="34" charset="0"/>
              </a:rPr>
              <a:t>controller</a:t>
            </a:r>
            <a:r>
              <a:rPr lang="az-Latn-AZ" altLang="en-US" sz="1300">
                <a:latin typeface="Arial" panose="020B0604020202020204" pitchFamily="34" charset="0"/>
              </a:rPr>
              <a:t>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320744-8B15-D576-5FD2-A88995710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11" y="1680918"/>
            <a:ext cx="11641175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68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58C4C-8822-69D8-9F43-14A518654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FA5C55-B264-ACB4-1E28-1E7B58B68829}"/>
              </a:ext>
            </a:extLst>
          </p:cNvPr>
          <p:cNvSpPr txBox="1"/>
          <p:nvPr/>
        </p:nvSpPr>
        <p:spPr>
          <a:xfrm>
            <a:off x="217714" y="255046"/>
            <a:ext cx="11756571" cy="144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200" b="1">
                <a:latin typeface="Arial" panose="020B0604020202020204" pitchFamily="34" charset="0"/>
              </a:rPr>
              <a:t>app\DataTables\ProductDataTable.php</a:t>
            </a:r>
            <a:endParaRPr lang="az-Latn-AZ" altLang="en-US" sz="12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</a:rPr>
              <a:t>Variants düyməsi klikləndikdə, `</a:t>
            </a:r>
            <a:r>
              <a:rPr lang="az-Latn-AZ" altLang="en-US" sz="1200" b="1">
                <a:latin typeface="Arial" panose="020B0604020202020204" pitchFamily="34" charset="0"/>
              </a:rPr>
              <a:t>admin.products-variant.index</a:t>
            </a:r>
            <a:r>
              <a:rPr lang="az-Latn-AZ" altLang="en-US" sz="1200">
                <a:latin typeface="Arial" panose="020B0604020202020204" pitchFamily="34" charset="0"/>
              </a:rPr>
              <a:t>` routu, bizi `</a:t>
            </a:r>
            <a:r>
              <a:rPr lang="az-Latn-AZ" altLang="en-US" sz="1200" b="1">
                <a:latin typeface="Arial" panose="020B0604020202020204" pitchFamily="34" charset="0"/>
              </a:rPr>
              <a:t>ProductVariantController.php</a:t>
            </a:r>
            <a:r>
              <a:rPr lang="az-Latn-AZ" altLang="en-US" sz="1200">
                <a:latin typeface="Arial" panose="020B0604020202020204" pitchFamily="34" charset="0"/>
              </a:rPr>
              <a:t>` kontrollerin </a:t>
            </a:r>
            <a:r>
              <a:rPr lang="az-Latn-AZ" altLang="en-US" sz="1200" b="1">
                <a:latin typeface="Arial" panose="020B0604020202020204" pitchFamily="34" charset="0"/>
              </a:rPr>
              <a:t>index() </a:t>
            </a:r>
            <a:r>
              <a:rPr lang="az-Latn-AZ" altLang="en-US" sz="1200">
                <a:latin typeface="Arial" panose="020B0604020202020204" pitchFamily="34" charset="0"/>
              </a:rPr>
              <a:t>metodunda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qeyd etd</a:t>
            </a:r>
            <a:r>
              <a:rPr lang="az-Latn-AZ" altLang="en-US" sz="1200">
                <a:latin typeface="Arial" panose="020B0604020202020204" pitchFamily="34" charset="0"/>
              </a:rPr>
              <a:t>iyimiz şablona yönləndirəcək və özü ilə sorğuda product identifikatorunu `</a:t>
            </a:r>
            <a:r>
              <a:rPr lang="az-Latn-AZ" altLang="en-US" sz="1200" b="1">
                <a:latin typeface="Arial" panose="020B0604020202020204" pitchFamily="34" charset="0"/>
              </a:rPr>
              <a:t>product</a:t>
            </a:r>
            <a:r>
              <a:rPr lang="az-Latn-AZ" altLang="en-US" sz="1200">
                <a:latin typeface="Arial" panose="020B0604020202020204" pitchFamily="34" charset="0"/>
              </a:rPr>
              <a:t>` adı ilə aparacaq.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EE0ED4-43B0-F4B7-6DD8-4F3819F81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636" y="1904958"/>
            <a:ext cx="8220364" cy="49530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D310CD-50DC-D000-5A3D-D56F745F7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71" y="92176"/>
            <a:ext cx="1633723" cy="10364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33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20D70-07E5-ED64-7A5A-0FED2E73F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E500E3-6FFE-D0C6-04E0-B4357E27418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Variant üçün şablon fayllarımızı yaradırıq.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FC53A2-3EBC-03D3-D770-5C1C09F82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8541" y="0"/>
            <a:ext cx="21734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440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C111B-95FC-95BA-ADFB-0EF55213E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8A1716-7DE4-A70F-0F45-5A43F06B631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resources\views\admin\product\</a:t>
            </a:r>
            <a:r>
              <a:rPr lang="en-US" altLang="en-US" sz="1300" b="1">
                <a:latin typeface="Arial" panose="020B0604020202020204" pitchFamily="34" charset="0"/>
              </a:rPr>
              <a:t>product-variant\index.blade.php</a:t>
            </a:r>
            <a:endParaRPr kumimoji="0" lang="en-US" altLang="en-US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4BEA90-FC61-6D31-9E59-71A729B18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116" y="1440873"/>
            <a:ext cx="9694883" cy="541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430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7887D-BD01-488B-B977-D92D26630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CEAE05-F956-BE58-3AB3-8B0761C4AB02}"/>
              </a:ext>
            </a:extLst>
          </p:cNvPr>
          <p:cNvSpPr txBox="1"/>
          <p:nvPr/>
        </p:nvSpPr>
        <p:spPr>
          <a:xfrm>
            <a:off x="0" y="199628"/>
            <a:ext cx="11756571" cy="1855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resources\views\admin\product\</a:t>
            </a:r>
            <a:r>
              <a:rPr lang="en-US" altLang="en-US" sz="1300" b="1">
                <a:latin typeface="Arial" panose="020B0604020202020204" pitchFamily="34" charset="0"/>
              </a:rPr>
              <a:t>product-variant\index.blade.php</a:t>
            </a:r>
            <a:endParaRPr lang="az-Latn-AZ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product variantın statusunu dəyişmək üçün yazdığımız js kodu.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Təbii ki, bu kodları əvvəl yazdığımız üçün həmin əvvəl yazdığımız 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fayllardan c</a:t>
            </a:r>
            <a:r>
              <a:rPr lang="az-Latn-AZ" altLang="en-US" sz="1300">
                <a:latin typeface="Arial" panose="020B0604020202020204" pitchFamily="34" charset="0"/>
              </a:rPr>
              <a:t>trl + c və v edə bilərik.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FF4DFB-1074-D331-C565-D79E3B0FF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489" y="0"/>
            <a:ext cx="68675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309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B3985-E4C0-50D3-CA6B-D9B4B6D9F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F5985B-487E-9BE4-65D6-4438D9401AF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app\Http\Controllers\Backend\ProductVariantController.php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7F3A2E-5FBB-7F54-2EDE-9C81B95634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599" y="0"/>
            <a:ext cx="54864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247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FFC9FD-37F1-F393-EE3F-64383C533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1406"/>
            <a:ext cx="12192000" cy="33551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4608</TotalTime>
  <Words>143</Words>
  <Application>Microsoft Office PowerPoint</Application>
  <PresentationFormat>Widescreen</PresentationFormat>
  <Paragraphs>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365</cp:revision>
  <dcterms:created xsi:type="dcterms:W3CDTF">2025-04-12T11:00:44Z</dcterms:created>
  <dcterms:modified xsi:type="dcterms:W3CDTF">2025-10-08T13:11:53Z</dcterms:modified>
</cp:coreProperties>
</file>