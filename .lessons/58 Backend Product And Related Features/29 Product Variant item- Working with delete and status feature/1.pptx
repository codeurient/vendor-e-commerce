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app\Http\Controllers\Backend\ProductVariantItemController.php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43BB16-DAA2-89C7-8953-633DE77DD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846" y="0"/>
            <a:ext cx="59791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4535</TotalTime>
  <Words>13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352</cp:revision>
  <dcterms:created xsi:type="dcterms:W3CDTF">2025-04-12T11:00:44Z</dcterms:created>
  <dcterms:modified xsi:type="dcterms:W3CDTF">2025-10-09T09:24:49Z</dcterms:modified>
</cp:coreProperties>
</file>