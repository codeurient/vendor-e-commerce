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79555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app\Http\Controllers\Backend\BrandController.php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BA4D2-3F0E-5EF7-C294-D1BBFBA0E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7495"/>
            <a:ext cx="12192000" cy="631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4533</TotalTime>
  <Words>13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353</cp:revision>
  <dcterms:created xsi:type="dcterms:W3CDTF">2025-04-12T11:00:44Z</dcterms:created>
  <dcterms:modified xsi:type="dcterms:W3CDTF">2025-09-08T10:57:29Z</dcterms:modified>
</cp:coreProperties>
</file>