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13" r:id="rId2"/>
    <p:sldId id="415" r:id="rId3"/>
    <p:sldId id="416" r:id="rId4"/>
    <p:sldId id="417" r:id="rId5"/>
    <p:sldId id="400" r:id="rId6"/>
    <p:sldId id="414" r:id="rId7"/>
    <p:sldId id="418" r:id="rId8"/>
    <p:sldId id="419" r:id="rId9"/>
    <p:sldId id="420" r:id="rId10"/>
    <p:sldId id="421" r:id="rId11"/>
    <p:sldId id="42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4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9/7/2025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435CBA-29A4-BFD2-CEA7-3290D85ED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27ABBC-76D0-B81B-760F-26FC272AF47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app\Http\Controllers\Backend\BrandController.php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B99B92-AADB-FE35-2AD0-BFC2A1C5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3842" y="0"/>
            <a:ext cx="39281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838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1B122-1A55-A8E2-74D8-6E53FF4EB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0402870-E048-5B16-BB4E-FB8D36A6BBE0}"/>
              </a:ext>
            </a:extLst>
          </p:cNvPr>
          <p:cNvSpPr txBox="1"/>
          <p:nvPr/>
        </p:nvSpPr>
        <p:spPr>
          <a:xfrm>
            <a:off x="217714" y="122917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resources\views\admin\brand\create.blade.php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6A951-3F1F-1BDD-3007-230BEED12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223"/>
          <a:stretch>
            <a:fillRect/>
          </a:stretch>
        </p:blipFill>
        <p:spPr>
          <a:xfrm>
            <a:off x="0" y="515215"/>
            <a:ext cx="12192000" cy="634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5628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FEED2-8704-2691-647B-FB20142C0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0448C6-1858-C0F7-A03B-0C155388636E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resources\views\admin\brand\create.blade.php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5F302D-FEB2-FFB3-3CC1-FA37456D1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154" y="0"/>
            <a:ext cx="741484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3506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FFC0E-5804-A402-8EA4-BB7F8279A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459E915-E333-7582-0E6D-D54CD7077309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database\migrations\2025_09_05_200655_create_brands_table.php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5B2A79C-0608-2635-2E29-AACC4E1AFA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8150" y="551570"/>
            <a:ext cx="5553850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666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F8CAE6-3C3F-180C-7B4B-348FBFA519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045" y="2609735"/>
            <a:ext cx="10097909" cy="1638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B23C97-7391-808C-8F93-F1A247B54F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BA728D-9AF8-6C25-DF35-1494919186BC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resources\views\admin\brand\create.blade.php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0796A-2718-8F03-9416-8AF440451D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939" y="0"/>
            <a:ext cx="73380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3252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3C94A-B688-D571-BE11-91EB70AAA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4E15FA-20ED-08AC-020A-9F10031F990D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app\Http\Controllers\Backend\BrandController.php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FAC9E89-DDAF-721F-DB3C-8077AB5A0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8290" y="885988"/>
            <a:ext cx="8663709" cy="597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317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129A0-BDE3-052A-F009-38A64F059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7B5E9F5-CD31-FF15-409E-58008383D593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DEE42D-0A00-8BF5-A9EF-BBECE4840D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411" y="0"/>
            <a:ext cx="7119177" cy="6858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440073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1286E-7419-AE89-A59A-DAF5A4D81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69821D0-6E27-F0FE-53EF-B8E49472DAA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BF89C-1596-D57F-78F2-E7F133B847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571" y="1690445"/>
            <a:ext cx="11164858" cy="347711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79993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3356-7B19-C5BC-E850-F5C37A1BE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693F4A8-92CC-BC11-78BB-3163DDE972D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DB32FC-FC62-1543-CAC5-3D24105A2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0230"/>
            <a:ext cx="12192000" cy="37175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24655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7D21-59F2-6DBB-AFCD-A0B2E76C1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E6E4CE-C837-F8F8-1C19-825AF60A704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5449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5727</TotalTime>
  <Words>79</Words>
  <Application>Microsoft Office PowerPoint</Application>
  <PresentationFormat>Widescreen</PresentationFormat>
  <Paragraphs>11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355</cp:revision>
  <dcterms:created xsi:type="dcterms:W3CDTF">2025-04-12T11:00:44Z</dcterms:created>
  <dcterms:modified xsi:type="dcterms:W3CDTF">2025-09-08T06:22:55Z</dcterms:modified>
</cp:coreProperties>
</file>