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variantın item -i varsa onda variantı silmək mümkün olmasın deyirik.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9E0FA-D797-5472-7A23-34D41B8E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327" y="895706"/>
            <a:ext cx="8349673" cy="596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FB12B0-57BA-B750-0DFC-022FA43A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613"/>
            <a:ext cx="12192000" cy="44247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4537</TotalTime>
  <Words>15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2025-10-09T09:35:23Z</dcterms:modified>
</cp:coreProperties>
</file>