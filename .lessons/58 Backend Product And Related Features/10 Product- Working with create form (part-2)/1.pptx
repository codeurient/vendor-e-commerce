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4" r:id="rId2"/>
    <p:sldId id="413" r:id="rId3"/>
    <p:sldId id="400" r:id="rId4"/>
    <p:sldId id="415" r:id="rId5"/>
    <p:sldId id="416" r:id="rId6"/>
    <p:sldId id="417" r:id="rId7"/>
    <p:sldId id="418" r:id="rId8"/>
    <p:sldId id="41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Şəkildə göstərilən faylı açaraq həmin fayldan lazım olan </a:t>
            </a:r>
            <a:r>
              <a:rPr lang="az-Latn-AZ" altLang="en-US" sz="1300" b="1">
                <a:latin typeface="Arial" panose="020B0604020202020204" pitchFamily="34" charset="0"/>
              </a:rPr>
              <a:t>CSS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JS</a:t>
            </a:r>
            <a:r>
              <a:rPr lang="az-Latn-AZ" altLang="en-US" sz="1300">
                <a:latin typeface="Arial" panose="020B0604020202020204" pitchFamily="34" charset="0"/>
              </a:rPr>
              <a:t> linkləri götürürük.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82C9A4-6FE8-2CDF-96AC-44B5BDF88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675" y="1723308"/>
            <a:ext cx="6268325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resources\views\admin\layouts\master.blade.php</a:t>
            </a:r>
            <a:r>
              <a:rPr lang="az-Latn-AZ" altLang="en-US" sz="1300">
                <a:latin typeface="Arial" panose="020B0604020202020204" pitchFamily="34" charset="0"/>
              </a:rPr>
              <a:t> - həmin linki bu fayla qoyuruq.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63D4A1-8881-3035-C892-6C8D00A54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436" y="1027936"/>
            <a:ext cx="10963564" cy="583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resources\views\admin\layouts\master.blade.php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25CF94-69D5-B20D-6EC2-875E670CE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7176"/>
            <a:ext cx="12192000" cy="590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0233D-535D-6024-CAB3-F794307B5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310FC4-7EB1-68C2-5537-DF7BE5A7628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resources\views\admin\product\create.blade.php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C67790-45AE-CD26-CAC8-C4AF1903E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655" y="915582"/>
            <a:ext cx="8063345" cy="594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824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4CC7D-F877-E3B9-E026-9DB96892D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E02C60-2698-1525-2AE1-2613C8D6051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resources\views\admin\product\create.blade.php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755A1-58CB-9C9D-597F-40E54C3DF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258" y="0"/>
            <a:ext cx="7002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037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1C82A-B2F4-B8CA-B48A-315B3AFCF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228F75-AD07-ECA8-99ED-F849311E511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resources\views\admin\product\create.blade.php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F6441C-A5C1-D6F0-3E33-57E92BAD2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473" y="888586"/>
            <a:ext cx="8109527" cy="596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978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7CF41-8346-7B04-637A-7935A9669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EACE63-EBA0-B436-375F-8ACC2DAC1F2D}"/>
              </a:ext>
            </a:extLst>
          </p:cNvPr>
          <p:cNvSpPr txBox="1"/>
          <p:nvPr/>
        </p:nvSpPr>
        <p:spPr>
          <a:xfrm>
            <a:off x="217714" y="199628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İndiki nəticə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23EE52-BED2-5E48-3830-E003E7704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7884"/>
            <a:ext cx="12192000" cy="61501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608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88346-CC2A-6893-2A95-8F5D1CEBD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935431-423F-BBE0-066B-549668B0ED3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4993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4737</TotalTime>
  <Words>89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356</cp:revision>
  <dcterms:created xsi:type="dcterms:W3CDTF">2025-04-12T11:00:44Z</dcterms:created>
  <dcterms:modified xsi:type="dcterms:W3CDTF">2025-09-10T19:57:56Z</dcterms:modified>
</cp:coreProperties>
</file>