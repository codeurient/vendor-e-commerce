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1" r:id="rId2"/>
    <p:sldId id="422" r:id="rId3"/>
    <p:sldId id="423" r:id="rId4"/>
    <p:sldId id="424" r:id="rId5"/>
    <p:sldId id="413" r:id="rId6"/>
    <p:sldId id="414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B3AB-DB04-90EA-2D74-9FA10C61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6963DC-1C43-355B-80DC-71404580B0B9}"/>
              </a:ext>
            </a:extLst>
          </p:cNvPr>
          <p:cNvSpPr txBox="1"/>
          <p:nvPr/>
        </p:nvSpPr>
        <p:spPr>
          <a:xfrm>
            <a:off x="217714" y="1534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is_top,     is_best</a:t>
            </a:r>
            <a:r>
              <a:rPr lang="az-Latn-AZ" altLang="en-US" sz="1300" b="1">
                <a:latin typeface="Arial" panose="020B0604020202020204" pitchFamily="34" charset="0"/>
              </a:rPr>
              <a:t>,    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is_featured   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elementləri  `</a:t>
            </a:r>
            <a:r>
              <a:rPr lang="en-US" sz="1300" b="1"/>
              <a:t>Product Type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adı verdiyimiz select elementi ilə əvəz edə bilərik.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Bunun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 3 faylda dəyişiklik edirik: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database\migrations\2025_09_09_141731_create_products_table.php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2888D-3D18-F3EA-99EB-B8189AD4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596" y="2262908"/>
            <a:ext cx="9018404" cy="459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6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C7FC-6703-220C-444A-A1EDFFD5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6C29C1-FAAC-3873-41E8-1270D64FF4E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Dəyişikliklərdən sonra tətbiqi yenidən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70050-F5CE-D38D-D092-64F53E7C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243"/>
            <a:ext cx="12192000" cy="596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5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1ECF-6E1C-0EC3-86D0-EB32AEC2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9419F-9746-1873-CB0D-AF2DA8CC005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8DD6B-5129-867D-6A59-84FD7D61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9434"/>
            <a:ext cx="12192000" cy="367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3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DE81-0325-A99E-911A-74D43039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5E7F19-836E-C130-BD2F-1A90F3BF412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EABD-28A8-14F9-D59C-0C60B3F3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5291"/>
            <a:ext cx="12192000" cy="2147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203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82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2025-10-07T09:57:09Z</dcterms:modified>
</cp:coreProperties>
</file>