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83128" y="98028"/>
            <a:ext cx="11756571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app\Http\Controllers\Backend\ProductVariantItemController.php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488AE-EEEC-CAED-6779-3A71DA9A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222" y="0"/>
            <a:ext cx="74897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0" y="181155"/>
            <a:ext cx="11756571" cy="33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resources\views\admin\product\product-variant-item\edit.blade.php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3899D-627F-0885-79CC-8D10DD01D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304" y="0"/>
            <a:ext cx="6948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144210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app\Http\Controllers\Backend\ProductVariantItemController.php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Diqqət edin ki, </a:t>
            </a:r>
            <a:r>
              <a:rPr lang="az-Latn-AZ" altLang="en-US" sz="1300" b="1">
                <a:latin typeface="Arial" panose="020B0604020202020204" pitchFamily="34" charset="0"/>
              </a:rPr>
              <a:t>product</a:t>
            </a:r>
            <a:r>
              <a:rPr lang="en-US" altLang="en-US" sz="1300">
                <a:latin typeface="Arial" panose="020B0604020202020204" pitchFamily="34" charset="0"/>
              </a:rPr>
              <a:t>id </a:t>
            </a: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VariantId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adları </a:t>
            </a:r>
            <a:r>
              <a:rPr lang="en-US" altLang="en-US" sz="1300" b="1">
                <a:latin typeface="Arial" panose="020B0604020202020204" pitchFamily="34" charset="0"/>
              </a:rPr>
              <a:t>web.php </a:t>
            </a:r>
            <a:r>
              <a:rPr lang="az-Latn-AZ" altLang="en-US" sz="1300">
                <a:latin typeface="Arial" panose="020B0604020202020204" pitchFamily="34" charset="0"/>
              </a:rPr>
              <a:t>faylındakı routda yazılan </a:t>
            </a:r>
            <a:r>
              <a:rPr lang="en-US" altLang="en-US" sz="1300" b="1">
                <a:latin typeface="Arial" panose="020B0604020202020204" pitchFamily="34" charset="0"/>
              </a:rPr>
              <a:t>/productid/variantId </a:t>
            </a:r>
            <a:r>
              <a:rPr lang="az-Latn-AZ" altLang="en-US" sz="1300">
                <a:latin typeface="Arial" panose="020B0604020202020204" pitchFamily="34" charset="0"/>
              </a:rPr>
              <a:t>ilə eyni olsun.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5566D-4F25-D270-380A-43A909922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509" y="1397896"/>
            <a:ext cx="10335491" cy="546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183C5-45AD-6BE8-4E50-CFAF61C9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403D79-6F64-5A32-B768-93576953710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9DB042-A45E-2F58-D644-4AF0C77FF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706"/>
            <a:ext cx="12192000" cy="4358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101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E9F92-3D7D-A9DA-C286-D2B21CF90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59B76-7BF5-557D-E1BF-5265EB1F871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724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A10F-65E8-6015-A9C0-FCD51145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23DB82-32B5-5CF6-EC7C-D95AF5F5C2A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913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0779F-D0F6-F5B5-D48B-0A5089CB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FDFC7B-56D3-249C-A5DB-3496846B000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1942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</TotalTime>
  <Words>64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356</cp:revision>
  <dcterms:created xsi:type="dcterms:W3CDTF">2025-04-12T11:00:44Z</dcterms:created>
  <dcterms:modified xsi:type="dcterms:W3CDTF">2025-10-09T09:20:17Z</dcterms:modified>
</cp:coreProperties>
</file>