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DC859-7CB6-22EC-EF5F-14329809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173" y="0"/>
            <a:ext cx="5465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2025-10-07T12:47:19Z</dcterms:modified>
</cp:coreProperties>
</file>