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255046"/>
            <a:ext cx="12192000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başlamadan əvvəl belə bir səhfv var ki, </a:t>
            </a:r>
            <a:r>
              <a:rPr lang="az-Latn-AZ" altLang="en-US" sz="1300" b="1">
                <a:latin typeface="Arial" panose="020B0604020202020204" pitchFamily="34" charset="0"/>
              </a:rPr>
              <a:t>Kateqori </a:t>
            </a:r>
            <a:r>
              <a:rPr lang="en-US" altLang="en-US" sz="1300" b="1">
                <a:latin typeface="Arial" panose="020B0604020202020204" pitchFamily="34" charset="0"/>
              </a:rPr>
              <a:t>-&gt; sub kateqori -&gt; child kateqory </a:t>
            </a:r>
            <a:r>
              <a:rPr lang="az-Latn-AZ" altLang="en-US" sz="1300">
                <a:latin typeface="Arial" panose="020B0604020202020204" pitchFamily="34" charset="0"/>
              </a:rPr>
              <a:t>seçdikdən sonra, başqa </a:t>
            </a:r>
            <a:r>
              <a:rPr lang="az-Latn-AZ" altLang="en-US" sz="1300" b="1">
                <a:latin typeface="Arial" panose="020B0604020202020204" pitchFamily="34" charset="0"/>
              </a:rPr>
              <a:t>kateqori</a:t>
            </a:r>
            <a:r>
              <a:rPr lang="az-Latn-AZ" altLang="en-US" sz="1300">
                <a:latin typeface="Arial" panose="020B0604020202020204" pitchFamily="34" charset="0"/>
              </a:rPr>
              <a:t> seçdikdə </a:t>
            </a:r>
            <a:r>
              <a:rPr lang="az-Latn-AZ" altLang="en-US" sz="1300" b="1">
                <a:latin typeface="Arial" panose="020B0604020202020204" pitchFamily="34" charset="0"/>
              </a:rPr>
              <a:t>child kateqori </a:t>
            </a:r>
            <a:r>
              <a:rPr lang="az-Latn-AZ" altLang="en-US" sz="1300">
                <a:latin typeface="Arial" panose="020B0604020202020204" pitchFamily="34" charset="0"/>
              </a:rPr>
              <a:t>olduğu kimi qalır.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create səhifəsində belədir onun üçün create səhifəsində düzəldək. Çünki edit səhifəsi create səhifəsinin kopyasıdır.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9F581-1905-ACA9-656D-79DB663C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0829"/>
            <a:ext cx="12192000" cy="397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şəkildəki kimi əlavə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9E0D7-DB29-F643-A68C-9B5A9CBC5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46" y="0"/>
            <a:ext cx="5767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3C0F-7954-C93F-9D78-BD556291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8A3F31-4F7A-A698-31FE-43B912EB434D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resources\views\admin\product\edit.blade.php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İstəsəz kodları fayldan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götürə bilərsiz.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bəzi hissələri dəyişməyi unutmayın.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3C035-8B6A-B442-5D33-479260F7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63" y="0"/>
            <a:ext cx="493133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139180-5D10-AAD8-32F3-66C07FF57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6727"/>
            <a:ext cx="5860572" cy="6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1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73C3-FB01-0C11-4E40-88271ED86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B704ED-15C1-33D2-9CB6-916A43DA71F4}"/>
              </a:ext>
            </a:extLst>
          </p:cNvPr>
          <p:cNvSpPr txBox="1"/>
          <p:nvPr/>
        </p:nvSpPr>
        <p:spPr>
          <a:xfrm>
            <a:off x="217714" y="12573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C046B-D38F-8D62-ACB7-932F186FB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284"/>
            <a:ext cx="12192000" cy="627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3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F916-7D33-A1F0-EAF6-19321898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C06ABA-165E-3DE1-4A3A-F9493ED264F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3106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4572</TotalTime>
  <Words>94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2025-10-07T12:32:40Z</dcterms:modified>
</cp:coreProperties>
</file>