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4" r:id="rId3"/>
    <p:sldId id="415" r:id="rId4"/>
    <p:sldId id="416" r:id="rId5"/>
    <p:sldId id="417" r:id="rId6"/>
    <p:sldId id="40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10/7/2025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0" y="255046"/>
            <a:ext cx="12192000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 dərsə başlamadan əvvəl belə bir səhfv var ki, </a:t>
            </a:r>
            <a:r>
              <a:rPr lang="az-Latn-AZ" altLang="en-US" sz="1300" b="1">
                <a:latin typeface="Arial" panose="020B0604020202020204" pitchFamily="34" charset="0"/>
              </a:rPr>
              <a:t>Kateqori </a:t>
            </a:r>
            <a:r>
              <a:rPr lang="en-US" altLang="en-US" sz="1300" b="1">
                <a:latin typeface="Arial" panose="020B0604020202020204" pitchFamily="34" charset="0"/>
              </a:rPr>
              <a:t>-&gt; sub kateqori -&gt; child kateqory </a:t>
            </a:r>
            <a:r>
              <a:rPr lang="az-Latn-AZ" altLang="en-US" sz="1300">
                <a:latin typeface="Arial" panose="020B0604020202020204" pitchFamily="34" charset="0"/>
              </a:rPr>
              <a:t>seçdikdən sonra, başqa </a:t>
            </a:r>
            <a:r>
              <a:rPr lang="az-Latn-AZ" altLang="en-US" sz="1300" b="1">
                <a:latin typeface="Arial" panose="020B0604020202020204" pitchFamily="34" charset="0"/>
              </a:rPr>
              <a:t>kateqori</a:t>
            </a:r>
            <a:r>
              <a:rPr lang="az-Latn-AZ" altLang="en-US" sz="1300">
                <a:latin typeface="Arial" panose="020B0604020202020204" pitchFamily="34" charset="0"/>
              </a:rPr>
              <a:t> seçdikdə </a:t>
            </a:r>
            <a:r>
              <a:rPr lang="az-Latn-AZ" altLang="en-US" sz="1300" b="1">
                <a:latin typeface="Arial" panose="020B0604020202020204" pitchFamily="34" charset="0"/>
              </a:rPr>
              <a:t>child kateqori </a:t>
            </a:r>
            <a:r>
              <a:rPr lang="az-Latn-AZ" altLang="en-US" sz="1300">
                <a:latin typeface="Arial" panose="020B0604020202020204" pitchFamily="34" charset="0"/>
              </a:rPr>
              <a:t>olduğu kimi qalır. 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 create səhifəsində belədir onun üçün create səhifəsində düzəldək. Çünki edit səhifəsi create səhifəsinin kopyasıdır.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49F581-1905-ACA9-656D-79DB663C85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80829"/>
            <a:ext cx="12192000" cy="397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A728D-9AF8-6C25-DF35-1494919186BC}"/>
              </a:ext>
            </a:extLst>
          </p:cNvPr>
          <p:cNvSpPr txBox="1"/>
          <p:nvPr/>
        </p:nvSpPr>
        <p:spPr>
          <a:xfrm>
            <a:off x="217714" y="255046"/>
            <a:ext cx="11756571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resources\views\admin\product\create.blade.php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Burada şəkildəki kimi əlavə etmək lazımdır.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69E0D7-DB29-F643-A68C-9B5A9CBC5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246" y="0"/>
            <a:ext cx="57677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3C0F-7954-C93F-9D78-BD556291A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18A3F31-4F7A-A698-31FE-43B912EB434D}"/>
              </a:ext>
            </a:extLst>
          </p:cNvPr>
          <p:cNvSpPr txBox="1"/>
          <p:nvPr/>
        </p:nvSpPr>
        <p:spPr>
          <a:xfrm>
            <a:off x="217714" y="255046"/>
            <a:ext cx="11756571" cy="12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resources\views\admin\product\edit.blade.php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İstəsəz kodları fayldan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götürə bilərsiz.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63C035-8B6A-B442-5D33-479260F7D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0663" y="0"/>
            <a:ext cx="49313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018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573C3-FB01-0C11-4E40-88271ED86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DB704ED-15C1-33D2-9CB6-916A43DA71F4}"/>
              </a:ext>
            </a:extLst>
          </p:cNvPr>
          <p:cNvSpPr txBox="1"/>
          <p:nvPr/>
        </p:nvSpPr>
        <p:spPr>
          <a:xfrm>
            <a:off x="217714" y="125737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EC046B-D38F-8D62-ACB7-932F186FB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7284"/>
            <a:ext cx="12192000" cy="6270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2315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4F916-7D33-A1F0-EAF6-193218985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C06ABA-165E-3DE1-4A3A-F9493ED264F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73106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4570</TotalTime>
  <Words>88</Words>
  <Application>Microsoft Office PowerPoint</Application>
  <PresentationFormat>Widescreen</PresentationFormat>
  <Paragraphs>13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357</cp:revision>
  <dcterms:created xsi:type="dcterms:W3CDTF">2025-04-12T11:00:44Z</dcterms:created>
  <dcterms:modified xsi:type="dcterms:W3CDTF">2025-10-07T12:20:58Z</dcterms:modified>
</cp:coreProperties>
</file>