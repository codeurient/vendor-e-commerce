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4" r:id="rId3"/>
    <p:sldId id="415" r:id="rId4"/>
    <p:sldId id="416" r:id="rId5"/>
    <p:sldId id="417" r:id="rId6"/>
    <p:sldId id="418" r:id="rId7"/>
    <p:sldId id="419" r:id="rId8"/>
    <p:sldId id="40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app\Http\Controllers\Backend\BrandController.php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7D0694-AFED-E89C-9C7F-7A53761DC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8009" y="0"/>
            <a:ext cx="39339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resources\views\admin\brand\edit.blade.php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36E036-54DC-0767-0AE6-F7A28BD1E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460" y="3429000"/>
            <a:ext cx="9783540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6B18-50A4-266C-CAA6-5827CEF71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36684F-3698-AB5E-9CD5-ABF974FFA40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resources\views\admin\brand\edit.blade.php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026F5-A94E-E348-D3AF-D09F00E0E5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1511" y="0"/>
            <a:ext cx="797048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7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50FA9-2417-1E20-9EC6-219EB025F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CABFFD-1A67-AFCF-3415-8DD285C927EE}"/>
              </a:ext>
            </a:extLst>
          </p:cNvPr>
          <p:cNvSpPr txBox="1"/>
          <p:nvPr/>
        </p:nvSpPr>
        <p:spPr>
          <a:xfrm>
            <a:off x="217713" y="134973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Edit page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4A4F8-E621-735B-1F61-6D9210E76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610400"/>
            <a:ext cx="12192000" cy="62107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11126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7D819-8EDC-FFCD-B228-D48E636A4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D89EEE9-913A-32C9-3FD0-E03A2AADEADF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app\Http\Controllers\Backend\BrandController.php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56D055-D8F1-CACB-D389-62D3D2D558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2259" y="0"/>
            <a:ext cx="55397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4260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D27C1-D39D-4FDB-4201-F27BA47B37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CA2127-513F-A85C-C64E-BF146269525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4737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3A5B0-17AA-158C-91B4-74C6B53FE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D380F2-D3C4-8349-708D-A67B0C83920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2474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4554</TotalTime>
  <Words>53</Words>
  <Application>Microsoft Office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352</cp:revision>
  <dcterms:created xsi:type="dcterms:W3CDTF">2025-04-12T11:00:44Z</dcterms:created>
  <dcterms:modified xsi:type="dcterms:W3CDTF">2025-09-08T10:34:01Z</dcterms:modified>
</cp:coreProperties>
</file>