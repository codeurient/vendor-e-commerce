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7" r:id="rId5"/>
    <p:sldId id="416" r:id="rId6"/>
    <p:sldId id="418" r:id="rId7"/>
    <p:sldId id="419" r:id="rId8"/>
    <p:sldId id="420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database\migrations\2025_10_07_145747_create_</a:t>
            </a:r>
            <a:r>
              <a:rPr lang="en-US" altLang="en-US" sz="1300" b="1">
                <a:latin typeface="Arial" panose="020B0604020202020204" pitchFamily="34" charset="0"/>
              </a:rPr>
              <a:t>product_image_galleries</a:t>
            </a:r>
            <a:r>
              <a:rPr lang="en-US" altLang="en-US" sz="1300">
                <a:latin typeface="Arial" panose="020B0604020202020204" pitchFamily="34" charset="0"/>
              </a:rPr>
              <a:t>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E98E1-109A-9D07-A8F9-93D6F6CD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490" y="1131914"/>
            <a:ext cx="6428509" cy="57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80301-57D1-DA12-62B3-721DC6F0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4" y="2547814"/>
            <a:ext cx="1025033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50D3-4F8E-B75F-6983-F09958E0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14C3C-857E-B160-FD05-DFE1FBC4BC22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Çoxlu şəkillər əlavə edəcəyimiz üçün, </a:t>
            </a:r>
            <a:r>
              <a:rPr lang="az-Latn-AZ" altLang="en-US" sz="1300" b="1">
                <a:latin typeface="Arial" panose="020B0604020202020204" pitchFamily="34" charset="0"/>
              </a:rPr>
              <a:t>uploadMultiİmage() </a:t>
            </a:r>
            <a:r>
              <a:rPr lang="az-Latn-AZ" altLang="en-US" sz="1300">
                <a:latin typeface="Arial" panose="020B0604020202020204" pitchFamily="34" charset="0"/>
              </a:rPr>
              <a:t>adında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metod əlavə edirik </a:t>
            </a:r>
            <a:r>
              <a:rPr lang="az-Latn-AZ" altLang="en-US" sz="1300" b="1">
                <a:latin typeface="Arial" panose="020B0604020202020204" pitchFamily="34" charset="0"/>
              </a:rPr>
              <a:t>Trait</a:t>
            </a:r>
            <a:r>
              <a:rPr lang="az-Latn-AZ" altLang="en-US" sz="1300">
                <a:latin typeface="Arial" panose="020B0604020202020204" pitchFamily="34" charset="0"/>
              </a:rPr>
              <a:t> -imizin içinə.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D2841-9684-3F34-57E7-7636F886C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92" y="0"/>
            <a:ext cx="6162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3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6F0D-233C-5263-573B-720000B93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87234-0FA2-5D1E-6E33-34031968FCD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2CA30-20AE-5794-ECFA-1551435C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721" y="0"/>
            <a:ext cx="5121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6DC7-5B3C-F913-2598-4D85A1DC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DE323-FE81-092B-3B7F-F65ADE52EF1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B06FB-3399-F3A5-C22E-EE80DCB3D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6" y="2783406"/>
            <a:ext cx="12192000" cy="40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0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4925-6C44-9A01-A8E4-9EB7D60B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0DEAB-738D-FB99-12F6-09A2429EA9F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5A057-CCD5-6547-97EC-535DE8239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1728550"/>
            <a:ext cx="8926171" cy="340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004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2E01-248D-51AC-9F4A-3585D843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7717CC-9EAD-EDCD-1391-D03EAE62B25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50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8BF57-4784-2EB9-7EF4-ABF3D27F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37582A-737A-50B0-618B-E9AE9C9A0C0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1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4596</TotalTime>
  <Words>41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2025-10-08T04:25:20Z</dcterms:modified>
</cp:coreProperties>
</file>