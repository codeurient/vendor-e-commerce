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9" r:id="rId8"/>
    <p:sldId id="420" r:id="rId9"/>
    <p:sldId id="421" r:id="rId10"/>
    <p:sldId id="422" r:id="rId11"/>
    <p:sldId id="423" r:id="rId12"/>
    <p:sldId id="427" r:id="rId13"/>
    <p:sldId id="425" r:id="rId14"/>
    <p:sldId id="426" r:id="rId15"/>
    <p:sldId id="424" r:id="rId16"/>
    <p:sldId id="428" r:id="rId17"/>
    <p:sldId id="41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resources\views\admin\layouts\sidebar.blade.php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ABAC4C-9E4D-3402-C6BD-1F46C58E1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873" y="845278"/>
            <a:ext cx="8719127" cy="601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routes\admin.php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C2835-1EBA-D82F-A3CA-D5E714B7B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7383"/>
            <a:ext cx="7030431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71C9D2-A208-E75C-570B-59EFDE47C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771" y="0"/>
            <a:ext cx="2555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EA98-A461-29D8-FA14-50AC7D0AB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D6265D-82B0-FC24-5FBF-BC1D51B2035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C3DEC-3635-BA83-6641-6BA3E4152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631" y="0"/>
            <a:ext cx="6617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79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D56B1-0E49-EAEC-0DB7-80CE5807F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35A250-B3B2-6F64-1E8B-2B22690D593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585A4-3661-397B-6A64-1B13738A3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357" y="4800313"/>
            <a:ext cx="8192643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31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662AB-C20C-0F82-ACD0-C4519FC6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259157-054B-465D-E0E9-C2CEC9177BF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A2A17-7FDB-752F-9BE3-8CB295714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324" y="0"/>
            <a:ext cx="3952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291E-62CA-3E03-1B05-10E838CE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25295C-8407-B921-8E7C-4BCE01794F0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5D5A6-3926-2AAB-B471-44A6EAA87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723" y="4276365"/>
            <a:ext cx="9869277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6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0D2A5-5DE6-9743-7CCE-EE922E3D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085AA3-6C00-373C-B644-4EB4D76BED7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0D6F7-C091-67A2-7F8B-D74CB6A9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8988"/>
            <a:ext cx="12192000" cy="35690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0250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57E9-3293-FD94-6829-9AC42E04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6BB4C-51C9-F986-12D4-6C27FEC7203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4BEF8-DC71-4A7D-3835-FB55CCE3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341" y="0"/>
            <a:ext cx="4700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17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1883-F76C-0CF3-F56F-E643D8BA0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4330AD-F40A-8DC0-8EF8-E6FF7677D90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EAC1EC-D9FB-9D03-016B-F88DB691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724" y="0"/>
            <a:ext cx="8089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20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7EA07-5F4E-82DC-D3B7-61B817F6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309DB2-31FB-7C02-4E80-DD4D3FD030D4}"/>
              </a:ext>
            </a:extLst>
          </p:cNvPr>
          <p:cNvSpPr txBox="1"/>
          <p:nvPr/>
        </p:nvSpPr>
        <p:spPr>
          <a:xfrm>
            <a:off x="79169" y="144210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0CC8B-3249-F16B-9A5D-83E1181450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71" b="30371"/>
          <a:stretch>
            <a:fillRect/>
          </a:stretch>
        </p:blipFill>
        <p:spPr>
          <a:xfrm>
            <a:off x="3901907" y="2082800"/>
            <a:ext cx="8290093" cy="47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98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C2D2F-D9D1-77C0-DEAB-82AB1E9ED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AA528D-FF3D-FD76-B002-5471CF7ED1AE}"/>
              </a:ext>
            </a:extLst>
          </p:cNvPr>
          <p:cNvSpPr txBox="1"/>
          <p:nvPr/>
        </p:nvSpPr>
        <p:spPr>
          <a:xfrm>
            <a:off x="217714" y="1534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51BA1-C473-F683-24A7-ED001FEE3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2" y="832455"/>
            <a:ext cx="11360727" cy="602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4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51772-EB5D-7498-85AA-2E66D1B8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A0B992-8923-FD3B-E090-7357E517D49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6476CB-B8DC-8D2E-699F-EA09638A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63" y="3304679"/>
            <a:ext cx="11012437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73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397E-648F-8AEB-64CC-7683F104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029FF4-3E5A-633D-536B-20881854E95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21950-665B-B61A-24F9-D4452C1E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868" y="0"/>
            <a:ext cx="7197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38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28E5-BDC3-8A62-E0EC-7C705198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5A0A56-3333-7C9C-ED68-71D3A39F32D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24DFA-C2B4-4C4C-5128-3201D408C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93731"/>
            <a:ext cx="12192000" cy="51642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36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22A1-791E-86E6-9562-24617AF4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6CAB97-E921-5ABB-E13D-1BCEFE5E53F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7237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4D863-9C7B-01CC-080A-B889DCA5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2C0FB-B79C-9307-1CBD-ECA74D78CA8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820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5134</TotalTime>
  <Words>111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354</cp:revision>
  <dcterms:created xsi:type="dcterms:W3CDTF">2025-04-12T11:00:44Z</dcterms:created>
  <dcterms:modified xsi:type="dcterms:W3CDTF">2025-09-10T16:31:26Z</dcterms:modified>
</cp:coreProperties>
</file>