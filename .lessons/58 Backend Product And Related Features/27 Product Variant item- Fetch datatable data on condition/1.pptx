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00" r:id="rId7"/>
    <p:sldId id="418" r:id="rId8"/>
    <p:sldId id="4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kodun mahiyyətini onu silərək göstərəcəm.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544EB-DFD8-943A-99DA-9F8C34413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432" y="0"/>
            <a:ext cx="6571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olaraq onu belə dəyişin.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0DFBB-997C-E78D-D2DA-DAC4749DB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250" y="0"/>
            <a:ext cx="5211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67F1-4CF7-0BE3-2B67-B0380F31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B0017-17D0-4557-29C4-90389F4B528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Size səhifəsinə daxil olun. Bu zaman COLOR ilə əlaqəli itemləri görəcəyik.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CE273-D907-90D0-486A-1D170AFA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225"/>
            <a:ext cx="12192000" cy="4415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865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CEF4-F7E4-D609-1FB2-92850B3F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0471C-9625-772E-78A1-25E69BC84331}"/>
              </a:ext>
            </a:extLst>
          </p:cNvPr>
          <p:cNvSpPr txBox="1"/>
          <p:nvPr/>
        </p:nvSpPr>
        <p:spPr>
          <a:xfrm>
            <a:off x="217714" y="255046"/>
            <a:ext cx="1175657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Bunun olmaması üçün sorğudan gələn </a:t>
            </a:r>
            <a:r>
              <a:rPr lang="az-Latn-AZ" altLang="en-US" sz="1300" b="1">
                <a:latin typeface="Arial" panose="020B0604020202020204" pitchFamily="34" charset="0"/>
              </a:rPr>
              <a:t>variandİd</a:t>
            </a:r>
            <a:r>
              <a:rPr lang="az-Latn-AZ" altLang="en-US" sz="1300">
                <a:latin typeface="Arial" panose="020B0604020202020204" pitchFamily="34" charset="0"/>
              </a:rPr>
              <a:t> -ni </a:t>
            </a:r>
            <a:r>
              <a:rPr lang="az-Latn-AZ" altLang="en-US" sz="1300" b="1">
                <a:latin typeface="Arial" panose="020B0604020202020204" pitchFamily="34" charset="0"/>
              </a:rPr>
              <a:t>item</a:t>
            </a:r>
            <a:r>
              <a:rPr lang="az-Latn-AZ" altLang="en-US" sz="1300">
                <a:latin typeface="Arial" panose="020B0604020202020204" pitchFamily="34" charset="0"/>
              </a:rPr>
              <a:t> cədvəlində olan `</a:t>
            </a:r>
            <a:r>
              <a:rPr lang="en-US" b="1"/>
              <a:t>product_variant_id</a:t>
            </a:r>
            <a:r>
              <a:rPr lang="az-Latn-AZ" altLang="en-US" sz="1300">
                <a:latin typeface="Arial" panose="020B0604020202020204" pitchFamily="34" charset="0"/>
              </a:rPr>
              <a:t>` ilə müqayisə edirik 1ci slaydda olan kodda.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0399D-7E2E-18BB-A366-F5FD2F32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420"/>
            <a:ext cx="12192000" cy="4391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272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63A0-035F-E7DC-0E4C-3C6EC8FC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75AC1B-243E-C8E3-55F1-608A98E62238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sorğuda olan identifikator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 mövcuddur ancaq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 identifikatoru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olan variant üçün heçnə yoxdur. Deməli heçnə görməməli idik ancaq biz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gördük.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F58EB-CBAE-AE46-17E1-EBAD4312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457"/>
            <a:ext cx="12192000" cy="39569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A75A27-F43F-B788-3977-D0EB9C7CF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3" y="5872909"/>
            <a:ext cx="5182323" cy="943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8DBCA4-5AA9-A60A-F1D0-6AD10A5FE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919" y="5872909"/>
            <a:ext cx="6315698" cy="922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127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Kodu düzəldirik və hər şey işləyir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127C6-90DA-124C-E07E-2EEF131FF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784" y="1066311"/>
            <a:ext cx="6306430" cy="790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43D4F6-5721-20CF-1F53-A54F58A36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09" y="2829123"/>
            <a:ext cx="12192000" cy="34164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0E24B-899E-4277-BBDF-D500957D4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EC2F5-913D-50E4-82C6-900FBC31EC9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731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B11B1-D3E8-9D58-2E43-3D2FE063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F83A03-04DB-D7D6-915C-D71AF5F74AB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097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</TotalTime>
  <Words>87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2025-10-09T09:08:06Z</dcterms:modified>
</cp:coreProperties>
</file>