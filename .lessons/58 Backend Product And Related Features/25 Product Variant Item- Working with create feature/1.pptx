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00" r:id="rId6"/>
    <p:sldId id="417" r:id="rId7"/>
    <p:sldId id="421" r:id="rId8"/>
    <p:sldId id="420" r:id="rId9"/>
    <p:sldId id="41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 altLang="en-US" sz="1400" b="1">
                <a:latin typeface="Arial" panose="020B0604020202020204" pitchFamily="34" charset="0"/>
              </a:rPr>
              <a:t>Product</a:t>
            </a:r>
            <a:r>
              <a:rPr lang="az-Latn-AZ" altLang="en-US" sz="1400">
                <a:latin typeface="Arial" panose="020B0604020202020204" pitchFamily="34" charset="0"/>
              </a:rPr>
              <a:t> haqqında məlumatı onun üçün göndəririk ki, bu məhsulun variantının </a:t>
            </a:r>
            <a:r>
              <a:rPr lang="az-Latn-AZ" altLang="en-US" sz="1400" b="1">
                <a:latin typeface="Arial" panose="020B0604020202020204" pitchFamily="34" charset="0"/>
              </a:rPr>
              <a:t>item</a:t>
            </a:r>
            <a:r>
              <a:rPr lang="az-Latn-AZ" altLang="en-US" sz="1400">
                <a:latin typeface="Arial" panose="020B0604020202020204" pitchFamily="34" charset="0"/>
              </a:rPr>
              <a:t> -ı yaradıldıqdan sonra, `</a:t>
            </a:r>
            <a:r>
              <a:rPr lang="en-US" sz="1400" b="1"/>
              <a:t>products-variant-item.index</a:t>
            </a:r>
            <a:r>
              <a:rPr lang="az-Latn-AZ" altLang="en-US" sz="1400">
                <a:latin typeface="Arial" panose="020B0604020202020204" pitchFamily="34" charset="0"/>
              </a:rPr>
              <a:t>` səhifəsinə özümüzü yönləndirmək üçün həmin item -in hansı məhsula aid olduğunu bu </a:t>
            </a:r>
            <a:r>
              <a:rPr lang="az-Latn-AZ" altLang="en-US" sz="1400" b="1">
                <a:latin typeface="Arial" panose="020B0604020202020204" pitchFamily="34" charset="0"/>
              </a:rPr>
              <a:t>product identifikator </a:t>
            </a:r>
            <a:r>
              <a:rPr lang="az-Latn-AZ" altLang="en-US" sz="1400">
                <a:latin typeface="Arial" panose="020B0604020202020204" pitchFamily="34" charset="0"/>
              </a:rPr>
              <a:t>ilə təyin edə bilək. 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94E54D-5F52-A14B-D58A-406210E59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196" y="1708727"/>
            <a:ext cx="7266804" cy="514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resources\views\admin\product\product-variant-item\create.blade.php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12C253-5FEE-FEA6-CAC5-76EB03FF4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159" y="2309"/>
            <a:ext cx="60688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B5C91-5B1E-4E22-F9D8-FB4BB8684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D5D97F-EB88-205E-BEA4-8E569E2A125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resources\views\admin\product\product-variant-item\create.blade.php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3DDA37-4FC7-CDAA-A022-17AD67DAC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116" y="0"/>
            <a:ext cx="47868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566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7FF87-9BD8-42BC-F5AA-BBE73C20D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2295EF-5582-425D-D339-80C5923C66B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database\migrations\2025_10_09_060254_create_</a:t>
            </a:r>
            <a:r>
              <a:rPr lang="en-US" altLang="en-US" sz="1300" b="1" i="1">
                <a:latin typeface="Arial" panose="020B0604020202020204" pitchFamily="34" charset="0"/>
              </a:rPr>
              <a:t>product_variant_item_controllers</a:t>
            </a:r>
            <a:r>
              <a:rPr lang="en-US" altLang="en-US" sz="1300">
                <a:latin typeface="Arial" panose="020B0604020202020204" pitchFamily="34" charset="0"/>
              </a:rPr>
              <a:t>_table.php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10092B-38FC-09BD-7490-0D5390DFA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945" y="799718"/>
            <a:ext cx="7075055" cy="605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498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5" y="255046"/>
            <a:ext cx="4973122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app\Http\Controllers\Backend\ProductVariantItemController.php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kodda </a:t>
            </a:r>
            <a:r>
              <a:rPr lang="en-US" altLang="en-US" sz="1300" b="1">
                <a:latin typeface="Arial" panose="020B0604020202020204" pitchFamily="34" charset="0"/>
              </a:rPr>
              <a:t>route() </a:t>
            </a:r>
            <a:r>
              <a:rPr lang="en-US" altLang="en-US" sz="1300">
                <a:latin typeface="Arial" panose="020B0604020202020204" pitchFamily="34" charset="0"/>
              </a:rPr>
              <a:t>metodu, istifadəçini müəyyən bir URL-ə yönləndirmək üçün istifadə edilir. 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Burada</a:t>
            </a:r>
            <a:r>
              <a:rPr lang="en-US" altLang="en-US" sz="1300" b="1" i="1">
                <a:latin typeface="Arial" panose="020B0604020202020204" pitchFamily="34" charset="0"/>
              </a:rPr>
              <a:t> 'productId' =&gt; $request-&gt;product_id </a:t>
            </a:r>
            <a:r>
              <a:rPr lang="en-US" altLang="en-US" sz="1300">
                <a:latin typeface="Arial" panose="020B0604020202020204" pitchFamily="34" charset="0"/>
              </a:rPr>
              <a:t>və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 i="1">
                <a:latin typeface="Arial" panose="020B0604020202020204" pitchFamily="34" charset="0"/>
              </a:rPr>
              <a:t>'variantId' =&gt; $request-&gt;variant_id </a:t>
            </a:r>
            <a:r>
              <a:rPr lang="en-US" altLang="en-US" sz="1300">
                <a:latin typeface="Arial" panose="020B0604020202020204" pitchFamily="34" charset="0"/>
              </a:rPr>
              <a:t>hissələri URL-ə əlavə ediləcək dinamik parametrik məlumatları təyin edir.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kod yönləndirmə əməliyyatı ilə əlaqəli olduğu üçün, </a:t>
            </a:r>
            <a:r>
              <a:rPr lang="en-US" altLang="en-US" sz="1300" b="1">
                <a:latin typeface="Arial" panose="020B0604020202020204" pitchFamily="34" charset="0"/>
              </a:rPr>
              <a:t>productId</a:t>
            </a:r>
            <a:r>
              <a:rPr lang="en-US" altLang="en-US" sz="1300">
                <a:latin typeface="Arial" panose="020B0604020202020204" pitchFamily="34" charset="0"/>
              </a:rPr>
              <a:t> və </a:t>
            </a:r>
            <a:r>
              <a:rPr lang="en-US" altLang="en-US" sz="1300" b="1">
                <a:latin typeface="Arial" panose="020B0604020202020204" pitchFamily="34" charset="0"/>
              </a:rPr>
              <a:t>variantId</a:t>
            </a:r>
            <a:r>
              <a:rPr lang="en-US" altLang="en-US" sz="1300">
                <a:latin typeface="Arial" panose="020B0604020202020204" pitchFamily="34" charset="0"/>
              </a:rPr>
              <a:t> parametrləri hansı səhifəyə yönləndiriləcəyini və oradakı məzmunu göstərəcək. Bu parametrlər URL-dən alınaraq istifadə edilə bilər, məsələn, həmin səhifədə göstərilən məhsul və variant məlumatlarını seçmək üçün.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ED4777-4BD4-E7BF-8EA9-4F1C8561F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632" y="877454"/>
            <a:ext cx="6785367" cy="59805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93D3E9-AE02-5570-1D60-A639EF79D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69345"/>
            <a:ext cx="4486901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5864F-75BE-A4DF-6235-FF65F7B15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E92D80-E370-40F8-B502-48E9A62E564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Data yoxdur.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6C9D2F-A47A-C350-5038-AC07B1665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0840"/>
            <a:ext cx="12192000" cy="35363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9707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64137-A93A-27B2-73CF-3E8AC20F9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92D64F-7422-9421-E9A1-43F843D277E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B3C1FC-9E28-BB09-415E-F13DF8EED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176" y="0"/>
            <a:ext cx="5050824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8805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F65AB-2E7A-0548-8EA7-686A7F370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5478EF-C27E-5051-9C19-6050948684E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82D56A-6F01-860C-7800-579D5AFC6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3657"/>
            <a:ext cx="12192000" cy="393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262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C8B54-7E00-0AA2-583D-A6B625090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C3FEB7-33D6-7097-F5EF-62478EFB17B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7077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4605</TotalTime>
  <Words>197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362</cp:revision>
  <dcterms:created xsi:type="dcterms:W3CDTF">2025-04-12T11:00:44Z</dcterms:created>
  <dcterms:modified xsi:type="dcterms:W3CDTF">2025-10-09T08:18:54Z</dcterms:modified>
</cp:coreProperties>
</file>