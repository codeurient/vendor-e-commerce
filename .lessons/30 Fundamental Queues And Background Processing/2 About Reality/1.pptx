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1" r:id="rId2"/>
    <p:sldId id="423" r:id="rId3"/>
    <p:sldId id="425" r:id="rId4"/>
    <p:sldId id="42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44F6-E073-9121-EA7E-681987D0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5E6C2-C963-1E1C-13B5-12E61A27E7B2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Bu slaydda olan və bu slayddan sonrası indilik vacib deyil.... Bunlar həm baş qarışdıran həmdə sonranın mövzularıdır.</a:t>
            </a:r>
            <a:endParaRPr lang="en-US" altLang="en-US" sz="1300" b="1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layihəsini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deploy</a:t>
            </a:r>
            <a:r>
              <a:rPr lang="en-US" altLang="en-US" sz="1300">
                <a:latin typeface="Arial" panose="020B0604020202020204" pitchFamily="34" charset="0"/>
              </a:rPr>
              <a:t> etdikdən sonra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php artisan queue:work </a:t>
            </a:r>
            <a:r>
              <a:rPr lang="en-US" altLang="en-US" sz="1300">
                <a:latin typeface="Arial" panose="020B0604020202020204" pitchFamily="34" charset="0"/>
              </a:rPr>
              <a:t>necə idarə olunur və </a:t>
            </a:r>
            <a:r>
              <a:rPr lang="en-US" altLang="en-US" sz="1300" b="1">
                <a:latin typeface="Arial" panose="020B0604020202020204" pitchFamily="34" charset="0"/>
              </a:rPr>
              <a:t>Queue Worker </a:t>
            </a:r>
            <a:r>
              <a:rPr lang="en-US" altLang="en-US" sz="1300">
                <a:latin typeface="Arial" panose="020B0604020202020204" pitchFamily="34" charset="0"/>
              </a:rPr>
              <a:t>necə daimi işlək vəziyyətdə saxlanılır – bu, hər bir peşəkar Laravel developerin bilməli olduğu məsələdir.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1)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Deploy etdikdən sonra Queue Worker istifadə edilirmi?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Bəli, mütləq istifadə edilir.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layihənizdə </a:t>
            </a:r>
            <a:r>
              <a:rPr lang="en-US" altLang="en-US" sz="1300" b="1">
                <a:latin typeface="Arial" panose="020B0604020202020204" pitchFamily="34" charset="0"/>
              </a:rPr>
              <a:t>background job</a:t>
            </a:r>
            <a:r>
              <a:rPr lang="en-US" altLang="en-US" sz="1300">
                <a:latin typeface="Arial" panose="020B0604020202020204" pitchFamily="34" charset="0"/>
              </a:rPr>
              <a:t>-lar (məsələn: email göndərmək, video emalı, bildiriş göndərmək və s.) varsa, </a:t>
            </a:r>
            <a:r>
              <a:rPr lang="en-US" altLang="en-US" sz="1300" b="1">
                <a:latin typeface="Arial" panose="020B0604020202020204" pitchFamily="34" charset="0"/>
              </a:rPr>
              <a:t>queue:work </a:t>
            </a:r>
            <a:r>
              <a:rPr lang="en-US" altLang="en-US" sz="1300">
                <a:latin typeface="Arial" panose="020B0604020202020204" pitchFamily="34" charset="0"/>
              </a:rPr>
              <a:t>mütləq daimi arxa planda işləməlidir. Əks halda Laravel job-u jobs cədvəlinə yazacaq, amma heç vaxt icra olunmayacaq.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Bəs deploy sonrası terminal yoxdur, queue:work necə işləyəcək?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Deploy etdikdən sonra production mühitdə </a:t>
            </a:r>
            <a:r>
              <a:rPr lang="en-US" altLang="en-US" sz="1300" b="1">
                <a:latin typeface="Arial" panose="020B0604020202020204" pitchFamily="34" charset="0"/>
              </a:rPr>
              <a:t>php artisan queue:work </a:t>
            </a:r>
            <a:r>
              <a:rPr lang="en-US" altLang="en-US" sz="1300">
                <a:latin typeface="Arial" panose="020B0604020202020204" pitchFamily="34" charset="0"/>
              </a:rPr>
              <a:t>avtomatik şəkildə arxa planda işləməlidir.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	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Bunun üçün bir neçə üsul var: </a:t>
            </a:r>
            <a:r>
              <a:rPr lang="az-Latn-AZ" altLang="en-US" sz="1300">
                <a:latin typeface="Arial" panose="020B0604020202020204" pitchFamily="34" charset="0"/>
              </a:rPr>
              <a:t>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39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9F87-BFB8-A1A6-AEE2-CCAD0622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37A59-37E5-6D6B-2F19-C4BA5C499873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1</a:t>
            </a:r>
            <a:r>
              <a:rPr lang="en-US" altLang="en-US" sz="1300" b="1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Supervisor</a:t>
            </a:r>
            <a:r>
              <a:rPr lang="en-US" altLang="en-US" sz="1300">
                <a:latin typeface="Arial" panose="020B0604020202020204" pitchFamily="34" charset="0"/>
              </a:rPr>
              <a:t> (Linux sistemlərdə ən məşhur yol)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Supervisor</a:t>
            </a:r>
            <a:r>
              <a:rPr lang="en-US" altLang="en-US" sz="1300">
                <a:latin typeface="Arial" panose="020B0604020202020204" pitchFamily="34" charset="0"/>
              </a:rPr>
              <a:t> — Linux servis meneceri kimi davranır və arxa planda </a:t>
            </a:r>
            <a:r>
              <a:rPr lang="en-US" altLang="en-US" sz="1300" b="1">
                <a:latin typeface="Arial" panose="020B0604020202020204" pitchFamily="34" charset="0"/>
              </a:rPr>
              <a:t>queue:work </a:t>
            </a:r>
            <a:r>
              <a:rPr lang="en-US" altLang="en-US" sz="1300">
                <a:latin typeface="Arial" panose="020B0604020202020204" pitchFamily="34" charset="0"/>
              </a:rPr>
              <a:t>prosesini avtomatik işlədib, nəzarətdə saxlayır.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2</a:t>
            </a:r>
            <a:r>
              <a:rPr lang="en-US" altLang="en-US" sz="1300" b="1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Laravel Horizon </a:t>
            </a:r>
            <a:r>
              <a:rPr lang="en-US" altLang="en-US" sz="1300">
                <a:latin typeface="Arial" panose="020B0604020202020204" pitchFamily="34" charset="0"/>
              </a:rPr>
              <a:t>(Redis ilə)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Redis istifadə edirsinizsə, </a:t>
            </a:r>
            <a:r>
              <a:rPr lang="en-US" altLang="en-US" sz="1300" b="1">
                <a:latin typeface="Arial" panose="020B0604020202020204" pitchFamily="34" charset="0"/>
              </a:rPr>
              <a:t>php artisan queue:work </a:t>
            </a:r>
            <a:r>
              <a:rPr lang="en-US" altLang="en-US" sz="1300">
                <a:latin typeface="Arial" panose="020B0604020202020204" pitchFamily="34" charset="0"/>
              </a:rPr>
              <a:t>əvəzinə </a:t>
            </a:r>
            <a:r>
              <a:rPr lang="en-US" altLang="en-US" sz="1300" b="1">
                <a:latin typeface="Arial" panose="020B0604020202020204" pitchFamily="34" charset="0"/>
              </a:rPr>
              <a:t>Horizon</a:t>
            </a:r>
            <a:r>
              <a:rPr lang="en-US" altLang="en-US" sz="1300">
                <a:latin typeface="Arial" panose="020B0604020202020204" pitchFamily="34" charset="0"/>
              </a:rPr>
              <a:t> istifadə etmək çox daha yaxşıdır.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3</a:t>
            </a:r>
            <a:r>
              <a:rPr lang="en-US" altLang="en-US" sz="1300" b="1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Systemd Service </a:t>
            </a:r>
            <a:r>
              <a:rPr lang="en-US" altLang="en-US" sz="1300">
                <a:latin typeface="Arial" panose="020B0604020202020204" pitchFamily="34" charset="0"/>
              </a:rPr>
              <a:t>(Alternativ üsul)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Supervisor və ya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CentOS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yoxdursa, </a:t>
            </a:r>
            <a:r>
              <a:rPr lang="az-Latn-AZ" altLang="en-US" sz="1300">
                <a:latin typeface="Arial" panose="020B0604020202020204" pitchFamily="34" charset="0"/>
              </a:rPr>
              <a:t>onda </a:t>
            </a:r>
            <a:r>
              <a:rPr lang="en-US" altLang="en-US" sz="1300">
                <a:latin typeface="Arial" panose="020B0604020202020204" pitchFamily="34" charset="0"/>
              </a:rPr>
              <a:t>Fedora və s. sistemlərdə isə </a:t>
            </a:r>
            <a:r>
              <a:rPr lang="en-US" altLang="en-US" sz="1300" b="1">
                <a:latin typeface="Arial" panose="020B0604020202020204" pitchFamily="34" charset="0"/>
              </a:rPr>
              <a:t>systemd</a:t>
            </a:r>
            <a:r>
              <a:rPr lang="en-US" altLang="en-US" sz="1300">
                <a:latin typeface="Arial" panose="020B0604020202020204" pitchFamily="34" charset="0"/>
              </a:rPr>
              <a:t> servislə bu işi görmək olur.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4</a:t>
            </a:r>
            <a:r>
              <a:rPr lang="az-Latn-AZ" altLang="en-US" sz="1300" b="1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Queue işlədən </a:t>
            </a:r>
            <a:r>
              <a:rPr lang="az-Latn-AZ" altLang="en-US" sz="1300" b="1">
                <a:latin typeface="Arial" panose="020B0604020202020204" pitchFamily="34" charset="0"/>
              </a:rPr>
              <a:t>Cron Job </a:t>
            </a:r>
            <a:r>
              <a:rPr lang="az-Latn-AZ" altLang="en-US" sz="1300">
                <a:latin typeface="Arial" panose="020B0604020202020204" pitchFamily="34" charset="0"/>
              </a:rPr>
              <a:t>yaratmaq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Əgər siz queue istifadə etmək istəyirsiniz, amma </a:t>
            </a:r>
            <a:r>
              <a:rPr lang="az-Latn-AZ" altLang="en-US" sz="1300" b="1" i="1">
                <a:latin typeface="Arial" panose="020B0604020202020204" pitchFamily="34" charset="0"/>
              </a:rPr>
              <a:t>supervisor</a:t>
            </a:r>
            <a:r>
              <a:rPr lang="az-Latn-AZ" altLang="en-US" sz="1300">
                <a:latin typeface="Arial" panose="020B0604020202020204" pitchFamily="34" charset="0"/>
              </a:rPr>
              <a:t> quraşdıra bilmirsinizsə, </a:t>
            </a:r>
            <a:r>
              <a:rPr lang="az-Latn-AZ" altLang="en-US" sz="1300" b="1">
                <a:latin typeface="Arial" panose="020B0604020202020204" pitchFamily="34" charset="0"/>
              </a:rPr>
              <a:t>Cron Job </a:t>
            </a:r>
            <a:r>
              <a:rPr lang="az-Latn-AZ" altLang="en-US" sz="1300">
                <a:latin typeface="Arial" panose="020B0604020202020204" pitchFamily="34" charset="0"/>
              </a:rPr>
              <a:t>ilə Laravel job-ları periodik işlətmək mümkündür.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5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FC83A-4B03-50A3-7D6C-430F6ADD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16E1A-0C63-354D-4DDC-0FD007E679E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133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057C-EE0C-8B2A-A98B-3617E69A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6D091-6FEB-843D-5AA9-1AF6E30FAA6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447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272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389</cp:revision>
  <dcterms:created xsi:type="dcterms:W3CDTF">2025-04-12T11:00:44Z</dcterms:created>
  <dcterms:modified xsi:type="dcterms:W3CDTF">2025-06-05T17:36:30Z</dcterms:modified>
</cp:coreProperties>
</file>