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02" r:id="rId2"/>
    <p:sldId id="403" r:id="rId3"/>
    <p:sldId id="400" r:id="rId4"/>
    <p:sldId id="404" r:id="rId5"/>
    <p:sldId id="405" r:id="rId6"/>
    <p:sldId id="406" r:id="rId7"/>
    <p:sldId id="407" r:id="rId8"/>
    <p:sldId id="408" r:id="rId9"/>
    <p:sldId id="409" r:id="rId10"/>
    <p:sldId id="41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4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1AB92-A397-BC65-20DF-C145E2744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21A0AE-1D66-0150-514C-CE1A6B8F7766}"/>
              </a:ext>
            </a:extLst>
          </p:cNvPr>
          <p:cNvSpPr txBox="1"/>
          <p:nvPr/>
        </p:nvSpPr>
        <p:spPr>
          <a:xfrm>
            <a:off x="217714" y="255046"/>
            <a:ext cx="11756571" cy="5393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100" b="1">
                <a:latin typeface="Arial" panose="020B0604020202020204" pitchFamily="34" charset="0"/>
              </a:rPr>
              <a:t>Queues</a:t>
            </a:r>
            <a:r>
              <a:rPr lang="az-Latn-AZ" altLang="en-US" sz="1100" b="1">
                <a:latin typeface="Arial" panose="020B0604020202020204" pitchFamily="34" charset="0"/>
              </a:rPr>
              <a:t> </a:t>
            </a:r>
            <a:r>
              <a:rPr lang="en-US" altLang="en-US" sz="1100" b="1">
                <a:latin typeface="Arial" panose="020B0604020202020204" pitchFamily="34" charset="0"/>
              </a:rPr>
              <a:t>[ k yu: s] - </a:t>
            </a:r>
            <a:r>
              <a:rPr lang="az-Latn-AZ" altLang="en-US" sz="1100" b="1">
                <a:latin typeface="Arial" panose="020B0604020202020204" pitchFamily="34" charset="0"/>
              </a:rPr>
              <a:t>Növbə</a:t>
            </a:r>
            <a:r>
              <a:rPr lang="az-Latn-AZ" altLang="en-US" sz="1100">
                <a:latin typeface="Arial" panose="020B0604020202020204" pitchFamily="34" charset="0"/>
              </a:rPr>
              <a:t>. 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1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 mövzunun adı</a:t>
            </a:r>
            <a:r>
              <a:rPr kumimoji="0" lang="az-Latn-AZ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lang="en-US" altLang="en-US" sz="1100" b="1">
                <a:solidFill>
                  <a:srgbClr val="FF0000"/>
                </a:solidFill>
                <a:latin typeface="Arial" panose="020B0604020202020204" pitchFamily="34" charset="0"/>
              </a:rPr>
              <a:t>Creating The First Job And Configuring Queues - </a:t>
            </a:r>
            <a:r>
              <a:rPr lang="en-US" altLang="en-US" sz="1100" b="1">
                <a:latin typeface="Arial" panose="020B0604020202020204" pitchFamily="34" charset="0"/>
              </a:rPr>
              <a:t>[  </a:t>
            </a:r>
            <a:r>
              <a:rPr lang="az-Latn-AZ" altLang="en-US" sz="1100" b="1">
                <a:latin typeface="Arial" panose="020B0604020202020204" pitchFamily="34" charset="0"/>
              </a:rPr>
              <a:t>İlk </a:t>
            </a:r>
            <a:r>
              <a:rPr lang="az-Latn-AZ" altLang="en-US" sz="1100" b="1">
                <a:solidFill>
                  <a:srgbClr val="00B050"/>
                </a:solidFill>
                <a:latin typeface="Arial" panose="020B0604020202020204" pitchFamily="34" charset="0"/>
              </a:rPr>
              <a:t>Job</a:t>
            </a:r>
            <a:r>
              <a:rPr lang="az-Latn-AZ" altLang="en-US" sz="1100" b="1">
                <a:latin typeface="Arial" panose="020B0604020202020204" pitchFamily="34" charset="0"/>
              </a:rPr>
              <a:t>-un Yaradılması və </a:t>
            </a:r>
            <a:r>
              <a:rPr lang="az-Latn-AZ" altLang="en-US" sz="1100" b="1">
                <a:solidFill>
                  <a:srgbClr val="0070C0"/>
                </a:solidFill>
                <a:latin typeface="Arial" panose="020B0604020202020204" pitchFamily="34" charset="0"/>
              </a:rPr>
              <a:t>Queue</a:t>
            </a:r>
            <a:r>
              <a:rPr lang="az-Latn-AZ" altLang="en-US" sz="1100" b="1">
                <a:latin typeface="Arial" panose="020B0604020202020204" pitchFamily="34" charset="0"/>
              </a:rPr>
              <a:t>-lərın Konfiqurasiyası</a:t>
            </a:r>
            <a:r>
              <a:rPr lang="en-US" altLang="en-US" sz="1100" b="1">
                <a:latin typeface="Arial" panose="020B0604020202020204" pitchFamily="34" charset="0"/>
              </a:rPr>
              <a:t>  ]</a:t>
            </a:r>
            <a:endParaRPr lang="az-Latn-AZ" altLang="en-US" sz="1100" b="1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100">
                <a:latin typeface="Arial" panose="020B0604020202020204" pitchFamily="34" charset="0"/>
              </a:rPr>
              <a:t>Laravel-də </a:t>
            </a:r>
            <a:r>
              <a:rPr lang="en-US" altLang="en-US" sz="1100" b="1">
                <a:latin typeface="Arial" panose="020B0604020202020204" pitchFamily="34" charset="0"/>
              </a:rPr>
              <a:t>queue</a:t>
            </a:r>
            <a:r>
              <a:rPr lang="en-US" altLang="en-US" sz="1100">
                <a:latin typeface="Arial" panose="020B0604020202020204" pitchFamily="34" charset="0"/>
              </a:rPr>
              <a:t> (növbə) sistemi istifadə olunmaqla, vaxt aparan əməliyyatlar (məsələn, email göndərmək, böyük faylları işləmək və s.) </a:t>
            </a:r>
            <a:r>
              <a:rPr lang="en-US" altLang="en-US" sz="1100" b="1">
                <a:latin typeface="Arial" panose="020B0604020202020204" pitchFamily="34" charset="0"/>
              </a:rPr>
              <a:t>background</a:t>
            </a:r>
            <a:r>
              <a:rPr lang="en-US" altLang="en-US" sz="1100">
                <a:latin typeface="Arial" panose="020B0604020202020204" pitchFamily="34" charset="0"/>
              </a:rPr>
              <a:t>-da, yəni arxa planda icra olunur. Bu, tətbiqin cavabvermə sürətini artırır</a:t>
            </a:r>
            <a:r>
              <a:rPr lang="az-Latn-AZ" altLang="en-US" sz="1100">
                <a:latin typeface="Arial" panose="020B0604020202020204" pitchFamily="34" charset="0"/>
              </a:rPr>
              <a:t>.</a:t>
            </a:r>
            <a:endParaRPr lang="en-US" altLang="en-US" sz="11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100" b="1">
                <a:latin typeface="Arial" panose="020B0604020202020204" pitchFamily="34" charset="0"/>
              </a:rPr>
              <a:t>Queue</a:t>
            </a:r>
            <a:r>
              <a:rPr lang="en-US" altLang="en-US" sz="1100">
                <a:latin typeface="Arial" panose="020B0604020202020204" pitchFamily="34" charset="0"/>
              </a:rPr>
              <a:t>-larla işləməyə başlamaq üçün ilk olaraq bir </a:t>
            </a:r>
            <a:r>
              <a:rPr lang="az-Latn-AZ" altLang="en-US" sz="1100" b="1">
                <a:latin typeface="Arial" panose="020B0604020202020204" pitchFamily="34" charset="0"/>
              </a:rPr>
              <a:t>JOB</a:t>
            </a:r>
            <a:r>
              <a:rPr lang="en-US" altLang="en-US" sz="1100">
                <a:latin typeface="Arial" panose="020B0604020202020204" pitchFamily="34" charset="0"/>
              </a:rPr>
              <a:t> (iş) yaradılır, sonra isə </a:t>
            </a:r>
            <a:r>
              <a:rPr lang="en-US" altLang="en-US" sz="1100" b="1">
                <a:latin typeface="Arial" panose="020B0604020202020204" pitchFamily="34" charset="0"/>
              </a:rPr>
              <a:t>.env </a:t>
            </a:r>
            <a:r>
              <a:rPr lang="en-US" altLang="en-US" sz="1100">
                <a:latin typeface="Arial" panose="020B0604020202020204" pitchFamily="34" charset="0"/>
              </a:rPr>
              <a:t>və </a:t>
            </a:r>
            <a:r>
              <a:rPr lang="en-US" altLang="en-US" sz="1100" b="1">
                <a:latin typeface="Arial" panose="020B0604020202020204" pitchFamily="34" charset="0"/>
              </a:rPr>
              <a:t>config/queue.php </a:t>
            </a:r>
            <a:r>
              <a:rPr lang="en-US" altLang="en-US" sz="1100">
                <a:latin typeface="Arial" panose="020B0604020202020204" pitchFamily="34" charset="0"/>
              </a:rPr>
              <a:t>fayllarında uyğun konfiqurasiyalar aparılır. Bu konfiqurasiya nəticəsində Laravel</a:t>
            </a:r>
            <a:r>
              <a:rPr lang="az-Latn-AZ" altLang="en-US" sz="1100">
                <a:latin typeface="Arial" panose="020B0604020202020204" pitchFamily="34" charset="0"/>
              </a:rPr>
              <a:t>,</a:t>
            </a:r>
            <a:r>
              <a:rPr lang="en-US" altLang="en-US" sz="1100">
                <a:latin typeface="Arial" panose="020B0604020202020204" pitchFamily="34" charset="0"/>
              </a:rPr>
              <a:t> </a:t>
            </a:r>
            <a:r>
              <a:rPr lang="az-Latn-AZ" altLang="en-US" sz="1100" b="1">
                <a:latin typeface="Arial" panose="020B0604020202020204" pitchFamily="34" charset="0"/>
              </a:rPr>
              <a:t>JOB</a:t>
            </a:r>
            <a:r>
              <a:rPr lang="en-US" altLang="en-US" sz="1100">
                <a:latin typeface="Arial" panose="020B0604020202020204" pitchFamily="34" charset="0"/>
              </a:rPr>
              <a:t>-ları növbəyə əlavə edir və </a:t>
            </a:r>
            <a:r>
              <a:rPr lang="az-Latn-AZ" altLang="en-US" sz="1100">
                <a:latin typeface="Arial" panose="020B0604020202020204" pitchFamily="34" charset="0"/>
              </a:rPr>
              <a:t>proses </a:t>
            </a:r>
            <a:r>
              <a:rPr lang="en-US" altLang="en-US" sz="1100">
                <a:latin typeface="Arial" panose="020B0604020202020204" pitchFamily="34" charset="0"/>
              </a:rPr>
              <a:t>arxa planda icra </a:t>
            </a:r>
            <a:r>
              <a:rPr lang="az-Latn-AZ" altLang="en-US" sz="1100">
                <a:latin typeface="Arial" panose="020B0604020202020204" pitchFamily="34" charset="0"/>
              </a:rPr>
              <a:t>edilir</a:t>
            </a:r>
            <a:r>
              <a:rPr lang="en-US" altLang="en-US" sz="1100">
                <a:latin typeface="Arial" panose="020B0604020202020204" pitchFamily="34" charset="0"/>
              </a:rPr>
              <a:t>.</a:t>
            </a:r>
            <a:endParaRPr lang="az-Latn-AZ" altLang="en-US" sz="11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1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100">
              <a:latin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AutoNum type="alphaLcParenR"/>
            </a:pPr>
            <a:r>
              <a:rPr lang="pt-BR" altLang="en-US" sz="1100" b="1">
                <a:solidFill>
                  <a:srgbClr val="FF0000"/>
                </a:solidFill>
                <a:latin typeface="Arial" panose="020B0604020202020204" pitchFamily="34" charset="0"/>
              </a:rPr>
              <a:t>config/queue.php nədir?</a:t>
            </a:r>
            <a:endParaRPr lang="az-Latn-AZ" altLang="en-US" sz="1100" b="1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AutoNum type="alphaLcParenR"/>
            </a:pPr>
            <a:endParaRPr kumimoji="0" lang="az-Latn-AZ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az-Latn-AZ" altLang="en-US" sz="1100">
                <a:latin typeface="Arial" panose="020B0604020202020204" pitchFamily="34" charset="0"/>
              </a:rPr>
              <a:t>Bu fayl Laravel-də queue sisteminin bütün konfiqurasiya parametrlərini ehtiva edir. Burada aşağıdakılar təyin edilir: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z-Latn-AZ" altLang="en-US" sz="1100">
                <a:latin typeface="Arial" panose="020B0604020202020204" pitchFamily="34" charset="0"/>
              </a:rPr>
              <a:t>Əsas queue driver (sync, database, redis, sqs, və s.)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z-Latn-AZ" altLang="en-US" sz="1100">
                <a:latin typeface="Arial" panose="020B0604020202020204" pitchFamily="34" charset="0"/>
              </a:rPr>
              <a:t>Queue bağlantılarının konfiqurasiyası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z-Latn-AZ" altLang="en-US" sz="1100">
                <a:latin typeface="Arial" panose="020B0604020202020204" pitchFamily="34" charset="0"/>
              </a:rPr>
              <a:t>Failed job-lar üçün storage parametrləri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az-Latn-AZ" altLang="en-US" sz="11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az-Latn-AZ" altLang="en-US" sz="1100" b="1">
                <a:latin typeface="Arial" panose="020B0604020202020204" pitchFamily="34" charset="0"/>
              </a:rPr>
              <a:t>Məsələn</a:t>
            </a:r>
            <a:r>
              <a:rPr lang="az-Latn-AZ" altLang="en-US" sz="1100">
                <a:latin typeface="Arial" panose="020B0604020202020204" pitchFamily="34" charset="0"/>
              </a:rPr>
              <a:t>: Bu sətr vasitəsilə Laravel hansı </a:t>
            </a:r>
            <a:r>
              <a:rPr lang="az-Latn-AZ" altLang="en-US" sz="1100" b="1">
                <a:latin typeface="Arial" panose="020B0604020202020204" pitchFamily="34" charset="0"/>
              </a:rPr>
              <a:t>queue driverindən </a:t>
            </a:r>
            <a:r>
              <a:rPr lang="az-Latn-AZ" altLang="en-US" sz="1100">
                <a:latin typeface="Arial" panose="020B0604020202020204" pitchFamily="34" charset="0"/>
              </a:rPr>
              <a:t>istifadə etməli olduğunu öyrənir.</a:t>
            </a:r>
            <a:endParaRPr kumimoji="0" lang="az-Latn-AZ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AutoNum type="alphaLcParenR"/>
            </a:pPr>
            <a:endParaRPr kumimoji="0" lang="en-US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FF9D54-0784-6F93-AA83-50C86C93F4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14" y="5464644"/>
            <a:ext cx="3753374" cy="533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611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13FCC-E5C4-2350-20C6-89DF22D1F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782941-0DB4-B0DA-A36A-31CA5EC69992}"/>
              </a:ext>
            </a:extLst>
          </p:cNvPr>
          <p:cNvSpPr txBox="1"/>
          <p:nvPr/>
        </p:nvSpPr>
        <p:spPr>
          <a:xfrm>
            <a:off x="217714" y="255046"/>
            <a:ext cx="11756571" cy="6056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b) </a:t>
            </a:r>
            <a:r>
              <a:rPr lang="en-US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'default' =&gt; env('QUEUE_CONNECTION', 'sync') </a:t>
            </a:r>
            <a:r>
              <a:rPr lang="en-US" altLang="en-US" sz="1300">
                <a:latin typeface="Arial" panose="020B0604020202020204" pitchFamily="34" charset="0"/>
              </a:rPr>
              <a:t>nəyi ifadə edir?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Bu sətr deyir ki</a:t>
            </a:r>
            <a:r>
              <a:rPr lang="en-US" altLang="en-US" sz="1300">
                <a:latin typeface="Arial" panose="020B0604020202020204" pitchFamily="34" charset="0"/>
              </a:rPr>
              <a:t>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Əgər </a:t>
            </a:r>
            <a:r>
              <a:rPr lang="en-US" altLang="en-US" sz="1300" b="1">
                <a:latin typeface="Arial" panose="020B0604020202020204" pitchFamily="34" charset="0"/>
              </a:rPr>
              <a:t>.env </a:t>
            </a:r>
            <a:r>
              <a:rPr lang="en-US" altLang="en-US" sz="1300">
                <a:latin typeface="Arial" panose="020B0604020202020204" pitchFamily="34" charset="0"/>
              </a:rPr>
              <a:t>faylında </a:t>
            </a:r>
            <a:r>
              <a:rPr lang="en-US" altLang="en-US" sz="1300" b="1">
                <a:latin typeface="Arial" panose="020B0604020202020204" pitchFamily="34" charset="0"/>
              </a:rPr>
              <a:t>QUEUE_CONNECTION </a:t>
            </a:r>
            <a:r>
              <a:rPr lang="en-US" altLang="en-US" sz="1300">
                <a:latin typeface="Arial" panose="020B0604020202020204" pitchFamily="34" charset="0"/>
              </a:rPr>
              <a:t>təyin olunubsa, onun dəyəri istifadə olunsun.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Əgər yoxdursa, </a:t>
            </a:r>
            <a:r>
              <a:rPr lang="en-US" altLang="en-US" sz="1300" b="1">
                <a:latin typeface="Arial" panose="020B0604020202020204" pitchFamily="34" charset="0"/>
              </a:rPr>
              <a:t>default</a:t>
            </a:r>
            <a:r>
              <a:rPr lang="en-US" altLang="en-US" sz="1300">
                <a:latin typeface="Arial" panose="020B0604020202020204" pitchFamily="34" charset="0"/>
              </a:rPr>
              <a:t> olaraq </a:t>
            </a:r>
            <a:r>
              <a:rPr lang="en-US" altLang="en-US" sz="1300" b="1">
                <a:latin typeface="Arial" panose="020B0604020202020204" pitchFamily="34" charset="0"/>
              </a:rPr>
              <a:t>sync</a:t>
            </a:r>
            <a:r>
              <a:rPr lang="en-US" altLang="en-US" sz="1300">
                <a:latin typeface="Arial" panose="020B0604020202020204" pitchFamily="34" charset="0"/>
              </a:rPr>
              <a:t> seçilsin.</a:t>
            </a:r>
            <a:endParaRPr lang="az-Latn-AZ" altLang="en-US" sz="1300">
              <a:latin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sync</a:t>
            </a:r>
            <a:r>
              <a:rPr lang="en-US" altLang="en-US" sz="1300">
                <a:latin typeface="Arial" panose="020B0604020202020204" pitchFamily="34" charset="0"/>
              </a:rPr>
              <a:t> driveri</a:t>
            </a:r>
            <a:r>
              <a:rPr lang="az-Latn-AZ" altLang="en-US" sz="1300">
                <a:latin typeface="Arial" panose="020B0604020202020204" pitchFamily="34" charset="0"/>
              </a:rPr>
              <a:t>,</a:t>
            </a:r>
            <a:r>
              <a:rPr lang="en-US" altLang="en-US" sz="1300">
                <a:latin typeface="Arial" panose="020B0604020202020204" pitchFamily="34" charset="0"/>
              </a:rPr>
              <a:t> Laravel-ə </a:t>
            </a:r>
            <a:r>
              <a:rPr lang="en-US" altLang="en-US" sz="1300" b="1">
                <a:latin typeface="Arial" panose="020B0604020202020204" pitchFamily="34" charset="0"/>
              </a:rPr>
              <a:t>background task </a:t>
            </a:r>
            <a:r>
              <a:rPr lang="en-US" altLang="en-US" sz="1300">
                <a:latin typeface="Arial" panose="020B0604020202020204" pitchFamily="34" charset="0"/>
              </a:rPr>
              <a:t>yerinə, işi dərhal yerinə yetirməsini deyir.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c) </a:t>
            </a:r>
            <a:r>
              <a:rPr lang="en-US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.env </a:t>
            </a:r>
            <a:r>
              <a:rPr lang="en-US" altLang="en-US" sz="1300">
                <a:latin typeface="Arial" panose="020B0604020202020204" pitchFamily="34" charset="0"/>
              </a:rPr>
              <a:t>faylında </a:t>
            </a:r>
            <a:r>
              <a:rPr lang="en-US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QUEUE_CONNECTION=sync </a:t>
            </a:r>
            <a:r>
              <a:rPr lang="en-US" altLang="en-US" sz="1300">
                <a:latin typeface="Arial" panose="020B0604020202020204" pitchFamily="34" charset="0"/>
              </a:rPr>
              <a:t>nədir və bunu </a:t>
            </a:r>
            <a:r>
              <a:rPr lang="en-US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database</a:t>
            </a:r>
            <a:r>
              <a:rPr lang="en-US" altLang="en-US" sz="1300">
                <a:latin typeface="Arial" panose="020B0604020202020204" pitchFamily="34" charset="0"/>
              </a:rPr>
              <a:t> olaraq dəyişsə</a:t>
            </a:r>
            <a:r>
              <a:rPr lang="az-Latn-AZ" altLang="en-US" sz="1300">
                <a:latin typeface="Arial" panose="020B0604020202020204" pitchFamily="34" charset="0"/>
              </a:rPr>
              <a:t>k</a:t>
            </a:r>
            <a:r>
              <a:rPr lang="en-US" altLang="en-US" sz="1300">
                <a:latin typeface="Arial" panose="020B0604020202020204" pitchFamily="34" charset="0"/>
              </a:rPr>
              <a:t> nə olar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 b="1">
                <a:latin typeface="Arial" panose="020B0604020202020204" pitchFamily="34" charset="0"/>
              </a:rPr>
              <a:t>QUEUE_CONNECTION=sync </a:t>
            </a:r>
            <a:r>
              <a:rPr lang="en-US" altLang="en-US" sz="1300">
                <a:latin typeface="Arial" panose="020B0604020202020204" pitchFamily="34" charset="0"/>
              </a:rPr>
              <a:t>olarsa, </a:t>
            </a:r>
            <a:r>
              <a:rPr lang="en-US" altLang="en-US" sz="1300" b="1">
                <a:latin typeface="Arial" panose="020B0604020202020204" pitchFamily="34" charset="0"/>
              </a:rPr>
              <a:t>job</a:t>
            </a:r>
            <a:r>
              <a:rPr lang="en-US" altLang="en-US" sz="1300">
                <a:latin typeface="Arial" panose="020B0604020202020204" pitchFamily="34" charset="0"/>
              </a:rPr>
              <a:t> dərhal yerinə yetirilir.</a:t>
            </a:r>
            <a:endParaRPr lang="az-Latn-AZ" altLang="en-US" sz="1300"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sz="1300"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 b="1">
                <a:latin typeface="Arial" panose="020B0604020202020204" pitchFamily="34" charset="0"/>
              </a:rPr>
              <a:t>QUEUE_CONNECTION=database </a:t>
            </a:r>
            <a:r>
              <a:rPr lang="en-US" altLang="en-US" sz="1300">
                <a:latin typeface="Arial" panose="020B0604020202020204" pitchFamily="34" charset="0"/>
              </a:rPr>
              <a:t>etsəniz:</a:t>
            </a: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 b="1">
                <a:latin typeface="Arial" panose="020B0604020202020204" pitchFamily="34" charset="0"/>
              </a:rPr>
              <a:t>Job</a:t>
            </a:r>
            <a:r>
              <a:rPr lang="en-US" altLang="en-US" sz="1300">
                <a:latin typeface="Arial" panose="020B0604020202020204" pitchFamily="34" charset="0"/>
              </a:rPr>
              <a:t>-lar </a:t>
            </a:r>
            <a:r>
              <a:rPr lang="az-Latn-AZ" altLang="en-US" sz="1300" b="1">
                <a:latin typeface="Arial" panose="020B0604020202020204" pitchFamily="34" charset="0"/>
              </a:rPr>
              <a:t>DB</a:t>
            </a:r>
            <a:r>
              <a:rPr lang="az-Latn-AZ" altLang="en-US" sz="1300">
                <a:latin typeface="Arial" panose="020B0604020202020204" pitchFamily="34" charset="0"/>
              </a:rPr>
              <a:t> -dəki </a:t>
            </a:r>
            <a:r>
              <a:rPr lang="az-Latn-AZ" altLang="en-US" sz="1300" b="1">
                <a:latin typeface="Arial" panose="020B0604020202020204" pitchFamily="34" charset="0"/>
              </a:rPr>
              <a:t>JOBS</a:t>
            </a:r>
            <a:r>
              <a:rPr lang="en-US" altLang="en-US" sz="1300">
                <a:latin typeface="Arial" panose="020B0604020202020204" pitchFamily="34" charset="0"/>
              </a:rPr>
              <a:t> cədvəlinə yazılır.</a:t>
            </a:r>
            <a:r>
              <a:rPr lang="az-Latn-AZ" altLang="en-US" sz="1300">
                <a:latin typeface="Arial" panose="020B0604020202020204" pitchFamily="34" charset="0"/>
              </a:rPr>
              <a:t> ( Növbəti slaydda bu cədvəli yaradacağıq )</a:t>
            </a:r>
            <a:endParaRPr lang="en-US" altLang="en-US" sz="1300">
              <a:latin typeface="Arial" panose="020B0604020202020204" pitchFamily="34" charset="0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>
                <a:latin typeface="Arial" panose="020B0604020202020204" pitchFamily="34" charset="0"/>
              </a:rPr>
              <a:t>Ayrı </a:t>
            </a:r>
            <a:r>
              <a:rPr lang="en-US" altLang="en-US" sz="1300" b="1">
                <a:latin typeface="Arial" panose="020B0604020202020204" pitchFamily="34" charset="0"/>
              </a:rPr>
              <a:t>queue worker </a:t>
            </a:r>
            <a:r>
              <a:rPr lang="en-US" altLang="en-US" sz="1300">
                <a:latin typeface="Arial" panose="020B0604020202020204" pitchFamily="34" charset="0"/>
              </a:rPr>
              <a:t>bu cədvəldən </a:t>
            </a:r>
            <a:r>
              <a:rPr lang="en-US" altLang="en-US" sz="1300" b="1">
                <a:latin typeface="Arial" panose="020B0604020202020204" pitchFamily="34" charset="0"/>
              </a:rPr>
              <a:t>job</a:t>
            </a:r>
            <a:r>
              <a:rPr lang="en-US" altLang="en-US" sz="1300">
                <a:latin typeface="Arial" panose="020B0604020202020204" pitchFamily="34" charset="0"/>
              </a:rPr>
              <a:t>-ları götürüb icra ed</a:t>
            </a:r>
            <a:r>
              <a:rPr lang="az-Latn-AZ" altLang="en-US" sz="1300">
                <a:latin typeface="Arial" panose="020B0604020202020204" pitchFamily="34" charset="0"/>
              </a:rPr>
              <a:t>əcək</a:t>
            </a:r>
            <a:r>
              <a:rPr lang="en-US" altLang="en-US" sz="1300">
                <a:latin typeface="Arial" panose="020B0604020202020204" pitchFamily="34" charset="0"/>
              </a:rPr>
              <a:t>.</a:t>
            </a:r>
            <a:endParaRPr lang="az-Latn-AZ" altLang="en-US" sz="13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7607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3956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fr-FR" altLang="en-US" sz="1300">
                <a:latin typeface="Arial" panose="020B0604020202020204" pitchFamily="34" charset="0"/>
              </a:rPr>
              <a:t>d) </a:t>
            </a:r>
            <a:r>
              <a:rPr lang="fr-FR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php artisan queue:table </a:t>
            </a:r>
            <a:r>
              <a:rPr lang="fr-FR" altLang="en-US" sz="1300">
                <a:latin typeface="Arial" panose="020B0604020202020204" pitchFamily="34" charset="0"/>
              </a:rPr>
              <a:t>nə edir?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Bu komanda </a:t>
            </a:r>
            <a:r>
              <a:rPr lang="az-Latn-AZ" altLang="en-US" sz="1300" b="1">
                <a:latin typeface="Arial" panose="020B0604020202020204" pitchFamily="34" charset="0"/>
              </a:rPr>
              <a:t>jobs</a:t>
            </a:r>
            <a:r>
              <a:rPr lang="az-Latn-AZ" altLang="en-US" sz="1300">
                <a:latin typeface="Arial" panose="020B0604020202020204" pitchFamily="34" charset="0"/>
              </a:rPr>
              <a:t> cədvəlini yaratmaq üçün bir </a:t>
            </a:r>
            <a:r>
              <a:rPr lang="az-Latn-AZ" altLang="en-US" sz="1300" b="1">
                <a:latin typeface="Arial" panose="020B0604020202020204" pitchFamily="34" charset="0"/>
              </a:rPr>
              <a:t>migration</a:t>
            </a:r>
            <a:r>
              <a:rPr lang="az-Latn-AZ" altLang="en-US" sz="1300">
                <a:latin typeface="Arial" panose="020B0604020202020204" pitchFamily="34" charset="0"/>
              </a:rPr>
              <a:t> faylı generasiya edir. Məsələn: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Nəticədə bu fayl yaranır</a:t>
            </a:r>
            <a:r>
              <a:rPr lang="en-US" altLang="en-US" sz="1300">
                <a:latin typeface="Arial" panose="020B0604020202020204" pitchFamily="34" charset="0"/>
              </a:rPr>
              <a:t>: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Cədvəl strukturu belədir</a:t>
            </a:r>
            <a:r>
              <a:rPr lang="en-US" altLang="en-US" sz="1300">
                <a:latin typeface="Arial" panose="020B0604020202020204" pitchFamily="34" charset="0"/>
              </a:rPr>
              <a:t>:</a:t>
            </a:r>
            <a:r>
              <a:rPr lang="az-Latn-AZ" altLang="en-US" sz="1300">
                <a:latin typeface="Arial" panose="020B0604020202020204" pitchFamily="34" charset="0"/>
              </a:rPr>
              <a:t> Bu cədvəl background-da işləməli olan job-ları saxlayır.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538C96-38B9-B67D-319C-69B61E47F6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14" y="1448771"/>
            <a:ext cx="2124371" cy="54300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A1643BE-18CE-F735-D693-4A63910E44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714" y="2799076"/>
            <a:ext cx="4925112" cy="5430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C8BB97-6883-C45A-0EB7-3284B4120E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714" y="4259477"/>
            <a:ext cx="6315956" cy="2343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24183-FF1A-1435-BD85-8A3431595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79D78A1-3717-21B1-DEFD-BDCDF9C91B71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777231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4E59B-9C92-E86F-44B6-102B840BB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AD003A6-A359-73FE-05FD-602BBD79BDA7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704472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B322A-0ADF-984E-1031-0752DCB27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B51AC5C-F24D-EFD7-4F7A-F27DD6F3E268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009082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407B1-4FA5-1F8D-D2B0-B39756553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412AF3-26EA-9AAB-D8BA-81F7D0298DE4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793663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90328-B8E1-3974-80C2-285DCC6BB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E3535B-F79B-64C5-57E7-E348D7EE5569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596938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0C8A2D-63C4-80E3-A11D-E0234D2F0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7BC3999-BA4F-4672-E57D-445CDDF86B0F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28326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96636-95FB-8379-1524-B9F7999C8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B3571E7-04E8-1248-0B10-6DE3D04EEA0D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08170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2458</TotalTime>
  <Words>345</Words>
  <Application>Microsoft Office PowerPoint</Application>
  <PresentationFormat>Widescreen</PresentationFormat>
  <Paragraphs>58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338</cp:revision>
  <dcterms:created xsi:type="dcterms:W3CDTF">2025-04-12T11:00:44Z</dcterms:created>
  <dcterms:modified xsi:type="dcterms:W3CDTF">2025-06-04T21:45:50Z</dcterms:modified>
</cp:coreProperties>
</file>