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00" r:id="rId4"/>
    <p:sldId id="415" r:id="rId5"/>
    <p:sldId id="416" r:id="rId6"/>
    <p:sldId id="417" r:id="rId7"/>
    <p:sldId id="418" r:id="rId8"/>
    <p:sldId id="419" r:id="rId9"/>
    <p:sldId id="42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-1" y="64652"/>
            <a:ext cx="12192001" cy="33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Bu yazılan kod </a:t>
            </a:r>
            <a:r>
              <a:rPr lang="az-Latn-AZ" altLang="en-US" sz="1200">
                <a:latin typeface="Arial" panose="020B0604020202020204" pitchFamily="34" charset="0"/>
              </a:rPr>
              <a:t>ilə, </a:t>
            </a:r>
            <a:r>
              <a:rPr lang="en-US" altLang="en-US" sz="1200" b="1">
                <a:latin typeface="Arial" panose="020B0604020202020204" pitchFamily="34" charset="0"/>
              </a:rPr>
              <a:t>admin panelində </a:t>
            </a:r>
            <a:r>
              <a:rPr lang="en-US" altLang="en-US" sz="1200">
                <a:latin typeface="Arial" panose="020B0604020202020204" pitchFamily="34" charset="0"/>
              </a:rPr>
              <a:t>hansı səhifədə olduğu</a:t>
            </a:r>
            <a:r>
              <a:rPr lang="az-Latn-AZ" altLang="en-US" sz="1200">
                <a:latin typeface="Arial" panose="020B0604020202020204" pitchFamily="34" charset="0"/>
              </a:rPr>
              <a:t>muzu</a:t>
            </a:r>
            <a:r>
              <a:rPr lang="en-US" altLang="en-US" sz="1200">
                <a:latin typeface="Arial" panose="020B0604020202020204" pitchFamily="34" charset="0"/>
              </a:rPr>
              <a:t> göstərmək üçün menyudakı </a:t>
            </a:r>
            <a:r>
              <a:rPr lang="en-US" altLang="en-US" sz="1200" b="1">
                <a:latin typeface="Arial" panose="020B0604020202020204" pitchFamily="34" charset="0"/>
              </a:rPr>
              <a:t>aktiv</a:t>
            </a:r>
            <a:r>
              <a:rPr lang="en-US" altLang="en-US" sz="1200">
                <a:latin typeface="Arial" panose="020B0604020202020204" pitchFamily="34" charset="0"/>
              </a:rPr>
              <a:t> bölməni </a:t>
            </a:r>
            <a:r>
              <a:rPr lang="en-US" altLang="en-US" sz="1200" b="1">
                <a:latin typeface="Arial" panose="020B0604020202020204" pitchFamily="34" charset="0"/>
              </a:rPr>
              <a:t>avtomatik</a:t>
            </a:r>
            <a:r>
              <a:rPr lang="en-US" altLang="en-US" sz="1200">
                <a:latin typeface="Arial" panose="020B0604020202020204" pitchFamily="34" charset="0"/>
              </a:rPr>
              <a:t> seçmək məqsədilə istifadə </a:t>
            </a:r>
            <a:r>
              <a:rPr lang="az-Latn-AZ" altLang="en-US" sz="1200">
                <a:latin typeface="Arial" panose="020B0604020202020204" pitchFamily="34" charset="0"/>
              </a:rPr>
              <a:t>edilən </a:t>
            </a:r>
            <a:r>
              <a:rPr lang="az-Latn-AZ" altLang="en-US" sz="1200" b="1">
                <a:latin typeface="Arial" panose="020B0604020202020204" pitchFamily="34" charset="0"/>
              </a:rPr>
              <a:t>HELPER</a:t>
            </a:r>
            <a:r>
              <a:rPr lang="az-Latn-AZ" altLang="en-US" sz="1200">
                <a:latin typeface="Arial" panose="020B0604020202020204" pitchFamily="34" charset="0"/>
              </a:rPr>
              <a:t> yazırıq.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131723-0482-7694-CA06-B930F177F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85648"/>
            <a:ext cx="12192000" cy="637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056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1. </a:t>
            </a:r>
            <a:r>
              <a:rPr lang="en-US" altLang="en-US" sz="1300" b="1">
                <a:latin typeface="Arial" panose="020B0604020202020204" pitchFamily="34" charset="0"/>
              </a:rPr>
              <a:t>app\Helper\helpers.php </a:t>
            </a:r>
            <a:r>
              <a:rPr lang="en-US" altLang="en-US" sz="1300">
                <a:latin typeface="Arial" panose="020B0604020202020204" pitchFamily="34" charset="0"/>
              </a:rPr>
              <a:t>faylı yaratmaq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>
                <a:latin typeface="Arial" panose="020B0604020202020204" pitchFamily="34" charset="0"/>
              </a:rPr>
              <a:t>Bu faylın içində öz funksiyalarımızı yığırıq.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>
                <a:latin typeface="Arial" panose="020B0604020202020204" pitchFamily="34" charset="0"/>
              </a:rPr>
              <a:t>Yəni Laravel-də hər dəfə eyni kodu yazmamaq üçün bir dəfə yazıb, sonra hər yerdə çağırmaq olur.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>
                <a:latin typeface="Arial" panose="020B0604020202020204" pitchFamily="34" charset="0"/>
              </a:rPr>
              <a:t>Məsələn: "bir dəfə resept yazırsan, sonra hər dəfə yemək bişirmək üçün ondan istifadə edirsən."</a:t>
            </a:r>
            <a:br>
              <a:rPr lang="az-Latn-AZ" altLang="en-US" sz="1300">
                <a:latin typeface="Arial" panose="020B0604020202020204" pitchFamily="34" charset="0"/>
              </a:rPr>
            </a:b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5156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2. composer.json faylında dəyişiklik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Burada belə əlavə edirik: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nə deməkdir?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Composer-ə deyirik ki, "mənim helpers.php faylım var, hər dəfə layihə işə düşəndə onu avtomatik oxu."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Beləliklə, o fayldakı funksiyaları hər yerdə rahatça istifadə edə bilirik.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2FB8FB-4995-5ABB-D46C-BD4293059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358809"/>
            <a:ext cx="2600688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27F03-0B20-D06A-42F1-B90363148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51AA46-5041-EE61-E40F-015B47FD853B}"/>
              </a:ext>
            </a:extLst>
          </p:cNvPr>
          <p:cNvSpPr txBox="1"/>
          <p:nvPr/>
        </p:nvSpPr>
        <p:spPr>
          <a:xfrm>
            <a:off x="217714" y="255046"/>
            <a:ext cx="11756571" cy="3056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3. Terminalda composer dump-autoload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Bu komanda Composer-ə yenidən siyahı düzəlt deməkdir.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Yəni ona xəbər veririk: "mən yeni fayl əlavə etdim, bir yoxla və yadda saxla."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Bu olmadan dəyişiklik işə düşməz.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647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DF02D-35C5-FAC2-FF4D-29847F63A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DCB75F-B5DF-0B1F-DE37-C4E7A486F39B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4. </a:t>
            </a:r>
            <a:r>
              <a:rPr lang="en-US" altLang="en-US" sz="1300" b="1">
                <a:latin typeface="Arial" panose="020B0604020202020204" pitchFamily="34" charset="0"/>
              </a:rPr>
              <a:t>app\Helper\helpers.php </a:t>
            </a:r>
            <a:r>
              <a:rPr lang="en-US" altLang="en-US" sz="1300">
                <a:latin typeface="Arial" panose="020B0604020202020204" pitchFamily="34" charset="0"/>
              </a:rPr>
              <a:t>faylındakı funksiya</a:t>
            </a:r>
            <a:br>
              <a:rPr lang="az-Latn-AZ" altLang="en-US" sz="1300">
                <a:latin typeface="Arial" panose="020B0604020202020204" pitchFamily="34" charset="0"/>
              </a:rPr>
            </a:br>
            <a:br>
              <a:rPr lang="az-Latn-AZ" altLang="en-US" sz="1300">
                <a:latin typeface="Arial" panose="020B0604020202020204" pitchFamily="34" charset="0"/>
              </a:rPr>
            </a:br>
            <a:br>
              <a:rPr lang="az-Latn-AZ" altLang="en-US" sz="1300">
                <a:latin typeface="Arial" panose="020B0604020202020204" pitchFamily="34" charset="0"/>
              </a:rPr>
            </a:br>
            <a:br>
              <a:rPr lang="az-Latn-AZ" altLang="en-US" sz="1300">
                <a:latin typeface="Arial" panose="020B0604020202020204" pitchFamily="34" charset="0"/>
              </a:rPr>
            </a:b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funksiya nə edir?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Menyuda hansı səhifədəsənsə, həmin menyu “işarələnmiş” olsun deyə kömək edir.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Məsələn: “Category” səhifəsindəsənsə, menyudakı Category qırmızı və ya mavi olur.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Yəni istifadəçiyə göstərir ki, “sən hazırda burdasan”.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A3C46-EAA6-7E8D-194F-CCE1F8945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130256"/>
            <a:ext cx="3267531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979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E69B1-72ED-9CF4-0BAF-59F6C8F31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C0A02D-65CB-90A2-384C-AAF99BDD56C5}"/>
              </a:ext>
            </a:extLst>
          </p:cNvPr>
          <p:cNvSpPr txBox="1"/>
          <p:nvPr/>
        </p:nvSpPr>
        <p:spPr>
          <a:xfrm>
            <a:off x="217714" y="255046"/>
            <a:ext cx="11756571" cy="4256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5. </a:t>
            </a:r>
            <a:r>
              <a:rPr lang="en-US" altLang="en-US" sz="1300" b="1">
                <a:latin typeface="Arial" panose="020B0604020202020204" pitchFamily="34" charset="0"/>
              </a:rPr>
              <a:t>resources\views\admin\layouts\sidebar.blade.php </a:t>
            </a:r>
            <a:r>
              <a:rPr lang="en-US" altLang="en-US" sz="1300">
                <a:latin typeface="Arial" panose="020B0604020202020204" pitchFamily="34" charset="0"/>
              </a:rPr>
              <a:t>faylı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Burada </a:t>
            </a:r>
            <a:r>
              <a:rPr lang="en-US" altLang="en-US" sz="1300" b="1">
                <a:latin typeface="Arial" panose="020B0604020202020204" pitchFamily="34" charset="0"/>
              </a:rPr>
              <a:t>setActive() </a:t>
            </a:r>
            <a:r>
              <a:rPr lang="en-US" altLang="en-US" sz="1300">
                <a:latin typeface="Arial" panose="020B0604020202020204" pitchFamily="34" charset="0"/>
              </a:rPr>
              <a:t>funksiyasını çağırırıq.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Əgər route uyğun gəlirsə → active class-ı əlavə olunur.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CSS ilə bu “aktiv” menyu işıqlanır.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İstifadəçiyə göstərir: “hazırda bu menyudasınız”.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D455FD-C24D-6435-A019-11D0308B0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603" y="0"/>
            <a:ext cx="6505397" cy="308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581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F49CF-6E52-1FC1-E5FD-276B938CD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4F252C-0FCA-C1E1-1409-43916B65CB7D}"/>
              </a:ext>
            </a:extLst>
          </p:cNvPr>
          <p:cNvSpPr txBox="1"/>
          <p:nvPr/>
        </p:nvSpPr>
        <p:spPr>
          <a:xfrm>
            <a:off x="217714" y="255046"/>
            <a:ext cx="11756571" cy="575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Helper nədir və niyə istifadə edirik?</a:t>
            </a:r>
            <a:b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</a:br>
            <a:endParaRPr lang="en-US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Sadə cavab: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Helper – layihədə tez-tez lazım olan kiçik köməkçi funksiyalardır.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Biz onları helpers.php faylında saxlayırıq.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Sonra istədiyimiz yerdə çağırırıq.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Məsələn: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Qələm – hər dəfə yazı yazmaq üçün eyni əşyanı götürürük, hər dəfə yeni qələm düzəltmirik.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Helper funksiyası da qələm kimidir: bir dəfə yazılır, dəfələrlə istifadə olunur.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Niyə istifadə edirik?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300">
                <a:latin typeface="Arial" panose="020B0604020202020204" pitchFamily="34" charset="0"/>
              </a:rPr>
              <a:t>Kodumuz təmiz olsun.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300">
                <a:latin typeface="Arial" panose="020B0604020202020204" pitchFamily="34" charset="0"/>
              </a:rPr>
              <a:t>Hər dəfə eyni şeyi təkrar yazmayaq.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300">
                <a:latin typeface="Arial" panose="020B0604020202020204" pitchFamily="34" charset="0"/>
              </a:rPr>
              <a:t>Layihə böyüyəndə işimiz asan olsun.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b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280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1DD8B-13D3-026B-B7AE-8B9F22152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7796D3-E3DC-EFBD-7225-0A9F4AB0391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863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6C679-F1CF-6821-FD15-D230E1DF5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AC64B4-93EC-3AD6-DB7B-017B77B45E0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139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4573</TotalTime>
  <Words>365</Words>
  <Application>Microsoft Office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353</cp:revision>
  <dcterms:created xsi:type="dcterms:W3CDTF">2025-04-12T11:00:44Z</dcterms:created>
  <dcterms:modified xsi:type="dcterms:W3CDTF">2025-09-05T18:55:37Z</dcterms:modified>
</cp:coreProperties>
</file>